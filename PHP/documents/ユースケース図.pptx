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6" r:id="rId5"/>
  </p:sldIdLst>
  <p:sldSz cx="14400213" cy="10080625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5718" autoAdjust="0"/>
  </p:normalViewPr>
  <p:slideViewPr>
    <p:cSldViewPr snapToGrid="0">
      <p:cViewPr varScale="1">
        <p:scale>
          <a:sx n="78" d="100"/>
          <a:sy n="78" d="100"/>
        </p:scale>
        <p:origin x="11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A9ED34-2B0B-493C-A606-3E078BD30716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23963" y="1143000"/>
            <a:ext cx="4410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B692E5-CFE7-4CE4-8A60-503CB27118A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605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1223963" y="1143000"/>
            <a:ext cx="4410075" cy="30861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B692E5-CFE7-4CE4-8A60-503CB27118AA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23547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09A8C6-C25C-224A-B6DD-BF7FAB6CA5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00029" y="1649770"/>
            <a:ext cx="10800160" cy="3509550"/>
          </a:xfrm>
        </p:spPr>
        <p:txBody>
          <a:bodyPr anchor="b"/>
          <a:lstStyle>
            <a:lvl1pPr algn="ctr">
              <a:defRPr sz="1993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F99FD32-994F-BC4B-1153-E7AE0DAD2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0029" y="5294671"/>
            <a:ext cx="10800160" cy="2433817"/>
          </a:xfrm>
        </p:spPr>
        <p:txBody>
          <a:bodyPr/>
          <a:lstStyle>
            <a:lvl1pPr marL="0" indent="0" algn="ctr">
              <a:buNone/>
              <a:defRPr sz="798"/>
            </a:lvl1pPr>
            <a:lvl2pPr marL="151872" indent="0" algn="ctr">
              <a:buNone/>
              <a:defRPr sz="664"/>
            </a:lvl2pPr>
            <a:lvl3pPr marL="303742" indent="0" algn="ctr">
              <a:buNone/>
              <a:defRPr sz="598"/>
            </a:lvl3pPr>
            <a:lvl4pPr marL="455614" indent="0" algn="ctr">
              <a:buNone/>
              <a:defRPr sz="530"/>
            </a:lvl4pPr>
            <a:lvl5pPr marL="607484" indent="0" algn="ctr">
              <a:buNone/>
              <a:defRPr sz="530"/>
            </a:lvl5pPr>
            <a:lvl6pPr marL="759355" indent="0" algn="ctr">
              <a:buNone/>
              <a:defRPr sz="530"/>
            </a:lvl6pPr>
            <a:lvl7pPr marL="911227" indent="0" algn="ctr">
              <a:buNone/>
              <a:defRPr sz="530"/>
            </a:lvl7pPr>
            <a:lvl8pPr marL="1063098" indent="0" algn="ctr">
              <a:buNone/>
              <a:defRPr sz="530"/>
            </a:lvl8pPr>
            <a:lvl9pPr marL="1214969" indent="0" algn="ctr">
              <a:buNone/>
              <a:defRPr sz="53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AC06CF-C00D-E93D-191F-FAE6B4607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8A3A-73EC-433D-A1AE-DAFD5BC989A5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B359583-531C-16F7-57BD-436BA5CD4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1B4CA6-DC9A-BD6E-75D0-2208EC67A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7A708-6538-4C49-95DD-7E808A75FF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34307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89B404D-0E7F-E797-9B81-54DCC9EAB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667FF3F-9198-5743-92AF-4C5958729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575AE9C-19CF-C870-6CF4-61A5D7B9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8A3A-73EC-433D-A1AE-DAFD5BC989A5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493805-6F7F-9EBF-1A01-406A5E66C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91B08B9-1853-14C9-7453-5839DB0ED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7A708-6538-4C49-95DD-7E808A75FF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4083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357DA2-82F3-89C4-A958-A4B379515A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519" y="2513163"/>
            <a:ext cx="12420184" cy="4193259"/>
          </a:xfrm>
        </p:spPr>
        <p:txBody>
          <a:bodyPr anchor="b"/>
          <a:lstStyle>
            <a:lvl1pPr>
              <a:defRPr sz="1993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B13E26C-9174-08C6-FA7E-A6C2416A2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2519" y="6746089"/>
            <a:ext cx="12420184" cy="2205136"/>
          </a:xfrm>
        </p:spPr>
        <p:txBody>
          <a:bodyPr/>
          <a:lstStyle>
            <a:lvl1pPr marL="0" indent="0">
              <a:buNone/>
              <a:defRPr sz="798">
                <a:solidFill>
                  <a:schemeClr val="tx1">
                    <a:tint val="82000"/>
                  </a:schemeClr>
                </a:solidFill>
              </a:defRPr>
            </a:lvl1pPr>
            <a:lvl2pPr marL="151872" indent="0">
              <a:buNone/>
              <a:defRPr sz="664">
                <a:solidFill>
                  <a:schemeClr val="tx1">
                    <a:tint val="82000"/>
                  </a:schemeClr>
                </a:solidFill>
              </a:defRPr>
            </a:lvl2pPr>
            <a:lvl3pPr marL="303742" indent="0">
              <a:buNone/>
              <a:defRPr sz="598">
                <a:solidFill>
                  <a:schemeClr val="tx1">
                    <a:tint val="82000"/>
                  </a:schemeClr>
                </a:solidFill>
              </a:defRPr>
            </a:lvl3pPr>
            <a:lvl4pPr marL="455614" indent="0">
              <a:buNone/>
              <a:defRPr sz="530">
                <a:solidFill>
                  <a:schemeClr val="tx1">
                    <a:tint val="82000"/>
                  </a:schemeClr>
                </a:solidFill>
              </a:defRPr>
            </a:lvl4pPr>
            <a:lvl5pPr marL="607484" indent="0">
              <a:buNone/>
              <a:defRPr sz="530">
                <a:solidFill>
                  <a:schemeClr val="tx1">
                    <a:tint val="82000"/>
                  </a:schemeClr>
                </a:solidFill>
              </a:defRPr>
            </a:lvl5pPr>
            <a:lvl6pPr marL="759355" indent="0">
              <a:buNone/>
              <a:defRPr sz="530">
                <a:solidFill>
                  <a:schemeClr val="tx1">
                    <a:tint val="82000"/>
                  </a:schemeClr>
                </a:solidFill>
              </a:defRPr>
            </a:lvl6pPr>
            <a:lvl7pPr marL="911227" indent="0">
              <a:buNone/>
              <a:defRPr sz="530">
                <a:solidFill>
                  <a:schemeClr val="tx1">
                    <a:tint val="82000"/>
                  </a:schemeClr>
                </a:solidFill>
              </a:defRPr>
            </a:lvl7pPr>
            <a:lvl8pPr marL="1063098" indent="0">
              <a:buNone/>
              <a:defRPr sz="530">
                <a:solidFill>
                  <a:schemeClr val="tx1">
                    <a:tint val="82000"/>
                  </a:schemeClr>
                </a:solidFill>
              </a:defRPr>
            </a:lvl8pPr>
            <a:lvl9pPr marL="1214969" indent="0">
              <a:buNone/>
              <a:defRPr sz="5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607CD0-B590-20D4-9074-F18343FDF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8A3A-73EC-433D-A1AE-DAFD5BC989A5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7D8CED8-C6BE-C11B-5901-062782821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971CA1-D2D6-F113-8B0B-43E49578D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7A708-6538-4C49-95DD-7E808A75FF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552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C5ED73-4ABA-E144-5034-170FA86C8A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D7B93A-7119-D5B1-9B15-E16F35801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90017" y="2683500"/>
            <a:ext cx="6120092" cy="639606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21077852-1301-E5DC-2095-6D2DE7CF3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90110" y="2683500"/>
            <a:ext cx="6120092" cy="6396064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E5A5E35-A40B-AF45-4E77-5AE5B472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8A3A-73EC-433D-A1AE-DAFD5BC989A5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3AD53FA-6088-44C6-CE85-1EFB1C13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6057A63-596E-7008-618C-FB8D170C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7A708-6538-4C49-95DD-7E808A75FF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1227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FD354B7-9D32-8750-63D1-49F810FCA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895" y="536701"/>
            <a:ext cx="12420184" cy="1948454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5C8CF64-DBB7-5A8F-0293-39B83191D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1895" y="2471156"/>
            <a:ext cx="6091964" cy="1211075"/>
          </a:xfrm>
        </p:spPr>
        <p:txBody>
          <a:bodyPr anchor="b"/>
          <a:lstStyle>
            <a:lvl1pPr marL="0" indent="0">
              <a:buNone/>
              <a:defRPr sz="798" b="1"/>
            </a:lvl1pPr>
            <a:lvl2pPr marL="151872" indent="0">
              <a:buNone/>
              <a:defRPr sz="664" b="1"/>
            </a:lvl2pPr>
            <a:lvl3pPr marL="303742" indent="0">
              <a:buNone/>
              <a:defRPr sz="598" b="1"/>
            </a:lvl3pPr>
            <a:lvl4pPr marL="455614" indent="0">
              <a:buNone/>
              <a:defRPr sz="530" b="1"/>
            </a:lvl4pPr>
            <a:lvl5pPr marL="607484" indent="0">
              <a:buNone/>
              <a:defRPr sz="530" b="1"/>
            </a:lvl5pPr>
            <a:lvl6pPr marL="759355" indent="0">
              <a:buNone/>
              <a:defRPr sz="530" b="1"/>
            </a:lvl6pPr>
            <a:lvl7pPr marL="911227" indent="0">
              <a:buNone/>
              <a:defRPr sz="530" b="1"/>
            </a:lvl7pPr>
            <a:lvl8pPr marL="1063098" indent="0">
              <a:buNone/>
              <a:defRPr sz="530" b="1"/>
            </a:lvl8pPr>
            <a:lvl9pPr marL="1214969" indent="0">
              <a:buNone/>
              <a:defRPr sz="53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2577F7A-BE01-2D86-6E6D-5DFA387E28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91895" y="3682238"/>
            <a:ext cx="6091964" cy="541600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8E6A92A-2858-7AFC-647A-9239CA8573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290118" y="2471156"/>
            <a:ext cx="6121965" cy="1211075"/>
          </a:xfrm>
        </p:spPr>
        <p:txBody>
          <a:bodyPr anchor="b"/>
          <a:lstStyle>
            <a:lvl1pPr marL="0" indent="0">
              <a:buNone/>
              <a:defRPr sz="798" b="1"/>
            </a:lvl1pPr>
            <a:lvl2pPr marL="151872" indent="0">
              <a:buNone/>
              <a:defRPr sz="664" b="1"/>
            </a:lvl2pPr>
            <a:lvl3pPr marL="303742" indent="0">
              <a:buNone/>
              <a:defRPr sz="598" b="1"/>
            </a:lvl3pPr>
            <a:lvl4pPr marL="455614" indent="0">
              <a:buNone/>
              <a:defRPr sz="530" b="1"/>
            </a:lvl4pPr>
            <a:lvl5pPr marL="607484" indent="0">
              <a:buNone/>
              <a:defRPr sz="530" b="1"/>
            </a:lvl5pPr>
            <a:lvl6pPr marL="759355" indent="0">
              <a:buNone/>
              <a:defRPr sz="530" b="1"/>
            </a:lvl6pPr>
            <a:lvl7pPr marL="911227" indent="0">
              <a:buNone/>
              <a:defRPr sz="530" b="1"/>
            </a:lvl7pPr>
            <a:lvl8pPr marL="1063098" indent="0">
              <a:buNone/>
              <a:defRPr sz="530" b="1"/>
            </a:lvl8pPr>
            <a:lvl9pPr marL="1214969" indent="0">
              <a:buNone/>
              <a:defRPr sz="53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97C6BF81-A88D-9515-D2F8-9C0D7CE79C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90118" y="3682238"/>
            <a:ext cx="6121965" cy="5416003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2738C33-4B3F-063E-CEF6-E860D91CF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8A3A-73EC-433D-A1AE-DAFD5BC989A5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15CEC6D-A30A-3F33-CCC8-2AD1C9E91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F1B0583-E129-9AFC-7652-4EAC4647B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7A708-6538-4C49-95DD-7E808A75FF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8089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AE2FDE-9814-3978-C6EB-1D5E41897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BFE4B0-D675-392E-AC3D-281BC685D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8A3A-73EC-433D-A1AE-DAFD5BC989A5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4ABFC585-A943-4C6A-DD3D-84E8DCDA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FD6BE2AB-2E3E-2BE7-610E-74BAAF86E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7A708-6538-4C49-95DD-7E808A75FF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232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413CD92-B4A7-3C46-E696-F9CF41CA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8A3A-73EC-433D-A1AE-DAFD5BC989A5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67C6163-5BDA-29AE-EE87-B8B67F50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336E65-E23F-BE34-14A1-AF5FDD7F2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7A708-6538-4C49-95DD-7E808A75FF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9534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7A8680-5254-32E6-1C35-B81E4D1F5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897" y="672041"/>
            <a:ext cx="4644443" cy="2352146"/>
          </a:xfrm>
        </p:spPr>
        <p:txBody>
          <a:bodyPr anchor="b"/>
          <a:lstStyle>
            <a:lvl1pPr>
              <a:defRPr sz="1063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E8CAF6C-BA83-4892-9569-F93A73C89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1974" y="1451429"/>
            <a:ext cx="7290109" cy="7163777"/>
          </a:xfrm>
        </p:spPr>
        <p:txBody>
          <a:bodyPr/>
          <a:lstStyle>
            <a:lvl1pPr>
              <a:defRPr sz="1063"/>
            </a:lvl1pPr>
            <a:lvl2pPr>
              <a:defRPr sz="930"/>
            </a:lvl2pPr>
            <a:lvl3pPr>
              <a:defRPr sz="798"/>
            </a:lvl3pPr>
            <a:lvl4pPr>
              <a:defRPr sz="664"/>
            </a:lvl4pPr>
            <a:lvl5pPr>
              <a:defRPr sz="664"/>
            </a:lvl5pPr>
            <a:lvl6pPr>
              <a:defRPr sz="664"/>
            </a:lvl6pPr>
            <a:lvl7pPr>
              <a:defRPr sz="664"/>
            </a:lvl7pPr>
            <a:lvl8pPr>
              <a:defRPr sz="664"/>
            </a:lvl8pPr>
            <a:lvl9pPr>
              <a:defRPr sz="664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43B4945-EE80-F471-A8BE-8C0C14CC9E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1897" y="3024194"/>
            <a:ext cx="4644443" cy="5602681"/>
          </a:xfrm>
        </p:spPr>
        <p:txBody>
          <a:bodyPr/>
          <a:lstStyle>
            <a:lvl1pPr marL="0" indent="0">
              <a:buNone/>
              <a:defRPr sz="530"/>
            </a:lvl1pPr>
            <a:lvl2pPr marL="151872" indent="0">
              <a:buNone/>
              <a:defRPr sz="466"/>
            </a:lvl2pPr>
            <a:lvl3pPr marL="303742" indent="0">
              <a:buNone/>
              <a:defRPr sz="398"/>
            </a:lvl3pPr>
            <a:lvl4pPr marL="455614" indent="0">
              <a:buNone/>
              <a:defRPr sz="332"/>
            </a:lvl4pPr>
            <a:lvl5pPr marL="607484" indent="0">
              <a:buNone/>
              <a:defRPr sz="332"/>
            </a:lvl5pPr>
            <a:lvl6pPr marL="759355" indent="0">
              <a:buNone/>
              <a:defRPr sz="332"/>
            </a:lvl6pPr>
            <a:lvl7pPr marL="911227" indent="0">
              <a:buNone/>
              <a:defRPr sz="332"/>
            </a:lvl7pPr>
            <a:lvl8pPr marL="1063098" indent="0">
              <a:buNone/>
              <a:defRPr sz="332"/>
            </a:lvl8pPr>
            <a:lvl9pPr marL="1214969" indent="0">
              <a:buNone/>
              <a:defRPr sz="332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66F8B24-D879-9A77-85DD-2DD79C6D0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8A3A-73EC-433D-A1AE-DAFD5BC989A5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FF1E643-D737-23B9-478E-50111F3C2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5725796-CFF1-A572-ED52-7AA791205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7A708-6538-4C49-95DD-7E808A75FF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8329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301FC89-A74B-D49C-A448-4BC86DE61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1897" y="672041"/>
            <a:ext cx="4644443" cy="2352146"/>
          </a:xfrm>
        </p:spPr>
        <p:txBody>
          <a:bodyPr anchor="b"/>
          <a:lstStyle>
            <a:lvl1pPr>
              <a:defRPr sz="1063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73AB7BC-CEB1-6152-DD3E-CEA8CC81A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121974" y="1451429"/>
            <a:ext cx="7290109" cy="7163777"/>
          </a:xfrm>
        </p:spPr>
        <p:txBody>
          <a:bodyPr/>
          <a:lstStyle>
            <a:lvl1pPr marL="0" indent="0">
              <a:buNone/>
              <a:defRPr sz="1063"/>
            </a:lvl1pPr>
            <a:lvl2pPr marL="151872" indent="0">
              <a:buNone/>
              <a:defRPr sz="930"/>
            </a:lvl2pPr>
            <a:lvl3pPr marL="303742" indent="0">
              <a:buNone/>
              <a:defRPr sz="798"/>
            </a:lvl3pPr>
            <a:lvl4pPr marL="455614" indent="0">
              <a:buNone/>
              <a:defRPr sz="664"/>
            </a:lvl4pPr>
            <a:lvl5pPr marL="607484" indent="0">
              <a:buNone/>
              <a:defRPr sz="664"/>
            </a:lvl5pPr>
            <a:lvl6pPr marL="759355" indent="0">
              <a:buNone/>
              <a:defRPr sz="664"/>
            </a:lvl6pPr>
            <a:lvl7pPr marL="911227" indent="0">
              <a:buNone/>
              <a:defRPr sz="664"/>
            </a:lvl7pPr>
            <a:lvl8pPr marL="1063098" indent="0">
              <a:buNone/>
              <a:defRPr sz="664"/>
            </a:lvl8pPr>
            <a:lvl9pPr marL="1214969" indent="0">
              <a:buNone/>
              <a:defRPr sz="664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881E343-D8D8-7F24-D6A5-387EA66ED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1897" y="3024194"/>
            <a:ext cx="4644443" cy="5602681"/>
          </a:xfrm>
        </p:spPr>
        <p:txBody>
          <a:bodyPr/>
          <a:lstStyle>
            <a:lvl1pPr marL="0" indent="0">
              <a:buNone/>
              <a:defRPr sz="530"/>
            </a:lvl1pPr>
            <a:lvl2pPr marL="151872" indent="0">
              <a:buNone/>
              <a:defRPr sz="466"/>
            </a:lvl2pPr>
            <a:lvl3pPr marL="303742" indent="0">
              <a:buNone/>
              <a:defRPr sz="398"/>
            </a:lvl3pPr>
            <a:lvl4pPr marL="455614" indent="0">
              <a:buNone/>
              <a:defRPr sz="332"/>
            </a:lvl4pPr>
            <a:lvl5pPr marL="607484" indent="0">
              <a:buNone/>
              <a:defRPr sz="332"/>
            </a:lvl5pPr>
            <a:lvl6pPr marL="759355" indent="0">
              <a:buNone/>
              <a:defRPr sz="332"/>
            </a:lvl6pPr>
            <a:lvl7pPr marL="911227" indent="0">
              <a:buNone/>
              <a:defRPr sz="332"/>
            </a:lvl7pPr>
            <a:lvl8pPr marL="1063098" indent="0">
              <a:buNone/>
              <a:defRPr sz="332"/>
            </a:lvl8pPr>
            <a:lvl9pPr marL="1214969" indent="0">
              <a:buNone/>
              <a:defRPr sz="332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B5D5337-A33C-C176-21D1-E1E9BF15A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8A3A-73EC-433D-A1AE-DAFD5BC989A5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1C28929-7DE1-CA57-7768-3F459FF86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04290EE-CF05-324E-C8B9-989B60E3E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7A708-6538-4C49-95DD-7E808A75FF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18534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FDB5EB-47D6-0702-BCB7-2329504A8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0AE9938-661E-6FA2-A89B-2F01C509D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5F57C28-3D76-46EC-BED7-DAED9E9D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8A3A-73EC-433D-A1AE-DAFD5BC989A5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0DA868-27E5-29DA-45DA-96627194E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C484B9-4E89-E124-0132-4790CCBF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7A708-6538-4C49-95DD-7E808A75FF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235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F857194-F420-BC3A-A5E5-E95A4946B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305156" y="536703"/>
            <a:ext cx="3105045" cy="8542863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D33816E-B296-B972-EFCB-A32B50836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90020" y="536703"/>
            <a:ext cx="9135135" cy="8542863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14D46D-762D-AB62-65AC-8055BC5CC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38A3A-73EC-433D-A1AE-DAFD5BC989A5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83A3EDF-D04A-15BF-629A-2B565E0BE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E66224B-51D3-9EE6-F9C7-E40FCF720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57A708-6538-4C49-95DD-7E808A75FF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67153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40B9E80-191B-07F5-C236-8A512D860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19" y="536701"/>
            <a:ext cx="12420184" cy="19484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08CEE31-8862-529A-6C6A-3BBB3502A5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0019" y="2683500"/>
            <a:ext cx="12420184" cy="639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AE6563-4DE4-BE25-EF62-4B2B6EE162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021" y="9343251"/>
            <a:ext cx="3240049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238A3A-73EC-433D-A1AE-DAFD5BC989A5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456B130-A242-175C-9617-6DB26D1B85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0080" y="9343251"/>
            <a:ext cx="4860071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EA542C-DAB2-03AC-801B-2E0D159816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70157" y="9343251"/>
            <a:ext cx="3240049" cy="5367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57A708-6538-4C49-95DD-7E808A75FF2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292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03742" rtl="0" eaLnBrk="1" latinLnBrk="0" hangingPunct="1">
        <a:lnSpc>
          <a:spcPct val="90000"/>
        </a:lnSpc>
        <a:spcBef>
          <a:spcPct val="0"/>
        </a:spcBef>
        <a:buNone/>
        <a:defRPr kumimoji="1" sz="14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936" indent="-75936" algn="l" defTabSz="303742" rtl="0" eaLnBrk="1" latinLnBrk="0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kumimoji="1" sz="930" kern="1200">
          <a:solidFill>
            <a:schemeClr val="tx1"/>
          </a:solidFill>
          <a:latin typeface="+mn-lt"/>
          <a:ea typeface="+mn-ea"/>
          <a:cs typeface="+mn-cs"/>
        </a:defRPr>
      </a:lvl1pPr>
      <a:lvl2pPr marL="227807" indent="-75936" algn="l" defTabSz="303742" rtl="0" eaLnBrk="1" latinLnBrk="0" hangingPunct="1">
        <a:lnSpc>
          <a:spcPct val="90000"/>
        </a:lnSpc>
        <a:spcBef>
          <a:spcPts val="166"/>
        </a:spcBef>
        <a:buFont typeface="Arial" panose="020B0604020202020204" pitchFamily="34" charset="0"/>
        <a:buChar char="•"/>
        <a:defRPr kumimoji="1" sz="798" kern="1200">
          <a:solidFill>
            <a:schemeClr val="tx1"/>
          </a:solidFill>
          <a:latin typeface="+mn-lt"/>
          <a:ea typeface="+mn-ea"/>
          <a:cs typeface="+mn-cs"/>
        </a:defRPr>
      </a:lvl2pPr>
      <a:lvl3pPr marL="379679" indent="-75936" algn="l" defTabSz="303742" rtl="0" eaLnBrk="1" latinLnBrk="0" hangingPunct="1">
        <a:lnSpc>
          <a:spcPct val="90000"/>
        </a:lnSpc>
        <a:spcBef>
          <a:spcPts val="166"/>
        </a:spcBef>
        <a:buFont typeface="Arial" panose="020B0604020202020204" pitchFamily="34" charset="0"/>
        <a:buChar char="•"/>
        <a:defRPr kumimoji="1" sz="664" kern="1200">
          <a:solidFill>
            <a:schemeClr val="tx1"/>
          </a:solidFill>
          <a:latin typeface="+mn-lt"/>
          <a:ea typeface="+mn-ea"/>
          <a:cs typeface="+mn-cs"/>
        </a:defRPr>
      </a:lvl3pPr>
      <a:lvl4pPr marL="531548" indent="-75936" algn="l" defTabSz="303742" rtl="0" eaLnBrk="1" latinLnBrk="0" hangingPunct="1">
        <a:lnSpc>
          <a:spcPct val="90000"/>
        </a:lnSpc>
        <a:spcBef>
          <a:spcPts val="166"/>
        </a:spcBef>
        <a:buFont typeface="Arial" panose="020B0604020202020204" pitchFamily="34" charset="0"/>
        <a:buChar char="•"/>
        <a:defRPr kumimoji="1" sz="598" kern="1200">
          <a:solidFill>
            <a:schemeClr val="tx1"/>
          </a:solidFill>
          <a:latin typeface="+mn-lt"/>
          <a:ea typeface="+mn-ea"/>
          <a:cs typeface="+mn-cs"/>
        </a:defRPr>
      </a:lvl4pPr>
      <a:lvl5pPr marL="683420" indent="-75936" algn="l" defTabSz="303742" rtl="0" eaLnBrk="1" latinLnBrk="0" hangingPunct="1">
        <a:lnSpc>
          <a:spcPct val="90000"/>
        </a:lnSpc>
        <a:spcBef>
          <a:spcPts val="166"/>
        </a:spcBef>
        <a:buFont typeface="Arial" panose="020B0604020202020204" pitchFamily="34" charset="0"/>
        <a:buChar char="•"/>
        <a:defRPr kumimoji="1" sz="598" kern="1200">
          <a:solidFill>
            <a:schemeClr val="tx1"/>
          </a:solidFill>
          <a:latin typeface="+mn-lt"/>
          <a:ea typeface="+mn-ea"/>
          <a:cs typeface="+mn-cs"/>
        </a:defRPr>
      </a:lvl5pPr>
      <a:lvl6pPr marL="835292" indent="-75936" algn="l" defTabSz="303742" rtl="0" eaLnBrk="1" latinLnBrk="0" hangingPunct="1">
        <a:lnSpc>
          <a:spcPct val="90000"/>
        </a:lnSpc>
        <a:spcBef>
          <a:spcPts val="166"/>
        </a:spcBef>
        <a:buFont typeface="Arial" panose="020B0604020202020204" pitchFamily="34" charset="0"/>
        <a:buChar char="•"/>
        <a:defRPr kumimoji="1" sz="598" kern="1200">
          <a:solidFill>
            <a:schemeClr val="tx1"/>
          </a:solidFill>
          <a:latin typeface="+mn-lt"/>
          <a:ea typeface="+mn-ea"/>
          <a:cs typeface="+mn-cs"/>
        </a:defRPr>
      </a:lvl6pPr>
      <a:lvl7pPr marL="987162" indent="-75936" algn="l" defTabSz="303742" rtl="0" eaLnBrk="1" latinLnBrk="0" hangingPunct="1">
        <a:lnSpc>
          <a:spcPct val="90000"/>
        </a:lnSpc>
        <a:spcBef>
          <a:spcPts val="166"/>
        </a:spcBef>
        <a:buFont typeface="Arial" panose="020B0604020202020204" pitchFamily="34" charset="0"/>
        <a:buChar char="•"/>
        <a:defRPr kumimoji="1" sz="598" kern="1200">
          <a:solidFill>
            <a:schemeClr val="tx1"/>
          </a:solidFill>
          <a:latin typeface="+mn-lt"/>
          <a:ea typeface="+mn-ea"/>
          <a:cs typeface="+mn-cs"/>
        </a:defRPr>
      </a:lvl7pPr>
      <a:lvl8pPr marL="1139034" indent="-75936" algn="l" defTabSz="303742" rtl="0" eaLnBrk="1" latinLnBrk="0" hangingPunct="1">
        <a:lnSpc>
          <a:spcPct val="90000"/>
        </a:lnSpc>
        <a:spcBef>
          <a:spcPts val="166"/>
        </a:spcBef>
        <a:buFont typeface="Arial" panose="020B0604020202020204" pitchFamily="34" charset="0"/>
        <a:buChar char="•"/>
        <a:defRPr kumimoji="1" sz="598" kern="1200">
          <a:solidFill>
            <a:schemeClr val="tx1"/>
          </a:solidFill>
          <a:latin typeface="+mn-lt"/>
          <a:ea typeface="+mn-ea"/>
          <a:cs typeface="+mn-cs"/>
        </a:defRPr>
      </a:lvl8pPr>
      <a:lvl9pPr marL="1290905" indent="-75936" algn="l" defTabSz="303742" rtl="0" eaLnBrk="1" latinLnBrk="0" hangingPunct="1">
        <a:lnSpc>
          <a:spcPct val="90000"/>
        </a:lnSpc>
        <a:spcBef>
          <a:spcPts val="166"/>
        </a:spcBef>
        <a:buFont typeface="Arial" panose="020B0604020202020204" pitchFamily="34" charset="0"/>
        <a:buChar char="•"/>
        <a:defRPr kumimoji="1" sz="59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303742" rtl="0" eaLnBrk="1" latinLnBrk="0" hangingPunct="1">
        <a:defRPr kumimoji="1" sz="598" kern="1200">
          <a:solidFill>
            <a:schemeClr val="tx1"/>
          </a:solidFill>
          <a:latin typeface="+mn-lt"/>
          <a:ea typeface="+mn-ea"/>
          <a:cs typeface="+mn-cs"/>
        </a:defRPr>
      </a:lvl1pPr>
      <a:lvl2pPr marL="151872" algn="l" defTabSz="303742" rtl="0" eaLnBrk="1" latinLnBrk="0" hangingPunct="1">
        <a:defRPr kumimoji="1" sz="598" kern="1200">
          <a:solidFill>
            <a:schemeClr val="tx1"/>
          </a:solidFill>
          <a:latin typeface="+mn-lt"/>
          <a:ea typeface="+mn-ea"/>
          <a:cs typeface="+mn-cs"/>
        </a:defRPr>
      </a:lvl2pPr>
      <a:lvl3pPr marL="303742" algn="l" defTabSz="303742" rtl="0" eaLnBrk="1" latinLnBrk="0" hangingPunct="1">
        <a:defRPr kumimoji="1" sz="598" kern="1200">
          <a:solidFill>
            <a:schemeClr val="tx1"/>
          </a:solidFill>
          <a:latin typeface="+mn-lt"/>
          <a:ea typeface="+mn-ea"/>
          <a:cs typeface="+mn-cs"/>
        </a:defRPr>
      </a:lvl3pPr>
      <a:lvl4pPr marL="455614" algn="l" defTabSz="303742" rtl="0" eaLnBrk="1" latinLnBrk="0" hangingPunct="1">
        <a:defRPr kumimoji="1" sz="598" kern="1200">
          <a:solidFill>
            <a:schemeClr val="tx1"/>
          </a:solidFill>
          <a:latin typeface="+mn-lt"/>
          <a:ea typeface="+mn-ea"/>
          <a:cs typeface="+mn-cs"/>
        </a:defRPr>
      </a:lvl4pPr>
      <a:lvl5pPr marL="607484" algn="l" defTabSz="303742" rtl="0" eaLnBrk="1" latinLnBrk="0" hangingPunct="1">
        <a:defRPr kumimoji="1" sz="598" kern="1200">
          <a:solidFill>
            <a:schemeClr val="tx1"/>
          </a:solidFill>
          <a:latin typeface="+mn-lt"/>
          <a:ea typeface="+mn-ea"/>
          <a:cs typeface="+mn-cs"/>
        </a:defRPr>
      </a:lvl5pPr>
      <a:lvl6pPr marL="759355" algn="l" defTabSz="303742" rtl="0" eaLnBrk="1" latinLnBrk="0" hangingPunct="1">
        <a:defRPr kumimoji="1" sz="598" kern="1200">
          <a:solidFill>
            <a:schemeClr val="tx1"/>
          </a:solidFill>
          <a:latin typeface="+mn-lt"/>
          <a:ea typeface="+mn-ea"/>
          <a:cs typeface="+mn-cs"/>
        </a:defRPr>
      </a:lvl6pPr>
      <a:lvl7pPr marL="911227" algn="l" defTabSz="303742" rtl="0" eaLnBrk="1" latinLnBrk="0" hangingPunct="1">
        <a:defRPr kumimoji="1" sz="598" kern="1200">
          <a:solidFill>
            <a:schemeClr val="tx1"/>
          </a:solidFill>
          <a:latin typeface="+mn-lt"/>
          <a:ea typeface="+mn-ea"/>
          <a:cs typeface="+mn-cs"/>
        </a:defRPr>
      </a:lvl7pPr>
      <a:lvl8pPr marL="1063098" algn="l" defTabSz="303742" rtl="0" eaLnBrk="1" latinLnBrk="0" hangingPunct="1">
        <a:defRPr kumimoji="1" sz="598" kern="1200">
          <a:solidFill>
            <a:schemeClr val="tx1"/>
          </a:solidFill>
          <a:latin typeface="+mn-lt"/>
          <a:ea typeface="+mn-ea"/>
          <a:cs typeface="+mn-cs"/>
        </a:defRPr>
      </a:lvl8pPr>
      <a:lvl9pPr marL="1214969" algn="l" defTabSz="303742" rtl="0" eaLnBrk="1" latinLnBrk="0" hangingPunct="1">
        <a:defRPr kumimoji="1" sz="5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グループ化 375">
            <a:extLst>
              <a:ext uri="{FF2B5EF4-FFF2-40B4-BE49-F238E27FC236}">
                <a16:creationId xmlns:a16="http://schemas.microsoft.com/office/drawing/2014/main" id="{8153F951-4467-4AF4-B925-7CA8836A0A0D}"/>
              </a:ext>
            </a:extLst>
          </p:cNvPr>
          <p:cNvGrpSpPr/>
          <p:nvPr/>
        </p:nvGrpSpPr>
        <p:grpSpPr>
          <a:xfrm>
            <a:off x="675654" y="457201"/>
            <a:ext cx="4388013" cy="8791090"/>
            <a:chOff x="1532048" y="323706"/>
            <a:chExt cx="3380290" cy="8265342"/>
          </a:xfrm>
        </p:grpSpPr>
        <p:grpSp>
          <p:nvGrpSpPr>
            <p:cNvPr id="157" name="グループ化 156">
              <a:extLst>
                <a:ext uri="{FF2B5EF4-FFF2-40B4-BE49-F238E27FC236}">
                  <a16:creationId xmlns:a16="http://schemas.microsoft.com/office/drawing/2014/main" id="{0AEF9EB3-D52A-4813-8DAC-FD59618687E8}"/>
                </a:ext>
              </a:extLst>
            </p:cNvPr>
            <p:cNvGrpSpPr/>
            <p:nvPr/>
          </p:nvGrpSpPr>
          <p:grpSpPr>
            <a:xfrm>
              <a:off x="1532048" y="323706"/>
              <a:ext cx="3229839" cy="3506642"/>
              <a:chOff x="163503" y="1555181"/>
              <a:chExt cx="3229839" cy="3506642"/>
            </a:xfrm>
          </p:grpSpPr>
          <p:sp>
            <p:nvSpPr>
              <p:cNvPr id="16" name="テキスト ボックス 2">
                <a:extLst>
                  <a:ext uri="{FF2B5EF4-FFF2-40B4-BE49-F238E27FC236}">
                    <a16:creationId xmlns:a16="http://schemas.microsoft.com/office/drawing/2014/main" id="{0EF47923-BB27-31FA-E98F-789D97213CD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20230" y="1555181"/>
                <a:ext cx="1569140" cy="2910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rot="0" vert="horz" wrap="square" lIns="30373" tIns="15186" rIns="30373" bIns="15186" anchor="t" anchorCtr="0">
                <a:noAutofit/>
              </a:bodyPr>
              <a:lstStyle/>
              <a:p>
                <a:pPr algn="ctr" defTabSz="303742">
                  <a:defRPr/>
                </a:pPr>
                <a:r>
                  <a:rPr kumimoji="0" lang="ja-JP" altLang="en-US" sz="1400" b="1" kern="100" dirty="0">
                    <a:solidFill>
                      <a:sysClr val="windowText" lastClr="000000"/>
                    </a:solidFill>
                    <a:latin typeface="游明朝" panose="020F0502020204030204"/>
                    <a:ea typeface="游明朝" panose="02020400000000000000" pitchFamily="18" charset="-128"/>
                    <a:cs typeface="Times New Roman" panose="02020603050405020304" pitchFamily="18" charset="0"/>
                  </a:rPr>
                  <a:t>ログイン画面</a:t>
                </a:r>
              </a:p>
            </p:txBody>
          </p:sp>
          <p:grpSp>
            <p:nvGrpSpPr>
              <p:cNvPr id="38" name="グループ化 37">
                <a:extLst>
                  <a:ext uri="{FF2B5EF4-FFF2-40B4-BE49-F238E27FC236}">
                    <a16:creationId xmlns:a16="http://schemas.microsoft.com/office/drawing/2014/main" id="{28B2754A-4218-28FD-39B1-FE43D1E5822D}"/>
                  </a:ext>
                </a:extLst>
              </p:cNvPr>
              <p:cNvGrpSpPr/>
              <p:nvPr/>
            </p:nvGrpSpPr>
            <p:grpSpPr>
              <a:xfrm>
                <a:off x="1337114" y="1950321"/>
                <a:ext cx="2056228" cy="3111502"/>
                <a:chOff x="4102647" y="1004272"/>
                <a:chExt cx="3370457" cy="2473206"/>
              </a:xfrm>
            </p:grpSpPr>
            <p:sp>
              <p:nvSpPr>
                <p:cNvPr id="32" name="正方形/長方形 31">
                  <a:extLst>
                    <a:ext uri="{FF2B5EF4-FFF2-40B4-BE49-F238E27FC236}">
                      <a16:creationId xmlns:a16="http://schemas.microsoft.com/office/drawing/2014/main" id="{54FB0E96-FE82-1019-F304-465B0AC06E97}"/>
                    </a:ext>
                  </a:extLst>
                </p:cNvPr>
                <p:cNvSpPr/>
                <p:nvPr/>
              </p:nvSpPr>
              <p:spPr>
                <a:xfrm>
                  <a:off x="4102647" y="1004272"/>
                  <a:ext cx="3370457" cy="247320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200"/>
                </a:p>
              </p:txBody>
            </p:sp>
            <p:sp>
              <p:nvSpPr>
                <p:cNvPr id="33" name="楕円 32">
                  <a:extLst>
                    <a:ext uri="{FF2B5EF4-FFF2-40B4-BE49-F238E27FC236}">
                      <a16:creationId xmlns:a16="http://schemas.microsoft.com/office/drawing/2014/main" id="{11EE8451-80B0-C6D8-78B0-297B092EA6C5}"/>
                    </a:ext>
                  </a:extLst>
                </p:cNvPr>
                <p:cNvSpPr/>
                <p:nvPr/>
              </p:nvSpPr>
              <p:spPr>
                <a:xfrm>
                  <a:off x="4411154" y="1203519"/>
                  <a:ext cx="1760670" cy="285990"/>
                </a:xfrm>
                <a:prstGeom prst="ellipse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200" b="1" dirty="0"/>
                    <a:t>新規追加</a:t>
                  </a:r>
                  <a:endParaRPr lang="en-US" altLang="ja-JP" sz="1200" b="1" dirty="0"/>
                </a:p>
              </p:txBody>
            </p:sp>
            <p:sp>
              <p:nvSpPr>
                <p:cNvPr id="34" name="楕円 33">
                  <a:extLst>
                    <a:ext uri="{FF2B5EF4-FFF2-40B4-BE49-F238E27FC236}">
                      <a16:creationId xmlns:a16="http://schemas.microsoft.com/office/drawing/2014/main" id="{2295A5CF-C781-7DE3-6112-C9F717831398}"/>
                    </a:ext>
                  </a:extLst>
                </p:cNvPr>
                <p:cNvSpPr/>
                <p:nvPr/>
              </p:nvSpPr>
              <p:spPr>
                <a:xfrm>
                  <a:off x="4397962" y="1658823"/>
                  <a:ext cx="1760670" cy="270156"/>
                </a:xfrm>
                <a:prstGeom prst="ellipse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200" b="1" dirty="0"/>
                    <a:t>ログイン</a:t>
                  </a:r>
                </a:p>
              </p:txBody>
            </p:sp>
            <p:sp>
              <p:nvSpPr>
                <p:cNvPr id="35" name="楕円 34">
                  <a:extLst>
                    <a:ext uri="{FF2B5EF4-FFF2-40B4-BE49-F238E27FC236}">
                      <a16:creationId xmlns:a16="http://schemas.microsoft.com/office/drawing/2014/main" id="{CB41F252-7E06-B245-0394-E6C18AB0203F}"/>
                    </a:ext>
                  </a:extLst>
                </p:cNvPr>
                <p:cNvSpPr/>
                <p:nvPr/>
              </p:nvSpPr>
              <p:spPr>
                <a:xfrm>
                  <a:off x="4397962" y="2110904"/>
                  <a:ext cx="2390284" cy="316048"/>
                </a:xfrm>
                <a:prstGeom prst="ellipse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200" b="1" dirty="0"/>
                    <a:t>ログアウト</a:t>
                  </a:r>
                </a:p>
              </p:txBody>
            </p:sp>
            <p:sp>
              <p:nvSpPr>
                <p:cNvPr id="36" name="楕円 35">
                  <a:extLst>
                    <a:ext uri="{FF2B5EF4-FFF2-40B4-BE49-F238E27FC236}">
                      <a16:creationId xmlns:a16="http://schemas.microsoft.com/office/drawing/2014/main" id="{55FA1ABF-E482-5E72-021E-3C4FF7C0D72F}"/>
                    </a:ext>
                  </a:extLst>
                </p:cNvPr>
                <p:cNvSpPr/>
                <p:nvPr/>
              </p:nvSpPr>
              <p:spPr>
                <a:xfrm>
                  <a:off x="4403298" y="2588433"/>
                  <a:ext cx="1776382" cy="285990"/>
                </a:xfrm>
                <a:prstGeom prst="ellipse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200" b="1" dirty="0"/>
                    <a:t>２段階認証</a:t>
                  </a:r>
                </a:p>
              </p:txBody>
            </p:sp>
          </p:grpSp>
          <p:sp>
            <p:nvSpPr>
              <p:cNvPr id="22" name="テキスト ボックス 2">
                <a:extLst>
                  <a:ext uri="{FF2B5EF4-FFF2-40B4-BE49-F238E27FC236}">
                    <a16:creationId xmlns:a16="http://schemas.microsoft.com/office/drawing/2014/main" id="{4AEFF1D2-C338-918E-A63B-BA8B7204BC8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7843" y="3424774"/>
                <a:ext cx="460228" cy="49036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rot="0" vert="horz" wrap="square" lIns="30373" tIns="15186" rIns="30373" bIns="15186" anchor="t" anchorCtr="0">
                <a:noAutofit/>
              </a:bodyPr>
              <a:lstStyle/>
              <a:p>
                <a:pPr algn="ctr" defTabSz="303742">
                  <a:defRPr/>
                </a:pPr>
                <a:r>
                  <a:rPr kumimoji="0" lang="ja-JP" altLang="en-US" sz="1200" kern="100" dirty="0">
                    <a:solidFill>
                      <a:sysClr val="windowText" lastClr="000000"/>
                    </a:solidFill>
                    <a:latin typeface="游明朝" panose="020F0502020204030204"/>
                    <a:ea typeface="游明朝" panose="02020400000000000000" pitchFamily="18" charset="-128"/>
                    <a:cs typeface="Times New Roman" panose="02020603050405020304" pitchFamily="18" charset="0"/>
                  </a:rPr>
                  <a:t>顧客</a:t>
                </a:r>
              </a:p>
            </p:txBody>
          </p:sp>
          <p:pic>
            <p:nvPicPr>
              <p:cNvPr id="21" name="グラフィックス 5" descr="子供 単色塗りつぶし">
                <a:extLst>
                  <a:ext uri="{FF2B5EF4-FFF2-40B4-BE49-F238E27FC236}">
                    <a16:creationId xmlns:a16="http://schemas.microsoft.com/office/drawing/2014/main" id="{B1437927-C9BD-9CA1-4703-0FF79676D8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63503" y="2807426"/>
                <a:ext cx="663195" cy="683818"/>
              </a:xfrm>
              <a:prstGeom prst="rect">
                <a:avLst/>
              </a:prstGeom>
            </p:spPr>
          </p:pic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C827B2FE-B625-3DCD-5E06-97713BED93FE}"/>
                  </a:ext>
                </a:extLst>
              </p:cNvPr>
              <p:cNvCxnSpPr>
                <a:cxnSpLocks/>
                <a:stCxn id="21" idx="3"/>
                <a:endCxn id="33" idx="2"/>
              </p:cNvCxnSpPr>
              <p:nvPr/>
            </p:nvCxnSpPr>
            <p:spPr>
              <a:xfrm flipV="1">
                <a:off x="826698" y="2380891"/>
                <a:ext cx="698628" cy="768444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CAB30B26-7933-1050-5A5A-7BA867DF485D}"/>
                  </a:ext>
                </a:extLst>
              </p:cNvPr>
              <p:cNvCxnSpPr>
                <a:cxnSpLocks/>
                <a:stCxn id="21" idx="3"/>
                <a:endCxn id="34" idx="2"/>
              </p:cNvCxnSpPr>
              <p:nvPr/>
            </p:nvCxnSpPr>
            <p:spPr>
              <a:xfrm flipV="1">
                <a:off x="826698" y="2943741"/>
                <a:ext cx="690580" cy="205594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5" name="直線コネクタ 24">
                <a:extLst>
                  <a:ext uri="{FF2B5EF4-FFF2-40B4-BE49-F238E27FC236}">
                    <a16:creationId xmlns:a16="http://schemas.microsoft.com/office/drawing/2014/main" id="{71785FA7-D17E-B20E-F7CA-6B0D2129BC18}"/>
                  </a:ext>
                </a:extLst>
              </p:cNvPr>
              <p:cNvCxnSpPr>
                <a:cxnSpLocks/>
                <a:stCxn id="21" idx="3"/>
                <a:endCxn id="35" idx="2"/>
              </p:cNvCxnSpPr>
              <p:nvPr/>
            </p:nvCxnSpPr>
            <p:spPr>
              <a:xfrm>
                <a:off x="826698" y="3149335"/>
                <a:ext cx="690580" cy="392031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26" name="直線コネクタ 25">
                <a:extLst>
                  <a:ext uri="{FF2B5EF4-FFF2-40B4-BE49-F238E27FC236}">
                    <a16:creationId xmlns:a16="http://schemas.microsoft.com/office/drawing/2014/main" id="{60FA31E0-65D2-8820-0E74-9829BDD59A73}"/>
                  </a:ext>
                </a:extLst>
              </p:cNvPr>
              <p:cNvCxnSpPr>
                <a:cxnSpLocks/>
                <a:stCxn id="21" idx="3"/>
                <a:endCxn id="36" idx="2"/>
              </p:cNvCxnSpPr>
              <p:nvPr/>
            </p:nvCxnSpPr>
            <p:spPr>
              <a:xfrm>
                <a:off x="826698" y="3149335"/>
                <a:ext cx="693835" cy="973894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cxnSp>
            <p:nvCxnSpPr>
              <p:cNvPr id="44" name="直線コネクタ 43">
                <a:extLst>
                  <a:ext uri="{FF2B5EF4-FFF2-40B4-BE49-F238E27FC236}">
                    <a16:creationId xmlns:a16="http://schemas.microsoft.com/office/drawing/2014/main" id="{8406CCF2-B58A-A7E5-256F-0531B4F434C0}"/>
                  </a:ext>
                </a:extLst>
              </p:cNvPr>
              <p:cNvCxnSpPr>
                <a:cxnSpLocks/>
                <a:stCxn id="36" idx="6"/>
                <a:endCxn id="146" idx="0"/>
              </p:cNvCxnSpPr>
              <p:nvPr/>
            </p:nvCxnSpPr>
            <p:spPr>
              <a:xfrm>
                <a:off x="2604258" y="4123229"/>
                <a:ext cx="151497" cy="385493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146" name="楕円 145">
                <a:extLst>
                  <a:ext uri="{FF2B5EF4-FFF2-40B4-BE49-F238E27FC236}">
                    <a16:creationId xmlns:a16="http://schemas.microsoft.com/office/drawing/2014/main" id="{8857366A-E8F4-74D3-A3BA-A24A617CDDC7}"/>
                  </a:ext>
                </a:extLst>
              </p:cNvPr>
              <p:cNvSpPr/>
              <p:nvPr/>
            </p:nvSpPr>
            <p:spPr>
              <a:xfrm>
                <a:off x="2186440" y="4508722"/>
                <a:ext cx="1138629" cy="411836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sz="1200" b="1" dirty="0"/>
                  <a:t>ユーザー情報変更</a:t>
                </a:r>
                <a:endParaRPr lang="en-US" altLang="ja-JP" sz="1200" b="1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84296C51-F85B-42C1-A35D-C0553C16B908}"/>
                </a:ext>
              </a:extLst>
            </p:cNvPr>
            <p:cNvGrpSpPr/>
            <p:nvPr/>
          </p:nvGrpSpPr>
          <p:grpSpPr>
            <a:xfrm>
              <a:off x="2017291" y="4173964"/>
              <a:ext cx="2895047" cy="4415084"/>
              <a:chOff x="5027803" y="79831"/>
              <a:chExt cx="4745397" cy="3509371"/>
            </a:xfrm>
          </p:grpSpPr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77796F6C-1F5F-F4CD-6802-389D191C864A}"/>
                  </a:ext>
                </a:extLst>
              </p:cNvPr>
              <p:cNvSpPr/>
              <p:nvPr/>
            </p:nvSpPr>
            <p:spPr>
              <a:xfrm>
                <a:off x="5027803" y="409714"/>
                <a:ext cx="4745397" cy="3179488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ja-JP" altLang="en-US" sz="1200"/>
              </a:p>
            </p:txBody>
          </p:sp>
          <p:sp>
            <p:nvSpPr>
              <p:cNvPr id="62" name="楕円 61">
                <a:extLst>
                  <a:ext uri="{FF2B5EF4-FFF2-40B4-BE49-F238E27FC236}">
                    <a16:creationId xmlns:a16="http://schemas.microsoft.com/office/drawing/2014/main" id="{C01A4882-50B8-8592-AD46-CA255E0E219B}"/>
                  </a:ext>
                </a:extLst>
              </p:cNvPr>
              <p:cNvSpPr/>
              <p:nvPr/>
            </p:nvSpPr>
            <p:spPr>
              <a:xfrm>
                <a:off x="6390257" y="521256"/>
                <a:ext cx="1835070" cy="322571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sz="1200" b="1" dirty="0"/>
                  <a:t>利用予約</a:t>
                </a:r>
                <a:endParaRPr lang="en-US" altLang="ja-JP" sz="1200" b="1" dirty="0"/>
              </a:p>
            </p:txBody>
          </p:sp>
          <p:sp>
            <p:nvSpPr>
              <p:cNvPr id="63" name="楕円 62">
                <a:extLst>
                  <a:ext uri="{FF2B5EF4-FFF2-40B4-BE49-F238E27FC236}">
                    <a16:creationId xmlns:a16="http://schemas.microsoft.com/office/drawing/2014/main" id="{C67CC81B-6D2A-7B55-8EA2-CC4DFEFCDE81}"/>
                  </a:ext>
                </a:extLst>
              </p:cNvPr>
              <p:cNvSpPr/>
              <p:nvPr/>
            </p:nvSpPr>
            <p:spPr>
              <a:xfrm>
                <a:off x="6969400" y="997411"/>
                <a:ext cx="2738733" cy="294652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sz="1200" b="1" dirty="0"/>
                  <a:t>予約キャンセル</a:t>
                </a:r>
              </a:p>
            </p:txBody>
          </p:sp>
          <p:sp>
            <p:nvSpPr>
              <p:cNvPr id="64" name="楕円 63">
                <a:extLst>
                  <a:ext uri="{FF2B5EF4-FFF2-40B4-BE49-F238E27FC236}">
                    <a16:creationId xmlns:a16="http://schemas.microsoft.com/office/drawing/2014/main" id="{3A988CD8-564A-DC8D-FF58-5FA403A477B0}"/>
                  </a:ext>
                </a:extLst>
              </p:cNvPr>
              <p:cNvSpPr/>
              <p:nvPr/>
            </p:nvSpPr>
            <p:spPr>
              <a:xfrm>
                <a:off x="6077633" y="1376209"/>
                <a:ext cx="1835070" cy="274455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sz="1200" b="1" dirty="0"/>
                  <a:t>予約変更</a:t>
                </a:r>
              </a:p>
            </p:txBody>
          </p:sp>
          <p:sp>
            <p:nvSpPr>
              <p:cNvPr id="65" name="楕円 64">
                <a:extLst>
                  <a:ext uri="{FF2B5EF4-FFF2-40B4-BE49-F238E27FC236}">
                    <a16:creationId xmlns:a16="http://schemas.microsoft.com/office/drawing/2014/main" id="{9D9407DC-13D2-A716-404A-B01ECF7494EA}"/>
                  </a:ext>
                </a:extLst>
              </p:cNvPr>
              <p:cNvSpPr/>
              <p:nvPr/>
            </p:nvSpPr>
            <p:spPr>
              <a:xfrm>
                <a:off x="5781058" y="2362022"/>
                <a:ext cx="2372966" cy="392326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sz="1200" b="1" dirty="0"/>
                  <a:t>問い合わせ</a:t>
                </a:r>
              </a:p>
            </p:txBody>
          </p:sp>
          <p:sp>
            <p:nvSpPr>
              <p:cNvPr id="66" name="楕円 65">
                <a:extLst>
                  <a:ext uri="{FF2B5EF4-FFF2-40B4-BE49-F238E27FC236}">
                    <a16:creationId xmlns:a16="http://schemas.microsoft.com/office/drawing/2014/main" id="{1303825A-8F55-FADD-0863-68B82AA687FD}"/>
                  </a:ext>
                </a:extLst>
              </p:cNvPr>
              <p:cNvSpPr/>
              <p:nvPr/>
            </p:nvSpPr>
            <p:spPr>
              <a:xfrm>
                <a:off x="5344424" y="2985776"/>
                <a:ext cx="2372966" cy="332215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sz="1200" b="1" dirty="0"/>
                  <a:t>利用履歴</a:t>
                </a:r>
              </a:p>
            </p:txBody>
          </p:sp>
          <p:cxnSp>
            <p:nvCxnSpPr>
              <p:cNvPr id="48" name="直線コネクタ 47">
                <a:extLst>
                  <a:ext uri="{FF2B5EF4-FFF2-40B4-BE49-F238E27FC236}">
                    <a16:creationId xmlns:a16="http://schemas.microsoft.com/office/drawing/2014/main" id="{F8FE0727-40C8-9443-2BEF-805EC14A2AD4}"/>
                  </a:ext>
                </a:extLst>
              </p:cNvPr>
              <p:cNvCxnSpPr>
                <a:cxnSpLocks/>
                <a:stCxn id="64" idx="6"/>
                <a:endCxn id="63" idx="4"/>
              </p:cNvCxnSpPr>
              <p:nvPr/>
            </p:nvCxnSpPr>
            <p:spPr>
              <a:xfrm flipV="1">
                <a:off x="7912703" y="1292063"/>
                <a:ext cx="426064" cy="221374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  <p:sp>
            <p:nvSpPr>
              <p:cNvPr id="60" name="テキスト ボックス 2">
                <a:extLst>
                  <a:ext uri="{FF2B5EF4-FFF2-40B4-BE49-F238E27FC236}">
                    <a16:creationId xmlns:a16="http://schemas.microsoft.com/office/drawing/2014/main" id="{FA070EE9-9076-6BD7-D254-DFDBC6220E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95509" y="79831"/>
                <a:ext cx="1524000" cy="247863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ot="0" vert="horz" wrap="square" lIns="30373" tIns="15186" rIns="30373" bIns="15186" anchor="t" anchorCtr="0">
                <a:noAutofit/>
              </a:bodyPr>
              <a:lstStyle/>
              <a:p>
                <a:pPr algn="ctr"/>
                <a:r>
                  <a:rPr lang="ja-JP" altLang="en-US" sz="1400" b="1" kern="100" dirty="0">
                    <a:ea typeface="游明朝" panose="02020400000000000000" pitchFamily="18" charset="-128"/>
                    <a:cs typeface="Times New Roman" panose="02020603050405020304" pitchFamily="18" charset="0"/>
                  </a:rPr>
                  <a:t>予約画面</a:t>
                </a:r>
              </a:p>
            </p:txBody>
          </p:sp>
          <p:sp>
            <p:nvSpPr>
              <p:cNvPr id="241" name="楕円 240">
                <a:extLst>
                  <a:ext uri="{FF2B5EF4-FFF2-40B4-BE49-F238E27FC236}">
                    <a16:creationId xmlns:a16="http://schemas.microsoft.com/office/drawing/2014/main" id="{388FFDA3-4653-492A-8F28-C3D05E2FA987}"/>
                  </a:ext>
                </a:extLst>
              </p:cNvPr>
              <p:cNvSpPr/>
              <p:nvPr/>
            </p:nvSpPr>
            <p:spPr>
              <a:xfrm>
                <a:off x="6847741" y="1947007"/>
                <a:ext cx="2917114" cy="294652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ja-JP" altLang="en-US" sz="1200" b="1" dirty="0"/>
                  <a:t>利用時間の変更</a:t>
                </a:r>
              </a:p>
            </p:txBody>
          </p:sp>
          <p:cxnSp>
            <p:nvCxnSpPr>
              <p:cNvPr id="242" name="直線コネクタ 241">
                <a:extLst>
                  <a:ext uri="{FF2B5EF4-FFF2-40B4-BE49-F238E27FC236}">
                    <a16:creationId xmlns:a16="http://schemas.microsoft.com/office/drawing/2014/main" id="{0D2F1955-EF85-4E78-B8E8-09DDB3DC4F3B}"/>
                  </a:ext>
                </a:extLst>
              </p:cNvPr>
              <p:cNvCxnSpPr>
                <a:cxnSpLocks/>
                <a:stCxn id="64" idx="6"/>
                <a:endCxn id="241" idx="0"/>
              </p:cNvCxnSpPr>
              <p:nvPr/>
            </p:nvCxnSpPr>
            <p:spPr>
              <a:xfrm>
                <a:off x="7912703" y="1513437"/>
                <a:ext cx="393595" cy="433570"/>
              </a:xfrm>
              <a:prstGeom prst="line">
                <a:avLst/>
              </a:prstGeom>
              <a:ln w="19050" cap="flat" cmpd="sng" algn="ctr">
                <a:solidFill>
                  <a:schemeClr val="accent2"/>
                </a:solidFill>
                <a:prstDash val="solid"/>
                <a:round/>
                <a:headEnd type="none" w="med" len="med"/>
                <a:tailEnd type="arrow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</p:cxnSp>
        </p:grpSp>
        <p:cxnSp>
          <p:nvCxnSpPr>
            <p:cNvPr id="41" name="直線矢印コネクタ 40">
              <a:extLst>
                <a:ext uri="{FF2B5EF4-FFF2-40B4-BE49-F238E27FC236}">
                  <a16:creationId xmlns:a16="http://schemas.microsoft.com/office/drawing/2014/main" id="{BC2F81E1-4900-41E9-A4BB-564921877559}"/>
                </a:ext>
              </a:extLst>
            </p:cNvPr>
            <p:cNvCxnSpPr>
              <a:cxnSpLocks/>
              <a:stCxn id="21" idx="3"/>
              <a:endCxn id="62" idx="2"/>
            </p:cNvCxnSpPr>
            <p:nvPr/>
          </p:nvCxnSpPr>
          <p:spPr>
            <a:xfrm>
              <a:off x="2195243" y="1917860"/>
              <a:ext cx="653247" cy="301436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6" name="直線矢印コネクタ 75">
              <a:extLst>
                <a:ext uri="{FF2B5EF4-FFF2-40B4-BE49-F238E27FC236}">
                  <a16:creationId xmlns:a16="http://schemas.microsoft.com/office/drawing/2014/main" id="{4EC760BA-DCB3-4B5C-99D7-F8D713FC43F8}"/>
                </a:ext>
              </a:extLst>
            </p:cNvPr>
            <p:cNvCxnSpPr>
              <a:cxnSpLocks/>
              <a:stCxn id="21" idx="3"/>
              <a:endCxn id="64" idx="2"/>
            </p:cNvCxnSpPr>
            <p:nvPr/>
          </p:nvCxnSpPr>
          <p:spPr>
            <a:xfrm>
              <a:off x="2195243" y="1917860"/>
              <a:ext cx="462523" cy="405970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78" name="直線矢印コネクタ 77">
              <a:extLst>
                <a:ext uri="{FF2B5EF4-FFF2-40B4-BE49-F238E27FC236}">
                  <a16:creationId xmlns:a16="http://schemas.microsoft.com/office/drawing/2014/main" id="{FD81F794-5741-4D13-9029-2AF12D4BAB62}"/>
                </a:ext>
              </a:extLst>
            </p:cNvPr>
            <p:cNvCxnSpPr>
              <a:cxnSpLocks/>
              <a:stCxn id="21" idx="3"/>
              <a:endCxn id="65" idx="2"/>
            </p:cNvCxnSpPr>
            <p:nvPr/>
          </p:nvCxnSpPr>
          <p:spPr>
            <a:xfrm>
              <a:off x="2195243" y="1917860"/>
              <a:ext cx="281590" cy="537408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80" name="直線矢印コネクタ 79">
              <a:extLst>
                <a:ext uri="{FF2B5EF4-FFF2-40B4-BE49-F238E27FC236}">
                  <a16:creationId xmlns:a16="http://schemas.microsoft.com/office/drawing/2014/main" id="{50F27806-199C-42DF-9421-F048F517174F}"/>
                </a:ext>
              </a:extLst>
            </p:cNvPr>
            <p:cNvCxnSpPr>
              <a:cxnSpLocks/>
              <a:stCxn id="21" idx="3"/>
              <a:endCxn id="66" idx="2"/>
            </p:cNvCxnSpPr>
            <p:nvPr/>
          </p:nvCxnSpPr>
          <p:spPr>
            <a:xfrm>
              <a:off x="2195243" y="1917860"/>
              <a:ext cx="15210" cy="612100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37" name="グループ化 36">
            <a:extLst>
              <a:ext uri="{FF2B5EF4-FFF2-40B4-BE49-F238E27FC236}">
                <a16:creationId xmlns:a16="http://schemas.microsoft.com/office/drawing/2014/main" id="{85C5CD8D-4D46-4215-99E0-4CC19A19F739}"/>
              </a:ext>
            </a:extLst>
          </p:cNvPr>
          <p:cNvGrpSpPr/>
          <p:nvPr/>
        </p:nvGrpSpPr>
        <p:grpSpPr>
          <a:xfrm>
            <a:off x="6878678" y="415611"/>
            <a:ext cx="7231020" cy="3456553"/>
            <a:chOff x="582760" y="2832680"/>
            <a:chExt cx="12001767" cy="4343737"/>
          </a:xfrm>
        </p:grpSpPr>
        <p:grpSp>
          <p:nvGrpSpPr>
            <p:cNvPr id="121" name="グループ化 120">
              <a:extLst>
                <a:ext uri="{FF2B5EF4-FFF2-40B4-BE49-F238E27FC236}">
                  <a16:creationId xmlns:a16="http://schemas.microsoft.com/office/drawing/2014/main" id="{7FCF12E0-2486-1258-E44E-9814B0B129A6}"/>
                </a:ext>
              </a:extLst>
            </p:cNvPr>
            <p:cNvGrpSpPr/>
            <p:nvPr/>
          </p:nvGrpSpPr>
          <p:grpSpPr>
            <a:xfrm>
              <a:off x="2688394" y="2832680"/>
              <a:ext cx="9896133" cy="4343737"/>
              <a:chOff x="3098686" y="2893405"/>
              <a:chExt cx="9896133" cy="4343737"/>
            </a:xfrm>
          </p:grpSpPr>
          <p:grpSp>
            <p:nvGrpSpPr>
              <p:cNvPr id="119" name="グループ化 118">
                <a:extLst>
                  <a:ext uri="{FF2B5EF4-FFF2-40B4-BE49-F238E27FC236}">
                    <a16:creationId xmlns:a16="http://schemas.microsoft.com/office/drawing/2014/main" id="{2A1CB5A2-230F-74F0-2DFF-9A28ECBC8E80}"/>
                  </a:ext>
                </a:extLst>
              </p:cNvPr>
              <p:cNvGrpSpPr/>
              <p:nvPr/>
            </p:nvGrpSpPr>
            <p:grpSpPr>
              <a:xfrm>
                <a:off x="3098686" y="3575838"/>
                <a:ext cx="9896133" cy="3661304"/>
                <a:chOff x="2869088" y="3375813"/>
                <a:chExt cx="9896133" cy="3661304"/>
              </a:xfrm>
            </p:grpSpPr>
            <p:sp>
              <p:nvSpPr>
                <p:cNvPr id="112" name="正方形/長方形 111">
                  <a:extLst>
                    <a:ext uri="{FF2B5EF4-FFF2-40B4-BE49-F238E27FC236}">
                      <a16:creationId xmlns:a16="http://schemas.microsoft.com/office/drawing/2014/main" id="{928F9D79-5E09-1F41-5B7D-97C9A029B547}"/>
                    </a:ext>
                  </a:extLst>
                </p:cNvPr>
                <p:cNvSpPr/>
                <p:nvPr/>
              </p:nvSpPr>
              <p:spPr>
                <a:xfrm>
                  <a:off x="2869088" y="3375813"/>
                  <a:ext cx="9896133" cy="3661304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ja-JP" altLang="en-US" sz="1200"/>
                </a:p>
              </p:txBody>
            </p:sp>
            <p:sp>
              <p:nvSpPr>
                <p:cNvPr id="113" name="楕円 112">
                  <a:extLst>
                    <a:ext uri="{FF2B5EF4-FFF2-40B4-BE49-F238E27FC236}">
                      <a16:creationId xmlns:a16="http://schemas.microsoft.com/office/drawing/2014/main" id="{4BD0CE0B-03B9-ADEC-5F1D-1F04F0E0D65F}"/>
                    </a:ext>
                  </a:extLst>
                </p:cNvPr>
                <p:cNvSpPr/>
                <p:nvPr/>
              </p:nvSpPr>
              <p:spPr>
                <a:xfrm>
                  <a:off x="4381260" y="3473233"/>
                  <a:ext cx="2623090" cy="372632"/>
                </a:xfrm>
                <a:prstGeom prst="ellipse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200" b="1" dirty="0"/>
                    <a:t>管理画面へ</a:t>
                  </a:r>
                  <a:endParaRPr lang="en-US" altLang="ja-JP" sz="1200" b="1" dirty="0"/>
                </a:p>
              </p:txBody>
            </p:sp>
            <p:sp>
              <p:nvSpPr>
                <p:cNvPr id="114" name="楕円 113">
                  <a:extLst>
                    <a:ext uri="{FF2B5EF4-FFF2-40B4-BE49-F238E27FC236}">
                      <a16:creationId xmlns:a16="http://schemas.microsoft.com/office/drawing/2014/main" id="{54036060-35EA-D0A3-BB08-BC6E4B288F3C}"/>
                    </a:ext>
                  </a:extLst>
                </p:cNvPr>
                <p:cNvSpPr/>
                <p:nvPr/>
              </p:nvSpPr>
              <p:spPr>
                <a:xfrm>
                  <a:off x="4384738" y="3977667"/>
                  <a:ext cx="3365810" cy="377938"/>
                </a:xfrm>
                <a:prstGeom prst="ellipse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200" b="1" dirty="0"/>
                    <a:t>問い合わせ対応</a:t>
                  </a:r>
                </a:p>
              </p:txBody>
            </p:sp>
            <p:sp>
              <p:nvSpPr>
                <p:cNvPr id="115" name="楕円 114">
                  <a:extLst>
                    <a:ext uri="{FF2B5EF4-FFF2-40B4-BE49-F238E27FC236}">
                      <a16:creationId xmlns:a16="http://schemas.microsoft.com/office/drawing/2014/main" id="{11C3412F-5B8C-3108-C400-EF6F21E0F0B8}"/>
                    </a:ext>
                  </a:extLst>
                </p:cNvPr>
                <p:cNvSpPr/>
                <p:nvPr/>
              </p:nvSpPr>
              <p:spPr>
                <a:xfrm>
                  <a:off x="4394205" y="4546689"/>
                  <a:ext cx="3365810" cy="378194"/>
                </a:xfrm>
                <a:prstGeom prst="ellipse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200" b="1" dirty="0"/>
                    <a:t>ポータル画面編集</a:t>
                  </a:r>
                </a:p>
              </p:txBody>
            </p:sp>
            <p:sp>
              <p:nvSpPr>
                <p:cNvPr id="116" name="楕円 115">
                  <a:extLst>
                    <a:ext uri="{FF2B5EF4-FFF2-40B4-BE49-F238E27FC236}">
                      <a16:creationId xmlns:a16="http://schemas.microsoft.com/office/drawing/2014/main" id="{8BCFDA25-0796-8E15-0C79-7E76C6080012}"/>
                    </a:ext>
                  </a:extLst>
                </p:cNvPr>
                <p:cNvSpPr/>
                <p:nvPr/>
              </p:nvSpPr>
              <p:spPr>
                <a:xfrm>
                  <a:off x="4394205" y="5106397"/>
                  <a:ext cx="3365810" cy="382169"/>
                </a:xfrm>
                <a:prstGeom prst="ellipse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200" b="1" dirty="0"/>
                    <a:t>画面表示編集</a:t>
                  </a:r>
                </a:p>
              </p:txBody>
            </p:sp>
            <p:sp>
              <p:nvSpPr>
                <p:cNvPr id="118" name="楕円 117">
                  <a:extLst>
                    <a:ext uri="{FF2B5EF4-FFF2-40B4-BE49-F238E27FC236}">
                      <a16:creationId xmlns:a16="http://schemas.microsoft.com/office/drawing/2014/main" id="{D219580A-9FC3-EB60-F432-577926CC4750}"/>
                    </a:ext>
                  </a:extLst>
                </p:cNvPr>
                <p:cNvSpPr/>
                <p:nvPr/>
              </p:nvSpPr>
              <p:spPr>
                <a:xfrm>
                  <a:off x="3418899" y="6294780"/>
                  <a:ext cx="3357241" cy="377385"/>
                </a:xfrm>
                <a:prstGeom prst="ellipse">
                  <a:avLst/>
                </a:prstGeom>
              </p:spPr>
              <p:style>
                <a:lnRef idx="2">
                  <a:schemeClr val="accent4"/>
                </a:lnRef>
                <a:fillRef idx="1">
                  <a:schemeClr val="lt1"/>
                </a:fillRef>
                <a:effectRef idx="0">
                  <a:schemeClr val="accent4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ja-JP" altLang="en-US" sz="1200" b="1" dirty="0"/>
                    <a:t>拡張機能管理</a:t>
                  </a:r>
                </a:p>
              </p:txBody>
            </p:sp>
          </p:grpSp>
          <p:sp>
            <p:nvSpPr>
              <p:cNvPr id="120" name="テキスト ボックス 119">
                <a:extLst>
                  <a:ext uri="{FF2B5EF4-FFF2-40B4-BE49-F238E27FC236}">
                    <a16:creationId xmlns:a16="http://schemas.microsoft.com/office/drawing/2014/main" id="{2FBD09BC-EE81-357F-3F2C-F16B81795B3F}"/>
                  </a:ext>
                </a:extLst>
              </p:cNvPr>
              <p:cNvSpPr txBox="1"/>
              <p:nvPr/>
            </p:nvSpPr>
            <p:spPr>
              <a:xfrm>
                <a:off x="3793472" y="2893405"/>
                <a:ext cx="2756495" cy="3867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ja-JP" altLang="en-US" sz="1400" b="1" dirty="0"/>
                  <a:t>ポータル機能</a:t>
                </a:r>
              </a:p>
            </p:txBody>
          </p:sp>
        </p:grpSp>
        <p:pic>
          <p:nvPicPr>
            <p:cNvPr id="122" name="グラフィックス 37" descr="混乱した人 単色塗りつぶし">
              <a:extLst>
                <a:ext uri="{FF2B5EF4-FFF2-40B4-BE49-F238E27FC236}">
                  <a16:creationId xmlns:a16="http://schemas.microsoft.com/office/drawing/2014/main" id="{EF322397-116A-064E-3D91-35327DE74EE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69184" y="3862694"/>
              <a:ext cx="974408" cy="824181"/>
            </a:xfrm>
            <a:prstGeom prst="rect">
              <a:avLst/>
            </a:prstGeom>
          </p:spPr>
        </p:pic>
        <p:sp>
          <p:nvSpPr>
            <p:cNvPr id="123" name="テキスト ボックス 2">
              <a:extLst>
                <a:ext uri="{FF2B5EF4-FFF2-40B4-BE49-F238E27FC236}">
                  <a16:creationId xmlns:a16="http://schemas.microsoft.com/office/drawing/2014/main" id="{62AC8C9A-90E4-A816-E47E-4F1A3E59D5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2760" y="4813587"/>
              <a:ext cx="1648171" cy="39560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vert="horz" wrap="square" lIns="30373" tIns="15186" rIns="30373" bIns="15186" anchor="t" anchorCtr="0">
              <a:noAutofit/>
            </a:bodyPr>
            <a:lstStyle/>
            <a:p>
              <a:pPr algn="ctr"/>
              <a:r>
                <a:rPr lang="ja-JP" altLang="en-US" sz="1200" kern="100" dirty="0">
                  <a:ea typeface="游明朝" panose="02020400000000000000" pitchFamily="18" charset="-128"/>
                  <a:cs typeface="Times New Roman" panose="02020603050405020304" pitchFamily="18" charset="0"/>
                </a:rPr>
                <a:t>施設管理者</a:t>
              </a:r>
            </a:p>
          </p:txBody>
        </p:sp>
        <p:cxnSp>
          <p:nvCxnSpPr>
            <p:cNvPr id="124" name="直線コネクタ 123">
              <a:extLst>
                <a:ext uri="{FF2B5EF4-FFF2-40B4-BE49-F238E27FC236}">
                  <a16:creationId xmlns:a16="http://schemas.microsoft.com/office/drawing/2014/main" id="{E03EB97F-3673-1743-2B51-BD16B8D14B4B}"/>
                </a:ext>
              </a:extLst>
            </p:cNvPr>
            <p:cNvCxnSpPr>
              <a:cxnSpLocks/>
              <a:stCxn id="122" idx="3"/>
              <a:endCxn id="114" idx="2"/>
            </p:cNvCxnSpPr>
            <p:nvPr/>
          </p:nvCxnSpPr>
          <p:spPr>
            <a:xfrm>
              <a:off x="1843591" y="4274785"/>
              <a:ext cx="2360453" cy="31152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5" name="直線コネクタ 124">
              <a:extLst>
                <a:ext uri="{FF2B5EF4-FFF2-40B4-BE49-F238E27FC236}">
                  <a16:creationId xmlns:a16="http://schemas.microsoft.com/office/drawing/2014/main" id="{E43DD955-E6BB-1B8C-001F-A761717D0645}"/>
                </a:ext>
              </a:extLst>
            </p:cNvPr>
            <p:cNvCxnSpPr>
              <a:cxnSpLocks/>
              <a:stCxn id="122" idx="3"/>
              <a:endCxn id="113" idx="2"/>
            </p:cNvCxnSpPr>
            <p:nvPr/>
          </p:nvCxnSpPr>
          <p:spPr>
            <a:xfrm flipV="1">
              <a:off x="1843591" y="3798850"/>
              <a:ext cx="2356975" cy="475935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6" name="直線コネクタ 125">
              <a:extLst>
                <a:ext uri="{FF2B5EF4-FFF2-40B4-BE49-F238E27FC236}">
                  <a16:creationId xmlns:a16="http://schemas.microsoft.com/office/drawing/2014/main" id="{EF5F66C1-9FE4-17EA-B09A-5B94800D193B}"/>
                </a:ext>
              </a:extLst>
            </p:cNvPr>
            <p:cNvCxnSpPr>
              <a:cxnSpLocks/>
              <a:stCxn id="122" idx="3"/>
              <a:endCxn id="116" idx="2"/>
            </p:cNvCxnSpPr>
            <p:nvPr/>
          </p:nvCxnSpPr>
          <p:spPr>
            <a:xfrm>
              <a:off x="1843591" y="4274785"/>
              <a:ext cx="2369920" cy="1161997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7" name="直線コネクタ 126">
              <a:extLst>
                <a:ext uri="{FF2B5EF4-FFF2-40B4-BE49-F238E27FC236}">
                  <a16:creationId xmlns:a16="http://schemas.microsoft.com/office/drawing/2014/main" id="{0A338677-7DD2-9971-A58E-155C8A3ACD3F}"/>
                </a:ext>
              </a:extLst>
            </p:cNvPr>
            <p:cNvCxnSpPr>
              <a:cxnSpLocks/>
              <a:stCxn id="122" idx="3"/>
              <a:endCxn id="115" idx="2"/>
            </p:cNvCxnSpPr>
            <p:nvPr/>
          </p:nvCxnSpPr>
          <p:spPr>
            <a:xfrm>
              <a:off x="1843591" y="4274785"/>
              <a:ext cx="2369920" cy="600301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8" name="直線コネクタ 127">
              <a:extLst>
                <a:ext uri="{FF2B5EF4-FFF2-40B4-BE49-F238E27FC236}">
                  <a16:creationId xmlns:a16="http://schemas.microsoft.com/office/drawing/2014/main" id="{60A204A2-CF1A-5CF9-C767-3F70C424187E}"/>
                </a:ext>
              </a:extLst>
            </p:cNvPr>
            <p:cNvCxnSpPr>
              <a:cxnSpLocks/>
              <a:stCxn id="122" idx="3"/>
              <a:endCxn id="11" idx="2"/>
            </p:cNvCxnSpPr>
            <p:nvPr/>
          </p:nvCxnSpPr>
          <p:spPr>
            <a:xfrm>
              <a:off x="1843591" y="4274785"/>
              <a:ext cx="2369022" cy="1736562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29" name="直線コネクタ 128">
              <a:extLst>
                <a:ext uri="{FF2B5EF4-FFF2-40B4-BE49-F238E27FC236}">
                  <a16:creationId xmlns:a16="http://schemas.microsoft.com/office/drawing/2014/main" id="{29E23BBF-1D43-5A02-5818-60F236411D2E}"/>
                </a:ext>
              </a:extLst>
            </p:cNvPr>
            <p:cNvCxnSpPr>
              <a:cxnSpLocks/>
              <a:stCxn id="135" idx="3"/>
              <a:endCxn id="118" idx="2"/>
            </p:cNvCxnSpPr>
            <p:nvPr/>
          </p:nvCxnSpPr>
          <p:spPr>
            <a:xfrm>
              <a:off x="1633595" y="5820616"/>
              <a:ext cx="1604611" cy="802156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135" name="グラフィックス 54" descr="コール センター 単色塗りつぶし">
              <a:extLst>
                <a:ext uri="{FF2B5EF4-FFF2-40B4-BE49-F238E27FC236}">
                  <a16:creationId xmlns:a16="http://schemas.microsoft.com/office/drawing/2014/main" id="{03D60A71-3CE1-ADAF-9A0D-FC98384029B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19195" y="5363416"/>
              <a:ext cx="914400" cy="914400"/>
            </a:xfrm>
            <a:prstGeom prst="rect">
              <a:avLst/>
            </a:prstGeom>
          </p:spPr>
        </p:pic>
        <p:sp>
          <p:nvSpPr>
            <p:cNvPr id="136" name="テキスト ボックス 2">
              <a:extLst>
                <a:ext uri="{FF2B5EF4-FFF2-40B4-BE49-F238E27FC236}">
                  <a16:creationId xmlns:a16="http://schemas.microsoft.com/office/drawing/2014/main" id="{F37E1085-4036-FAC7-4D35-E93F773DD1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3480" y="6282323"/>
              <a:ext cx="1181484" cy="43641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vert="horz" wrap="square" lIns="30373" tIns="15186" rIns="30373" bIns="15186" anchor="t" anchorCtr="0">
              <a:noAutofit/>
            </a:bodyPr>
            <a:lstStyle/>
            <a:p>
              <a:pPr algn="ctr"/>
              <a:r>
                <a:rPr lang="ja-JP" altLang="en-US" sz="1200" kern="100" dirty="0">
                  <a:ea typeface="游明朝" panose="02020400000000000000" pitchFamily="18" charset="-128"/>
                  <a:cs typeface="Times New Roman" panose="02020603050405020304" pitchFamily="18" charset="0"/>
                </a:rPr>
                <a:t>開発者　</a:t>
              </a:r>
            </a:p>
          </p:txBody>
        </p:sp>
        <p:sp>
          <p:nvSpPr>
            <p:cNvPr id="11" name="楕円 10">
              <a:extLst>
                <a:ext uri="{FF2B5EF4-FFF2-40B4-BE49-F238E27FC236}">
                  <a16:creationId xmlns:a16="http://schemas.microsoft.com/office/drawing/2014/main" id="{A383CD28-0D71-30CE-69BA-BD77255D2819}"/>
                </a:ext>
              </a:extLst>
            </p:cNvPr>
            <p:cNvSpPr/>
            <p:nvPr/>
          </p:nvSpPr>
          <p:spPr>
            <a:xfrm>
              <a:off x="4212613" y="5822655"/>
              <a:ext cx="3357240" cy="377385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/>
                <a:t>拡張機能編集</a:t>
              </a:r>
            </a:p>
          </p:txBody>
        </p:sp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95006396-5771-2413-5CCD-8C45C1C68910}"/>
                </a:ext>
              </a:extLst>
            </p:cNvPr>
            <p:cNvCxnSpPr>
              <a:cxnSpLocks/>
              <a:stCxn id="118" idx="1"/>
              <a:endCxn id="11" idx="2"/>
            </p:cNvCxnSpPr>
            <p:nvPr/>
          </p:nvCxnSpPr>
          <p:spPr>
            <a:xfrm flipV="1">
              <a:off x="3729862" y="6011347"/>
              <a:ext cx="482751" cy="478000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cxnSp>
        <p:nvCxnSpPr>
          <p:cNvPr id="397" name="コネクタ: カギ線 396">
            <a:extLst>
              <a:ext uri="{FF2B5EF4-FFF2-40B4-BE49-F238E27FC236}">
                <a16:creationId xmlns:a16="http://schemas.microsoft.com/office/drawing/2014/main" id="{6EAFF99D-EF5A-49AF-95CF-EBADC2CBC49D}"/>
              </a:ext>
            </a:extLst>
          </p:cNvPr>
          <p:cNvCxnSpPr>
            <a:cxnSpLocks/>
            <a:stCxn id="122" idx="1"/>
            <a:endCxn id="375" idx="1"/>
          </p:cNvCxnSpPr>
          <p:nvPr/>
        </p:nvCxnSpPr>
        <p:spPr>
          <a:xfrm rot="10800000" flipV="1">
            <a:off x="5704247" y="1563173"/>
            <a:ext cx="1347001" cy="3417135"/>
          </a:xfrm>
          <a:prstGeom prst="bentConnector3">
            <a:avLst>
              <a:gd name="adj1" fmla="val 116971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8" name="テキスト ボックス 397">
            <a:extLst>
              <a:ext uri="{FF2B5EF4-FFF2-40B4-BE49-F238E27FC236}">
                <a16:creationId xmlns:a16="http://schemas.microsoft.com/office/drawing/2014/main" id="{F540B7B3-C583-47BA-A2F3-4386AF659D78}"/>
              </a:ext>
            </a:extLst>
          </p:cNvPr>
          <p:cNvSpPr txBox="1"/>
          <p:nvPr/>
        </p:nvSpPr>
        <p:spPr>
          <a:xfrm>
            <a:off x="5583151" y="3540630"/>
            <a:ext cx="6108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dirty="0"/>
              <a:t>同一</a:t>
            </a:r>
          </a:p>
        </p:txBody>
      </p:sp>
      <p:grpSp>
        <p:nvGrpSpPr>
          <p:cNvPr id="181" name="グループ化 180">
            <a:extLst>
              <a:ext uri="{FF2B5EF4-FFF2-40B4-BE49-F238E27FC236}">
                <a16:creationId xmlns:a16="http://schemas.microsoft.com/office/drawing/2014/main" id="{0CFCCB0F-1E98-4DBA-A23E-3021402630C4}"/>
              </a:ext>
            </a:extLst>
          </p:cNvPr>
          <p:cNvGrpSpPr/>
          <p:nvPr/>
        </p:nvGrpSpPr>
        <p:grpSpPr>
          <a:xfrm>
            <a:off x="5521377" y="3922968"/>
            <a:ext cx="8603756" cy="5865757"/>
            <a:chOff x="4644734" y="4575201"/>
            <a:chExt cx="8603756" cy="5865757"/>
          </a:xfrm>
        </p:grpSpPr>
        <p:sp>
          <p:nvSpPr>
            <p:cNvPr id="147" name="テキスト ボックス 146">
              <a:extLst>
                <a:ext uri="{FF2B5EF4-FFF2-40B4-BE49-F238E27FC236}">
                  <a16:creationId xmlns:a16="http://schemas.microsoft.com/office/drawing/2014/main" id="{7FF71DFD-CDBD-1B97-3CC0-79460735F4F0}"/>
                </a:ext>
              </a:extLst>
            </p:cNvPr>
            <p:cNvSpPr txBox="1"/>
            <p:nvPr/>
          </p:nvSpPr>
          <p:spPr>
            <a:xfrm>
              <a:off x="6218574" y="4575201"/>
              <a:ext cx="197861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1400" b="1" dirty="0"/>
                <a:t>管理者画面</a:t>
              </a:r>
            </a:p>
          </p:txBody>
        </p:sp>
        <p:sp>
          <p:nvSpPr>
            <p:cNvPr id="143" name="正方形/長方形 142">
              <a:extLst>
                <a:ext uri="{FF2B5EF4-FFF2-40B4-BE49-F238E27FC236}">
                  <a16:creationId xmlns:a16="http://schemas.microsoft.com/office/drawing/2014/main" id="{8EC6103F-6876-F104-44BA-06CAA2E69754}"/>
                </a:ext>
              </a:extLst>
            </p:cNvPr>
            <p:cNvSpPr/>
            <p:nvPr/>
          </p:nvSpPr>
          <p:spPr>
            <a:xfrm>
              <a:off x="6022965" y="4920212"/>
              <a:ext cx="7225525" cy="552074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ja-JP" altLang="en-US" sz="1200" dirty="0"/>
            </a:p>
          </p:txBody>
        </p:sp>
        <p:cxnSp>
          <p:nvCxnSpPr>
            <p:cNvPr id="106" name="直線コネクタ 105">
              <a:extLst>
                <a:ext uri="{FF2B5EF4-FFF2-40B4-BE49-F238E27FC236}">
                  <a16:creationId xmlns:a16="http://schemas.microsoft.com/office/drawing/2014/main" id="{0B2CABFC-FF32-4669-9824-CB6A72B40FBC}"/>
                </a:ext>
              </a:extLst>
            </p:cNvPr>
            <p:cNvCxnSpPr>
              <a:cxnSpLocks/>
              <a:stCxn id="375" idx="3"/>
              <a:endCxn id="107" idx="2"/>
            </p:cNvCxnSpPr>
            <p:nvPr/>
          </p:nvCxnSpPr>
          <p:spPr>
            <a:xfrm>
              <a:off x="5482156" y="5632542"/>
              <a:ext cx="1018548" cy="1152237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7" name="楕円 106">
              <a:extLst>
                <a:ext uri="{FF2B5EF4-FFF2-40B4-BE49-F238E27FC236}">
                  <a16:creationId xmlns:a16="http://schemas.microsoft.com/office/drawing/2014/main" id="{29BF79B5-BC05-4C1C-A5A2-BFE5F65F79FE}"/>
                </a:ext>
              </a:extLst>
            </p:cNvPr>
            <p:cNvSpPr/>
            <p:nvPr/>
          </p:nvSpPr>
          <p:spPr>
            <a:xfrm>
              <a:off x="6500704" y="6622578"/>
              <a:ext cx="1819114" cy="324402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/>
                <a:t>施設情報の編集</a:t>
              </a:r>
            </a:p>
          </p:txBody>
        </p:sp>
        <p:cxnSp>
          <p:nvCxnSpPr>
            <p:cNvPr id="108" name="直線コネクタ 107">
              <a:extLst>
                <a:ext uri="{FF2B5EF4-FFF2-40B4-BE49-F238E27FC236}">
                  <a16:creationId xmlns:a16="http://schemas.microsoft.com/office/drawing/2014/main" id="{2B2C1266-06EA-4056-9FDC-C954E6D8CCBE}"/>
                </a:ext>
              </a:extLst>
            </p:cNvPr>
            <p:cNvCxnSpPr>
              <a:cxnSpLocks/>
              <a:stCxn id="375" idx="3"/>
              <a:endCxn id="109" idx="2"/>
            </p:cNvCxnSpPr>
            <p:nvPr/>
          </p:nvCxnSpPr>
          <p:spPr>
            <a:xfrm>
              <a:off x="5482156" y="5632542"/>
              <a:ext cx="1018548" cy="16556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09" name="楕円 108">
              <a:extLst>
                <a:ext uri="{FF2B5EF4-FFF2-40B4-BE49-F238E27FC236}">
                  <a16:creationId xmlns:a16="http://schemas.microsoft.com/office/drawing/2014/main" id="{35599E04-C50D-4122-AB17-8340F2EB89B9}"/>
                </a:ext>
              </a:extLst>
            </p:cNvPr>
            <p:cNvSpPr/>
            <p:nvPr/>
          </p:nvSpPr>
          <p:spPr>
            <a:xfrm>
              <a:off x="6500704" y="5473903"/>
              <a:ext cx="1819114" cy="350390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/>
                <a:t>予約情報の編集</a:t>
              </a:r>
            </a:p>
          </p:txBody>
        </p:sp>
        <p:cxnSp>
          <p:nvCxnSpPr>
            <p:cNvPr id="130" name="直線コネクタ 129">
              <a:extLst>
                <a:ext uri="{FF2B5EF4-FFF2-40B4-BE49-F238E27FC236}">
                  <a16:creationId xmlns:a16="http://schemas.microsoft.com/office/drawing/2014/main" id="{0F62873A-5D81-4306-BC1E-F012D79FBE1E}"/>
                </a:ext>
              </a:extLst>
            </p:cNvPr>
            <p:cNvCxnSpPr>
              <a:cxnSpLocks/>
              <a:stCxn id="375" idx="3"/>
              <a:endCxn id="131" idx="2"/>
            </p:cNvCxnSpPr>
            <p:nvPr/>
          </p:nvCxnSpPr>
          <p:spPr>
            <a:xfrm>
              <a:off x="5482156" y="5632542"/>
              <a:ext cx="1011385" cy="3719851"/>
            </a:xfrm>
            <a:prstGeom prst="line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31" name="楕円 130">
              <a:extLst>
                <a:ext uri="{FF2B5EF4-FFF2-40B4-BE49-F238E27FC236}">
                  <a16:creationId xmlns:a16="http://schemas.microsoft.com/office/drawing/2014/main" id="{D5C270F5-F456-4EA9-A708-F4AE437F5496}"/>
                </a:ext>
              </a:extLst>
            </p:cNvPr>
            <p:cNvSpPr/>
            <p:nvPr/>
          </p:nvSpPr>
          <p:spPr>
            <a:xfrm>
              <a:off x="6493541" y="9193412"/>
              <a:ext cx="1810954" cy="317961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/>
                <a:t>備品情報の編集</a:t>
              </a:r>
            </a:p>
          </p:txBody>
        </p:sp>
        <p:sp>
          <p:nvSpPr>
            <p:cNvPr id="161" name="楕円 160">
              <a:extLst>
                <a:ext uri="{FF2B5EF4-FFF2-40B4-BE49-F238E27FC236}">
                  <a16:creationId xmlns:a16="http://schemas.microsoft.com/office/drawing/2014/main" id="{9F20A0A3-2478-498C-9530-6802F61C6290}"/>
                </a:ext>
              </a:extLst>
            </p:cNvPr>
            <p:cNvSpPr/>
            <p:nvPr/>
          </p:nvSpPr>
          <p:spPr>
            <a:xfrm>
              <a:off x="6491668" y="7758888"/>
              <a:ext cx="1828150" cy="323642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/>
                <a:t>料金情報の編集</a:t>
              </a:r>
            </a:p>
          </p:txBody>
        </p:sp>
        <p:cxnSp>
          <p:nvCxnSpPr>
            <p:cNvPr id="175" name="直線矢印コネクタ 174">
              <a:extLst>
                <a:ext uri="{FF2B5EF4-FFF2-40B4-BE49-F238E27FC236}">
                  <a16:creationId xmlns:a16="http://schemas.microsoft.com/office/drawing/2014/main" id="{10907349-D517-429B-B66D-4DECF48B70DF}"/>
                </a:ext>
              </a:extLst>
            </p:cNvPr>
            <p:cNvCxnSpPr>
              <a:cxnSpLocks/>
              <a:stCxn id="375" idx="3"/>
              <a:endCxn id="161" idx="2"/>
            </p:cNvCxnSpPr>
            <p:nvPr/>
          </p:nvCxnSpPr>
          <p:spPr>
            <a:xfrm>
              <a:off x="5482156" y="5632542"/>
              <a:ext cx="1009512" cy="2288167"/>
            </a:xfrm>
            <a:prstGeom prst="straightConnector1">
              <a:avLst/>
            </a:prstGeom>
            <a:ln w="19050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pic>
          <p:nvPicPr>
            <p:cNvPr id="375" name="グラフィックス 37" descr="混乱した人 単色塗りつぶし">
              <a:extLst>
                <a:ext uri="{FF2B5EF4-FFF2-40B4-BE49-F238E27FC236}">
                  <a16:creationId xmlns:a16="http://schemas.microsoft.com/office/drawing/2014/main" id="{9684F362-D4A5-4B24-B913-3DEC40DFF9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827603" y="5268723"/>
              <a:ext cx="654553" cy="727638"/>
            </a:xfrm>
            <a:prstGeom prst="rect">
              <a:avLst/>
            </a:prstGeom>
          </p:spPr>
        </p:pic>
        <p:sp>
          <p:nvSpPr>
            <p:cNvPr id="400" name="テキスト ボックス 2">
              <a:extLst>
                <a:ext uri="{FF2B5EF4-FFF2-40B4-BE49-F238E27FC236}">
                  <a16:creationId xmlns:a16="http://schemas.microsoft.com/office/drawing/2014/main" id="{055BFAE1-86EF-409E-8D46-48351B405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4734" y="6159888"/>
              <a:ext cx="1071101" cy="276998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ot="0" vert="horz" wrap="square" lIns="30373" tIns="15186" rIns="30373" bIns="15186" anchor="t" anchorCtr="0">
              <a:noAutofit/>
            </a:bodyPr>
            <a:lstStyle/>
            <a:p>
              <a:pPr algn="ctr"/>
              <a:r>
                <a:rPr lang="ja-JP" altLang="en-US" sz="1200" kern="100" dirty="0">
                  <a:ea typeface="游明朝" panose="02020400000000000000" pitchFamily="18" charset="-128"/>
                  <a:cs typeface="Times New Roman" panose="02020603050405020304" pitchFamily="18" charset="0"/>
                </a:rPr>
                <a:t>施設管理者</a:t>
              </a:r>
            </a:p>
          </p:txBody>
        </p:sp>
        <p:sp>
          <p:nvSpPr>
            <p:cNvPr id="84" name="楕円 83">
              <a:extLst>
                <a:ext uri="{FF2B5EF4-FFF2-40B4-BE49-F238E27FC236}">
                  <a16:creationId xmlns:a16="http://schemas.microsoft.com/office/drawing/2014/main" id="{F5B0065B-4046-4DFF-92E6-AE195869FCC4}"/>
                </a:ext>
              </a:extLst>
            </p:cNvPr>
            <p:cNvSpPr/>
            <p:nvPr/>
          </p:nvSpPr>
          <p:spPr>
            <a:xfrm>
              <a:off x="9174652" y="5488577"/>
              <a:ext cx="1828151" cy="318857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/>
                <a:t>予約情報の変更</a:t>
              </a:r>
            </a:p>
          </p:txBody>
        </p:sp>
        <p:sp>
          <p:nvSpPr>
            <p:cNvPr id="85" name="楕円 84">
              <a:extLst>
                <a:ext uri="{FF2B5EF4-FFF2-40B4-BE49-F238E27FC236}">
                  <a16:creationId xmlns:a16="http://schemas.microsoft.com/office/drawing/2014/main" id="{AC9B9920-FE54-4F37-8101-B8D51F743FE4}"/>
                </a:ext>
              </a:extLst>
            </p:cNvPr>
            <p:cNvSpPr/>
            <p:nvPr/>
          </p:nvSpPr>
          <p:spPr>
            <a:xfrm>
              <a:off x="9193149" y="5946956"/>
              <a:ext cx="1805134" cy="324402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/>
                <a:t>予約情報の削除</a:t>
              </a:r>
            </a:p>
          </p:txBody>
        </p:sp>
        <p:sp>
          <p:nvSpPr>
            <p:cNvPr id="86" name="楕円 85">
              <a:extLst>
                <a:ext uri="{FF2B5EF4-FFF2-40B4-BE49-F238E27FC236}">
                  <a16:creationId xmlns:a16="http://schemas.microsoft.com/office/drawing/2014/main" id="{178D4054-131F-4E84-8CB2-6FBD166BE074}"/>
                </a:ext>
              </a:extLst>
            </p:cNvPr>
            <p:cNvSpPr/>
            <p:nvPr/>
          </p:nvSpPr>
          <p:spPr>
            <a:xfrm>
              <a:off x="9186160" y="5040453"/>
              <a:ext cx="1819113" cy="317632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/>
                <a:t>予約情報の追加</a:t>
              </a:r>
            </a:p>
          </p:txBody>
        </p:sp>
        <p:cxnSp>
          <p:nvCxnSpPr>
            <p:cNvPr id="56" name="直線矢印コネクタ 55">
              <a:extLst>
                <a:ext uri="{FF2B5EF4-FFF2-40B4-BE49-F238E27FC236}">
                  <a16:creationId xmlns:a16="http://schemas.microsoft.com/office/drawing/2014/main" id="{95D6ECFC-9C16-417C-8024-0D3827D3A191}"/>
                </a:ext>
              </a:extLst>
            </p:cNvPr>
            <p:cNvCxnSpPr>
              <a:cxnSpLocks/>
              <a:stCxn id="109" idx="6"/>
              <a:endCxn id="86" idx="2"/>
            </p:cNvCxnSpPr>
            <p:nvPr/>
          </p:nvCxnSpPr>
          <p:spPr>
            <a:xfrm flipV="1">
              <a:off x="8319818" y="5199269"/>
              <a:ext cx="866342" cy="44982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0" name="直線矢印コネクタ 109">
              <a:extLst>
                <a:ext uri="{FF2B5EF4-FFF2-40B4-BE49-F238E27FC236}">
                  <a16:creationId xmlns:a16="http://schemas.microsoft.com/office/drawing/2014/main" id="{C8362549-F773-4304-95B7-4BE4A771E693}"/>
                </a:ext>
              </a:extLst>
            </p:cNvPr>
            <p:cNvCxnSpPr>
              <a:cxnSpLocks/>
              <a:stCxn id="109" idx="6"/>
              <a:endCxn id="84" idx="2"/>
            </p:cNvCxnSpPr>
            <p:nvPr/>
          </p:nvCxnSpPr>
          <p:spPr>
            <a:xfrm flipV="1">
              <a:off x="8319818" y="5648006"/>
              <a:ext cx="854834" cy="109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1" name="直線矢印コネクタ 110">
              <a:extLst>
                <a:ext uri="{FF2B5EF4-FFF2-40B4-BE49-F238E27FC236}">
                  <a16:creationId xmlns:a16="http://schemas.microsoft.com/office/drawing/2014/main" id="{0432D726-C7A1-41E3-ADCA-E1FFB59CC8D5}"/>
                </a:ext>
              </a:extLst>
            </p:cNvPr>
            <p:cNvCxnSpPr>
              <a:cxnSpLocks/>
              <a:stCxn id="109" idx="6"/>
              <a:endCxn id="85" idx="2"/>
            </p:cNvCxnSpPr>
            <p:nvPr/>
          </p:nvCxnSpPr>
          <p:spPr>
            <a:xfrm>
              <a:off x="8319818" y="5649098"/>
              <a:ext cx="873331" cy="46005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17" name="楕円 116">
              <a:extLst>
                <a:ext uri="{FF2B5EF4-FFF2-40B4-BE49-F238E27FC236}">
                  <a16:creationId xmlns:a16="http://schemas.microsoft.com/office/drawing/2014/main" id="{188AB990-798E-442B-9CE6-DDF48B5BBF74}"/>
                </a:ext>
              </a:extLst>
            </p:cNvPr>
            <p:cNvSpPr/>
            <p:nvPr/>
          </p:nvSpPr>
          <p:spPr>
            <a:xfrm>
              <a:off x="10238519" y="6438311"/>
              <a:ext cx="1828150" cy="324402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/>
                <a:t>施設情報の追加</a:t>
              </a:r>
            </a:p>
          </p:txBody>
        </p:sp>
        <p:sp>
          <p:nvSpPr>
            <p:cNvPr id="132" name="楕円 131">
              <a:extLst>
                <a:ext uri="{FF2B5EF4-FFF2-40B4-BE49-F238E27FC236}">
                  <a16:creationId xmlns:a16="http://schemas.microsoft.com/office/drawing/2014/main" id="{E226B775-6A98-47D7-96C6-A33498FC63FC}"/>
                </a:ext>
              </a:extLst>
            </p:cNvPr>
            <p:cNvSpPr/>
            <p:nvPr/>
          </p:nvSpPr>
          <p:spPr>
            <a:xfrm>
              <a:off x="10194386" y="6909457"/>
              <a:ext cx="1828150" cy="318658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/>
                <a:t>施設情報の変更</a:t>
              </a:r>
            </a:p>
          </p:txBody>
        </p:sp>
        <p:sp>
          <p:nvSpPr>
            <p:cNvPr id="133" name="楕円 132">
              <a:extLst>
                <a:ext uri="{FF2B5EF4-FFF2-40B4-BE49-F238E27FC236}">
                  <a16:creationId xmlns:a16="http://schemas.microsoft.com/office/drawing/2014/main" id="{1B094D10-E63C-4BFC-B01C-B83E65BEF418}"/>
                </a:ext>
              </a:extLst>
            </p:cNvPr>
            <p:cNvSpPr/>
            <p:nvPr/>
          </p:nvSpPr>
          <p:spPr>
            <a:xfrm>
              <a:off x="10174295" y="7446213"/>
              <a:ext cx="1828150" cy="314952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/>
                <a:t>施設情報の削除</a:t>
              </a:r>
            </a:p>
          </p:txBody>
        </p:sp>
        <p:cxnSp>
          <p:nvCxnSpPr>
            <p:cNvPr id="134" name="直線矢印コネクタ 133">
              <a:extLst>
                <a:ext uri="{FF2B5EF4-FFF2-40B4-BE49-F238E27FC236}">
                  <a16:creationId xmlns:a16="http://schemas.microsoft.com/office/drawing/2014/main" id="{CF0B749D-3D93-4A39-86D3-C15855C6B3F3}"/>
                </a:ext>
              </a:extLst>
            </p:cNvPr>
            <p:cNvCxnSpPr>
              <a:cxnSpLocks/>
              <a:stCxn id="107" idx="6"/>
              <a:endCxn id="133" idx="2"/>
            </p:cNvCxnSpPr>
            <p:nvPr/>
          </p:nvCxnSpPr>
          <p:spPr>
            <a:xfrm>
              <a:off x="8319818" y="6784779"/>
              <a:ext cx="1854477" cy="8189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7" name="直線矢印コネクタ 136">
              <a:extLst>
                <a:ext uri="{FF2B5EF4-FFF2-40B4-BE49-F238E27FC236}">
                  <a16:creationId xmlns:a16="http://schemas.microsoft.com/office/drawing/2014/main" id="{366A4CFE-29B5-444A-9CE8-F97F14C35013}"/>
                </a:ext>
              </a:extLst>
            </p:cNvPr>
            <p:cNvCxnSpPr>
              <a:cxnSpLocks/>
              <a:stCxn id="107" idx="6"/>
              <a:endCxn id="132" idx="2"/>
            </p:cNvCxnSpPr>
            <p:nvPr/>
          </p:nvCxnSpPr>
          <p:spPr>
            <a:xfrm>
              <a:off x="8319818" y="6784779"/>
              <a:ext cx="1874568" cy="2840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8" name="直線矢印コネクタ 137">
              <a:extLst>
                <a:ext uri="{FF2B5EF4-FFF2-40B4-BE49-F238E27FC236}">
                  <a16:creationId xmlns:a16="http://schemas.microsoft.com/office/drawing/2014/main" id="{728139F9-BEE8-4A48-A1CA-6B71A7B35023}"/>
                </a:ext>
              </a:extLst>
            </p:cNvPr>
            <p:cNvCxnSpPr>
              <a:cxnSpLocks/>
              <a:stCxn id="107" idx="6"/>
              <a:endCxn id="117" idx="2"/>
            </p:cNvCxnSpPr>
            <p:nvPr/>
          </p:nvCxnSpPr>
          <p:spPr>
            <a:xfrm flipV="1">
              <a:off x="8319818" y="6600512"/>
              <a:ext cx="1918701" cy="18426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49" name="楕円 148">
              <a:extLst>
                <a:ext uri="{FF2B5EF4-FFF2-40B4-BE49-F238E27FC236}">
                  <a16:creationId xmlns:a16="http://schemas.microsoft.com/office/drawing/2014/main" id="{5F6677E9-8E2D-4784-8317-D07B54A1C070}"/>
                </a:ext>
              </a:extLst>
            </p:cNvPr>
            <p:cNvSpPr/>
            <p:nvPr/>
          </p:nvSpPr>
          <p:spPr>
            <a:xfrm>
              <a:off x="11013265" y="8068989"/>
              <a:ext cx="1800734" cy="353311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/>
                <a:t>部屋料金の編集</a:t>
              </a:r>
            </a:p>
          </p:txBody>
        </p:sp>
        <p:sp>
          <p:nvSpPr>
            <p:cNvPr id="150" name="楕円 149">
              <a:extLst>
                <a:ext uri="{FF2B5EF4-FFF2-40B4-BE49-F238E27FC236}">
                  <a16:creationId xmlns:a16="http://schemas.microsoft.com/office/drawing/2014/main" id="{4191EF1D-26FF-4E10-B51A-F66ABBA42F8A}"/>
                </a:ext>
              </a:extLst>
            </p:cNvPr>
            <p:cNvSpPr/>
            <p:nvPr/>
          </p:nvSpPr>
          <p:spPr>
            <a:xfrm>
              <a:off x="11027283" y="8632802"/>
              <a:ext cx="1800734" cy="353311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/>
                <a:t>備品料金の編集</a:t>
              </a:r>
            </a:p>
          </p:txBody>
        </p:sp>
        <p:cxnSp>
          <p:nvCxnSpPr>
            <p:cNvPr id="159" name="直線矢印コネクタ 158">
              <a:extLst>
                <a:ext uri="{FF2B5EF4-FFF2-40B4-BE49-F238E27FC236}">
                  <a16:creationId xmlns:a16="http://schemas.microsoft.com/office/drawing/2014/main" id="{CAA93D32-579C-4870-BBA4-533BF5640421}"/>
                </a:ext>
              </a:extLst>
            </p:cNvPr>
            <p:cNvCxnSpPr>
              <a:cxnSpLocks/>
              <a:stCxn id="161" idx="6"/>
              <a:endCxn id="149" idx="2"/>
            </p:cNvCxnSpPr>
            <p:nvPr/>
          </p:nvCxnSpPr>
          <p:spPr>
            <a:xfrm>
              <a:off x="8319818" y="7920709"/>
              <a:ext cx="2693447" cy="32493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0" name="直線矢印コネクタ 159">
              <a:extLst>
                <a:ext uri="{FF2B5EF4-FFF2-40B4-BE49-F238E27FC236}">
                  <a16:creationId xmlns:a16="http://schemas.microsoft.com/office/drawing/2014/main" id="{2B4412D5-A8A4-4AE8-AFAD-005BCD835303}"/>
                </a:ext>
              </a:extLst>
            </p:cNvPr>
            <p:cNvCxnSpPr>
              <a:cxnSpLocks/>
              <a:stCxn id="161" idx="6"/>
              <a:endCxn id="150" idx="2"/>
            </p:cNvCxnSpPr>
            <p:nvPr/>
          </p:nvCxnSpPr>
          <p:spPr>
            <a:xfrm>
              <a:off x="8319818" y="7920709"/>
              <a:ext cx="2707465" cy="8887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65" name="楕円 164">
              <a:extLst>
                <a:ext uri="{FF2B5EF4-FFF2-40B4-BE49-F238E27FC236}">
                  <a16:creationId xmlns:a16="http://schemas.microsoft.com/office/drawing/2014/main" id="{9F09E00F-5213-4A66-AFD0-3B32C89A9422}"/>
                </a:ext>
              </a:extLst>
            </p:cNvPr>
            <p:cNvSpPr/>
            <p:nvPr/>
          </p:nvSpPr>
          <p:spPr>
            <a:xfrm>
              <a:off x="8884217" y="8804476"/>
              <a:ext cx="1872661" cy="333606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/>
                <a:t>備品情報の追加</a:t>
              </a:r>
            </a:p>
          </p:txBody>
        </p:sp>
        <p:sp>
          <p:nvSpPr>
            <p:cNvPr id="166" name="楕円 165">
              <a:extLst>
                <a:ext uri="{FF2B5EF4-FFF2-40B4-BE49-F238E27FC236}">
                  <a16:creationId xmlns:a16="http://schemas.microsoft.com/office/drawing/2014/main" id="{AD9932B6-9A5A-4265-AFDF-DB67F91C5864}"/>
                </a:ext>
              </a:extLst>
            </p:cNvPr>
            <p:cNvSpPr/>
            <p:nvPr/>
          </p:nvSpPr>
          <p:spPr>
            <a:xfrm>
              <a:off x="8884218" y="9361897"/>
              <a:ext cx="1872660" cy="333606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/>
                <a:t>備品情報の変更</a:t>
              </a:r>
            </a:p>
          </p:txBody>
        </p:sp>
        <p:sp>
          <p:nvSpPr>
            <p:cNvPr id="167" name="楕円 166">
              <a:extLst>
                <a:ext uri="{FF2B5EF4-FFF2-40B4-BE49-F238E27FC236}">
                  <a16:creationId xmlns:a16="http://schemas.microsoft.com/office/drawing/2014/main" id="{B844DBF9-B32F-476D-8B60-4421E153C539}"/>
                </a:ext>
              </a:extLst>
            </p:cNvPr>
            <p:cNvSpPr/>
            <p:nvPr/>
          </p:nvSpPr>
          <p:spPr>
            <a:xfrm>
              <a:off x="8881808" y="9914313"/>
              <a:ext cx="1872660" cy="333606"/>
            </a:xfrm>
            <a:prstGeom prst="ellipse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ja-JP" altLang="en-US" sz="1200" b="1" dirty="0"/>
                <a:t>備品情報の削除</a:t>
              </a:r>
            </a:p>
          </p:txBody>
        </p:sp>
        <p:cxnSp>
          <p:nvCxnSpPr>
            <p:cNvPr id="172" name="直線矢印コネクタ 171">
              <a:extLst>
                <a:ext uri="{FF2B5EF4-FFF2-40B4-BE49-F238E27FC236}">
                  <a16:creationId xmlns:a16="http://schemas.microsoft.com/office/drawing/2014/main" id="{B27B879F-DCAC-41DB-B179-357DBC6F834C}"/>
                </a:ext>
              </a:extLst>
            </p:cNvPr>
            <p:cNvCxnSpPr>
              <a:cxnSpLocks/>
              <a:stCxn id="131" idx="6"/>
              <a:endCxn id="167" idx="2"/>
            </p:cNvCxnSpPr>
            <p:nvPr/>
          </p:nvCxnSpPr>
          <p:spPr>
            <a:xfrm>
              <a:off x="8304495" y="9352393"/>
              <a:ext cx="577313" cy="72872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3" name="直線矢印コネクタ 172">
              <a:extLst>
                <a:ext uri="{FF2B5EF4-FFF2-40B4-BE49-F238E27FC236}">
                  <a16:creationId xmlns:a16="http://schemas.microsoft.com/office/drawing/2014/main" id="{464BE2D1-3C25-434E-BB7A-F0B2B2E09B98}"/>
                </a:ext>
              </a:extLst>
            </p:cNvPr>
            <p:cNvCxnSpPr>
              <a:cxnSpLocks/>
              <a:stCxn id="131" idx="6"/>
              <a:endCxn id="166" idx="2"/>
            </p:cNvCxnSpPr>
            <p:nvPr/>
          </p:nvCxnSpPr>
          <p:spPr>
            <a:xfrm>
              <a:off x="8304495" y="9352393"/>
              <a:ext cx="579723" cy="17630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4" name="直線矢印コネクタ 173">
              <a:extLst>
                <a:ext uri="{FF2B5EF4-FFF2-40B4-BE49-F238E27FC236}">
                  <a16:creationId xmlns:a16="http://schemas.microsoft.com/office/drawing/2014/main" id="{7568834B-9977-48B6-A2D7-C923D3617147}"/>
                </a:ext>
              </a:extLst>
            </p:cNvPr>
            <p:cNvCxnSpPr>
              <a:cxnSpLocks/>
              <a:stCxn id="131" idx="6"/>
              <a:endCxn id="165" idx="2"/>
            </p:cNvCxnSpPr>
            <p:nvPr/>
          </p:nvCxnSpPr>
          <p:spPr>
            <a:xfrm flipV="1">
              <a:off x="8304495" y="8971279"/>
              <a:ext cx="579722" cy="38111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92" name="楕円 291">
            <a:extLst>
              <a:ext uri="{FF2B5EF4-FFF2-40B4-BE49-F238E27FC236}">
                <a16:creationId xmlns:a16="http://schemas.microsoft.com/office/drawing/2014/main" id="{A194C109-11C2-404B-92C8-1A68284B0402}"/>
              </a:ext>
            </a:extLst>
          </p:cNvPr>
          <p:cNvSpPr/>
          <p:nvPr/>
        </p:nvSpPr>
        <p:spPr>
          <a:xfrm>
            <a:off x="11793434" y="1885698"/>
            <a:ext cx="2022725" cy="30030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b="1" dirty="0"/>
              <a:t>ポータル画面変更</a:t>
            </a:r>
          </a:p>
        </p:txBody>
      </p:sp>
      <p:sp>
        <p:nvSpPr>
          <p:cNvPr id="293" name="楕円 292">
            <a:extLst>
              <a:ext uri="{FF2B5EF4-FFF2-40B4-BE49-F238E27FC236}">
                <a16:creationId xmlns:a16="http://schemas.microsoft.com/office/drawing/2014/main" id="{E2ED3D03-B3F8-431E-A164-DEEEC888D980}"/>
              </a:ext>
            </a:extLst>
          </p:cNvPr>
          <p:cNvSpPr/>
          <p:nvPr/>
        </p:nvSpPr>
        <p:spPr>
          <a:xfrm>
            <a:off x="11793435" y="2904840"/>
            <a:ext cx="2022725" cy="30030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b="1" dirty="0"/>
              <a:t>拡張機能の追加</a:t>
            </a:r>
          </a:p>
        </p:txBody>
      </p:sp>
      <p:sp>
        <p:nvSpPr>
          <p:cNvPr id="294" name="楕円 293">
            <a:extLst>
              <a:ext uri="{FF2B5EF4-FFF2-40B4-BE49-F238E27FC236}">
                <a16:creationId xmlns:a16="http://schemas.microsoft.com/office/drawing/2014/main" id="{AB652157-0E8A-44E7-B20B-C106BAD44110}"/>
              </a:ext>
            </a:extLst>
          </p:cNvPr>
          <p:cNvSpPr/>
          <p:nvPr/>
        </p:nvSpPr>
        <p:spPr>
          <a:xfrm>
            <a:off x="11793433" y="3365191"/>
            <a:ext cx="2022725" cy="30030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b="1" dirty="0"/>
              <a:t>拡張機能削除</a:t>
            </a:r>
          </a:p>
        </p:txBody>
      </p:sp>
      <p:cxnSp>
        <p:nvCxnSpPr>
          <p:cNvPr id="357" name="直線矢印コネクタ 356">
            <a:extLst>
              <a:ext uri="{FF2B5EF4-FFF2-40B4-BE49-F238E27FC236}">
                <a16:creationId xmlns:a16="http://schemas.microsoft.com/office/drawing/2014/main" id="{336B7331-71D4-4B4B-966F-921F8397F5FA}"/>
              </a:ext>
            </a:extLst>
          </p:cNvPr>
          <p:cNvCxnSpPr>
            <a:stCxn id="11" idx="6"/>
            <a:endCxn id="293" idx="2"/>
          </p:cNvCxnSpPr>
          <p:nvPr/>
        </p:nvCxnSpPr>
        <p:spPr>
          <a:xfrm>
            <a:off x="11088376" y="2945053"/>
            <a:ext cx="705059" cy="1099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2" name="直線矢印コネクタ 301">
            <a:extLst>
              <a:ext uri="{FF2B5EF4-FFF2-40B4-BE49-F238E27FC236}">
                <a16:creationId xmlns:a16="http://schemas.microsoft.com/office/drawing/2014/main" id="{A2321A0E-EBBF-4881-A1B1-653C59145EE2}"/>
              </a:ext>
            </a:extLst>
          </p:cNvPr>
          <p:cNvCxnSpPr>
            <a:cxnSpLocks/>
            <a:stCxn id="115" idx="6"/>
            <a:endCxn id="292" idx="2"/>
          </p:cNvCxnSpPr>
          <p:nvPr/>
        </p:nvCxnSpPr>
        <p:spPr>
          <a:xfrm flipV="1">
            <a:off x="11094080" y="2035851"/>
            <a:ext cx="699354" cy="50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303" name="直線矢印コネクタ 302">
            <a:extLst>
              <a:ext uri="{FF2B5EF4-FFF2-40B4-BE49-F238E27FC236}">
                <a16:creationId xmlns:a16="http://schemas.microsoft.com/office/drawing/2014/main" id="{AB3CCC74-6CD3-43B0-9EB8-33FE4A1FBC81}"/>
              </a:ext>
            </a:extLst>
          </p:cNvPr>
          <p:cNvCxnSpPr>
            <a:cxnSpLocks/>
            <a:stCxn id="11" idx="6"/>
            <a:endCxn id="294" idx="2"/>
          </p:cNvCxnSpPr>
          <p:nvPr/>
        </p:nvCxnSpPr>
        <p:spPr>
          <a:xfrm>
            <a:off x="11088376" y="2945053"/>
            <a:ext cx="705057" cy="5702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10" name="楕円 309">
            <a:extLst>
              <a:ext uri="{FF2B5EF4-FFF2-40B4-BE49-F238E27FC236}">
                <a16:creationId xmlns:a16="http://schemas.microsoft.com/office/drawing/2014/main" id="{3EAEE0AF-35AB-4023-8691-88352F9E830F}"/>
              </a:ext>
            </a:extLst>
          </p:cNvPr>
          <p:cNvSpPr/>
          <p:nvPr/>
        </p:nvSpPr>
        <p:spPr>
          <a:xfrm>
            <a:off x="11793433" y="2343210"/>
            <a:ext cx="2022725" cy="300306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b="1" dirty="0"/>
              <a:t>画面表示変更</a:t>
            </a:r>
          </a:p>
        </p:txBody>
      </p:sp>
      <p:cxnSp>
        <p:nvCxnSpPr>
          <p:cNvPr id="311" name="直線矢印コネクタ 310">
            <a:extLst>
              <a:ext uri="{FF2B5EF4-FFF2-40B4-BE49-F238E27FC236}">
                <a16:creationId xmlns:a16="http://schemas.microsoft.com/office/drawing/2014/main" id="{2BED1B54-FA00-4BCD-A2A1-75225C1B2CF9}"/>
              </a:ext>
            </a:extLst>
          </p:cNvPr>
          <p:cNvCxnSpPr>
            <a:cxnSpLocks/>
            <a:stCxn id="116" idx="6"/>
            <a:endCxn id="310" idx="2"/>
          </p:cNvCxnSpPr>
          <p:nvPr/>
        </p:nvCxnSpPr>
        <p:spPr>
          <a:xfrm>
            <a:off x="11094080" y="2487840"/>
            <a:ext cx="699353" cy="55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9242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242D728ABE34447A33118EA8113F167" ma:contentTypeVersion="4" ma:contentTypeDescription="新しいドキュメントを作成します。" ma:contentTypeScope="" ma:versionID="27cd7477341b491da012addcec1a3d1a">
  <xsd:schema xmlns:xsd="http://www.w3.org/2001/XMLSchema" xmlns:xs="http://www.w3.org/2001/XMLSchema" xmlns:p="http://schemas.microsoft.com/office/2006/metadata/properties" xmlns:ns2="0e7bcdc3-0a3b-4aba-968c-61ad0738e1f0" targetNamespace="http://schemas.microsoft.com/office/2006/metadata/properties" ma:root="true" ma:fieldsID="4e6d7c7519ab8278566ddc8db5afe716" ns2:_="">
    <xsd:import namespace="0e7bcdc3-0a3b-4aba-968c-61ad0738e1f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7bcdc3-0a3b-4aba-968c-61ad0738e1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0C41F2-04ED-40CD-ADB5-C90D52CFED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96EB5C0-FCFC-458C-A45E-74A77FD7BC1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7F342272-A129-4FBD-87E2-E7D24D5C14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7bcdc3-0a3b-4aba-968c-61ad0738e1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129</Words>
  <Application>Microsoft Office PowerPoint</Application>
  <PresentationFormat>ユーザー設定</PresentationFormat>
  <Paragraphs>46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游明朝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佐藤 海斗</dc:creator>
  <cp:lastModifiedBy>柿崎 夢柘希</cp:lastModifiedBy>
  <cp:revision>34</cp:revision>
  <dcterms:created xsi:type="dcterms:W3CDTF">2024-10-31T02:15:21Z</dcterms:created>
  <dcterms:modified xsi:type="dcterms:W3CDTF">2024-11-15T03:59:59Z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0x0101003242D728ABE34447A33118EA8113F167</vt:lpwstr>
  </property>
</Properties>
</file>