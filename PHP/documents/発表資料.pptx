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53.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54.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55.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56.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7"/>
  </p:notesMasterIdLst>
  <p:sldIdLst>
    <p:sldId id="256" r:id="rId5"/>
    <p:sldId id="263" r:id="rId6"/>
    <p:sldId id="306" r:id="rId7"/>
    <p:sldId id="307" r:id="rId8"/>
    <p:sldId id="308" r:id="rId9"/>
    <p:sldId id="309" r:id="rId10"/>
    <p:sldId id="294" r:id="rId11"/>
    <p:sldId id="295" r:id="rId12"/>
    <p:sldId id="277" r:id="rId13"/>
    <p:sldId id="300" r:id="rId14"/>
    <p:sldId id="283" r:id="rId15"/>
    <p:sldId id="337" r:id="rId16"/>
    <p:sldId id="282" r:id="rId17"/>
    <p:sldId id="338" r:id="rId18"/>
    <p:sldId id="340" r:id="rId19"/>
    <p:sldId id="341" r:id="rId20"/>
    <p:sldId id="278" r:id="rId21"/>
    <p:sldId id="301" r:id="rId22"/>
    <p:sldId id="260" r:id="rId23"/>
    <p:sldId id="302" r:id="rId24"/>
    <p:sldId id="259" r:id="rId25"/>
    <p:sldId id="342" r:id="rId26"/>
    <p:sldId id="279" r:id="rId27"/>
    <p:sldId id="303" r:id="rId28"/>
    <p:sldId id="305" r:id="rId29"/>
    <p:sldId id="304" r:id="rId30"/>
    <p:sldId id="286" r:id="rId31"/>
    <p:sldId id="310" r:id="rId32"/>
    <p:sldId id="311" r:id="rId33"/>
    <p:sldId id="258" r:id="rId34"/>
    <p:sldId id="312" r:id="rId35"/>
    <p:sldId id="313" r:id="rId36"/>
    <p:sldId id="281" r:id="rId37"/>
    <p:sldId id="314" r:id="rId38"/>
    <p:sldId id="262" r:id="rId39"/>
    <p:sldId id="315" r:id="rId40"/>
    <p:sldId id="316" r:id="rId41"/>
    <p:sldId id="317" r:id="rId42"/>
    <p:sldId id="266" r:id="rId43"/>
    <p:sldId id="318" r:id="rId44"/>
    <p:sldId id="265" r:id="rId45"/>
    <p:sldId id="319" r:id="rId46"/>
    <p:sldId id="320" r:id="rId47"/>
    <p:sldId id="321" r:id="rId48"/>
    <p:sldId id="325" r:id="rId49"/>
    <p:sldId id="322" r:id="rId50"/>
    <p:sldId id="257" r:id="rId51"/>
    <p:sldId id="323" r:id="rId52"/>
    <p:sldId id="324" r:id="rId53"/>
    <p:sldId id="327" r:id="rId54"/>
    <p:sldId id="269" r:id="rId55"/>
    <p:sldId id="334" r:id="rId56"/>
    <p:sldId id="335" r:id="rId57"/>
    <p:sldId id="336" r:id="rId58"/>
    <p:sldId id="329" r:id="rId59"/>
    <p:sldId id="328" r:id="rId60"/>
    <p:sldId id="272" r:id="rId61"/>
    <p:sldId id="274" r:id="rId62"/>
    <p:sldId id="330" r:id="rId63"/>
    <p:sldId id="331" r:id="rId64"/>
    <p:sldId id="332" r:id="rId65"/>
    <p:sldId id="333" r:id="rId6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C5704850-BA38-42E0-8C5E-2DC776E2772F}">
          <p14:sldIdLst>
            <p14:sldId id="256"/>
            <p14:sldId id="263"/>
            <p14:sldId id="306"/>
            <p14:sldId id="307"/>
            <p14:sldId id="308"/>
            <p14:sldId id="309"/>
            <p14:sldId id="294"/>
            <p14:sldId id="295"/>
            <p14:sldId id="277"/>
            <p14:sldId id="300"/>
            <p14:sldId id="283"/>
            <p14:sldId id="337"/>
            <p14:sldId id="282"/>
            <p14:sldId id="338"/>
            <p14:sldId id="340"/>
            <p14:sldId id="341"/>
            <p14:sldId id="278"/>
            <p14:sldId id="301"/>
            <p14:sldId id="260"/>
            <p14:sldId id="302"/>
            <p14:sldId id="259"/>
            <p14:sldId id="342"/>
            <p14:sldId id="279"/>
            <p14:sldId id="303"/>
            <p14:sldId id="305"/>
            <p14:sldId id="304"/>
            <p14:sldId id="286"/>
            <p14:sldId id="310"/>
            <p14:sldId id="311"/>
            <p14:sldId id="258"/>
            <p14:sldId id="312"/>
            <p14:sldId id="313"/>
            <p14:sldId id="281"/>
            <p14:sldId id="314"/>
            <p14:sldId id="262"/>
            <p14:sldId id="315"/>
            <p14:sldId id="316"/>
            <p14:sldId id="317"/>
            <p14:sldId id="266"/>
            <p14:sldId id="318"/>
            <p14:sldId id="265"/>
            <p14:sldId id="319"/>
            <p14:sldId id="320"/>
            <p14:sldId id="321"/>
            <p14:sldId id="325"/>
            <p14:sldId id="322"/>
            <p14:sldId id="257"/>
            <p14:sldId id="323"/>
            <p14:sldId id="324"/>
            <p14:sldId id="327"/>
            <p14:sldId id="269"/>
            <p14:sldId id="334"/>
            <p14:sldId id="335"/>
            <p14:sldId id="336"/>
            <p14:sldId id="329"/>
            <p14:sldId id="328"/>
            <p14:sldId id="272"/>
            <p14:sldId id="274"/>
            <p14:sldId id="330"/>
            <p14:sldId id="331"/>
            <p14:sldId id="332"/>
            <p14:sldId id="33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テーマ スタイル 2 - アクセント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9972" autoAdjust="0"/>
    <p:restoredTop sz="94660"/>
  </p:normalViewPr>
  <p:slideViewPr>
    <p:cSldViewPr snapToGrid="0">
      <p:cViewPr varScale="1">
        <p:scale>
          <a:sx n="114" d="100"/>
          <a:sy n="114" d="100"/>
        </p:scale>
        <p:origin x="186" y="102"/>
      </p:cViewPr>
      <p:guideLst/>
    </p:cSldViewPr>
  </p:slideViewPr>
  <p:notesTextViewPr>
    <p:cViewPr>
      <p:scale>
        <a:sx n="1" d="1"/>
        <a:sy n="1" d="1"/>
      </p:scale>
      <p:origin x="0" y="0"/>
    </p:cViewPr>
  </p:notesTextViewPr>
  <p:notesViewPr>
    <p:cSldViewPr snapToGrid="0">
      <p:cViewPr varScale="1">
        <p:scale>
          <a:sx n="86" d="100"/>
          <a:sy n="86" d="100"/>
        </p:scale>
        <p:origin x="858"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勇太 一柳" userId="c9fd886be2d629a6" providerId="LiveId" clId="{A8D7EFB6-AE2E-40D0-9CF9-F946618C0B4C}"/>
    <pc:docChg chg="undo custSel modSld">
      <pc:chgData name="勇太 一柳" userId="c9fd886be2d629a6" providerId="LiveId" clId="{A8D7EFB6-AE2E-40D0-9CF9-F946618C0B4C}" dt="2024-11-04T02:44:03.306" v="8911" actId="20577"/>
      <pc:docMkLst>
        <pc:docMk/>
      </pc:docMkLst>
      <pc:sldChg chg="modNotes">
        <pc:chgData name="勇太 一柳" userId="c9fd886be2d629a6" providerId="LiveId" clId="{A8D7EFB6-AE2E-40D0-9CF9-F946618C0B4C}" dt="2024-11-03T12:56:44.118" v="304" actId="20577"/>
        <pc:sldMkLst>
          <pc:docMk/>
          <pc:sldMk cId="2175529154" sldId="256"/>
        </pc:sldMkLst>
      </pc:sldChg>
      <pc:sldChg chg="modNotes">
        <pc:chgData name="勇太 一柳" userId="c9fd886be2d629a6" providerId="LiveId" clId="{A8D7EFB6-AE2E-40D0-9CF9-F946618C0B4C}" dt="2024-11-03T13:40:18.962" v="1536" actId="20577"/>
        <pc:sldMkLst>
          <pc:docMk/>
          <pc:sldMk cId="2600365230" sldId="263"/>
        </pc:sldMkLst>
      </pc:sldChg>
      <pc:sldChg chg="modNotes">
        <pc:chgData name="勇太 一柳" userId="c9fd886be2d629a6" providerId="LiveId" clId="{A8D7EFB6-AE2E-40D0-9CF9-F946618C0B4C}" dt="2024-11-03T14:25:15.414" v="4653" actId="20577"/>
        <pc:sldMkLst>
          <pc:docMk/>
          <pc:sldMk cId="727394127" sldId="265"/>
        </pc:sldMkLst>
      </pc:sldChg>
      <pc:sldChg chg="modNotes">
        <pc:chgData name="勇太 一柳" userId="c9fd886be2d629a6" providerId="LiveId" clId="{A8D7EFB6-AE2E-40D0-9CF9-F946618C0B4C}" dt="2024-11-03T14:23:35.584" v="4475" actId="20577"/>
        <pc:sldMkLst>
          <pc:docMk/>
          <pc:sldMk cId="3822558949" sldId="266"/>
        </pc:sldMkLst>
      </pc:sldChg>
      <pc:sldChg chg="modNotes">
        <pc:chgData name="勇太 一柳" userId="c9fd886be2d629a6" providerId="LiveId" clId="{A8D7EFB6-AE2E-40D0-9CF9-F946618C0B4C}" dt="2024-11-04T02:17:36.336" v="6329" actId="20577"/>
        <pc:sldMkLst>
          <pc:docMk/>
          <pc:sldMk cId="1170461534" sldId="269"/>
        </pc:sldMkLst>
      </pc:sldChg>
      <pc:sldChg chg="modNotes">
        <pc:chgData name="勇太 一柳" userId="c9fd886be2d629a6" providerId="LiveId" clId="{A8D7EFB6-AE2E-40D0-9CF9-F946618C0B4C}" dt="2024-11-04T02:29:02.174" v="7483" actId="20577"/>
        <pc:sldMkLst>
          <pc:docMk/>
          <pc:sldMk cId="2972977924" sldId="272"/>
        </pc:sldMkLst>
      </pc:sldChg>
      <pc:sldChg chg="modNotes">
        <pc:chgData name="勇太 一柳" userId="c9fd886be2d629a6" providerId="LiveId" clId="{A8D7EFB6-AE2E-40D0-9CF9-F946618C0B4C}" dt="2024-11-04T02:30:39.245" v="7751" actId="20577"/>
        <pc:sldMkLst>
          <pc:docMk/>
          <pc:sldMk cId="1821050927" sldId="274"/>
        </pc:sldMkLst>
      </pc:sldChg>
      <pc:sldChg chg="modNotes">
        <pc:chgData name="勇太 一柳" userId="c9fd886be2d629a6" providerId="LiveId" clId="{A8D7EFB6-AE2E-40D0-9CF9-F946618C0B4C}" dt="2024-11-04T01:37:29.529" v="5056" actId="20577"/>
        <pc:sldMkLst>
          <pc:docMk/>
          <pc:sldMk cId="3128776198" sldId="277"/>
        </pc:sldMkLst>
      </pc:sldChg>
      <pc:sldChg chg="modNotes">
        <pc:chgData name="勇太 一柳" userId="c9fd886be2d629a6" providerId="LiveId" clId="{A8D7EFB6-AE2E-40D0-9CF9-F946618C0B4C}" dt="2024-11-03T14:05:04.803" v="3131" actId="20577"/>
        <pc:sldMkLst>
          <pc:docMk/>
          <pc:sldMk cId="2675370161" sldId="278"/>
        </pc:sldMkLst>
      </pc:sldChg>
      <pc:sldChg chg="modNotes">
        <pc:chgData name="勇太 一柳" userId="c9fd886be2d629a6" providerId="LiveId" clId="{A8D7EFB6-AE2E-40D0-9CF9-F946618C0B4C}" dt="2024-11-03T13:57:34.564" v="2864" actId="20577"/>
        <pc:sldMkLst>
          <pc:docMk/>
          <pc:sldMk cId="1047067400" sldId="279"/>
        </pc:sldMkLst>
      </pc:sldChg>
      <pc:sldChg chg="modNotes">
        <pc:chgData name="勇太 一柳" userId="c9fd886be2d629a6" providerId="LiveId" clId="{A8D7EFB6-AE2E-40D0-9CF9-F946618C0B4C}" dt="2024-11-03T14:01:11.019" v="2950" actId="20577"/>
        <pc:sldMkLst>
          <pc:docMk/>
          <pc:sldMk cId="1982092014" sldId="294"/>
        </pc:sldMkLst>
      </pc:sldChg>
      <pc:sldChg chg="modNotes">
        <pc:chgData name="勇太 一柳" userId="c9fd886be2d629a6" providerId="LiveId" clId="{A8D7EFB6-AE2E-40D0-9CF9-F946618C0B4C}" dt="2024-11-03T14:01:22.812" v="2953" actId="20577"/>
        <pc:sldMkLst>
          <pc:docMk/>
          <pc:sldMk cId="2394574413" sldId="295"/>
        </pc:sldMkLst>
      </pc:sldChg>
      <pc:sldChg chg="modNotes">
        <pc:chgData name="勇太 一柳" userId="c9fd886be2d629a6" providerId="LiveId" clId="{A8D7EFB6-AE2E-40D0-9CF9-F946618C0B4C}" dt="2024-11-03T13:48:45.504" v="2101" actId="20577"/>
        <pc:sldMkLst>
          <pc:docMk/>
          <pc:sldMk cId="1425674436" sldId="300"/>
        </pc:sldMkLst>
      </pc:sldChg>
      <pc:sldChg chg="modNotes">
        <pc:chgData name="勇太 一柳" userId="c9fd886be2d629a6" providerId="LiveId" clId="{A8D7EFB6-AE2E-40D0-9CF9-F946618C0B4C}" dt="2024-11-03T13:54:02.687" v="2520" actId="20577"/>
        <pc:sldMkLst>
          <pc:docMk/>
          <pc:sldMk cId="690464642" sldId="301"/>
        </pc:sldMkLst>
      </pc:sldChg>
      <pc:sldChg chg="modNotes">
        <pc:chgData name="勇太 一柳" userId="c9fd886be2d629a6" providerId="LiveId" clId="{A8D7EFB6-AE2E-40D0-9CF9-F946618C0B4C}" dt="2024-11-03T13:54:34.518" v="2571" actId="20577"/>
        <pc:sldMkLst>
          <pc:docMk/>
          <pc:sldMk cId="4291747244" sldId="302"/>
        </pc:sldMkLst>
      </pc:sldChg>
      <pc:sldChg chg="modNotes">
        <pc:chgData name="勇太 一柳" userId="c9fd886be2d629a6" providerId="LiveId" clId="{A8D7EFB6-AE2E-40D0-9CF9-F946618C0B4C}" dt="2024-11-03T13:57:51.982" v="2904" actId="20577"/>
        <pc:sldMkLst>
          <pc:docMk/>
          <pc:sldMk cId="1623626393" sldId="303"/>
        </pc:sldMkLst>
      </pc:sldChg>
      <pc:sldChg chg="modNotes">
        <pc:chgData name="勇太 一柳" userId="c9fd886be2d629a6" providerId="LiveId" clId="{A8D7EFB6-AE2E-40D0-9CF9-F946618C0B4C}" dt="2024-11-03T13:58:08.950" v="2942" actId="20577"/>
        <pc:sldMkLst>
          <pc:docMk/>
          <pc:sldMk cId="1028428588" sldId="304"/>
        </pc:sldMkLst>
      </pc:sldChg>
      <pc:sldChg chg="modNotes">
        <pc:chgData name="勇太 一柳" userId="c9fd886be2d629a6" providerId="LiveId" clId="{A8D7EFB6-AE2E-40D0-9CF9-F946618C0B4C}" dt="2024-11-03T13:40:34.969" v="1544" actId="20577"/>
        <pc:sldMkLst>
          <pc:docMk/>
          <pc:sldMk cId="369955144" sldId="306"/>
        </pc:sldMkLst>
      </pc:sldChg>
      <pc:sldChg chg="modNotes">
        <pc:chgData name="勇太 一柳" userId="c9fd886be2d629a6" providerId="LiveId" clId="{A8D7EFB6-AE2E-40D0-9CF9-F946618C0B4C}" dt="2024-11-03T13:15:32.192" v="938" actId="20577"/>
        <pc:sldMkLst>
          <pc:docMk/>
          <pc:sldMk cId="3550760931" sldId="307"/>
        </pc:sldMkLst>
      </pc:sldChg>
      <pc:sldChg chg="modNotes">
        <pc:chgData name="勇太 一柳" userId="c9fd886be2d629a6" providerId="LiveId" clId="{A8D7EFB6-AE2E-40D0-9CF9-F946618C0B4C}" dt="2024-11-03T13:34:30.298" v="1202" actId="20577"/>
        <pc:sldMkLst>
          <pc:docMk/>
          <pc:sldMk cId="4242684133" sldId="308"/>
        </pc:sldMkLst>
      </pc:sldChg>
      <pc:sldChg chg="modNotes">
        <pc:chgData name="勇太 一柳" userId="c9fd886be2d629a6" providerId="LiveId" clId="{A8D7EFB6-AE2E-40D0-9CF9-F946618C0B4C}" dt="2024-11-04T01:36:50.177" v="5053" actId="20577"/>
        <pc:sldMkLst>
          <pc:docMk/>
          <pc:sldMk cId="1298923640" sldId="309"/>
        </pc:sldMkLst>
      </pc:sldChg>
      <pc:sldChg chg="modNotes">
        <pc:chgData name="勇太 一柳" userId="c9fd886be2d629a6" providerId="LiveId" clId="{A8D7EFB6-AE2E-40D0-9CF9-F946618C0B4C}" dt="2024-11-03T14:09:00.451" v="3377" actId="20577"/>
        <pc:sldMkLst>
          <pc:docMk/>
          <pc:sldMk cId="1975979286" sldId="310"/>
        </pc:sldMkLst>
      </pc:sldChg>
      <pc:sldChg chg="modNotes">
        <pc:chgData name="勇太 一柳" userId="c9fd886be2d629a6" providerId="LiveId" clId="{A8D7EFB6-AE2E-40D0-9CF9-F946618C0B4C}" dt="2024-11-03T14:09:19.333" v="3420" actId="20577"/>
        <pc:sldMkLst>
          <pc:docMk/>
          <pc:sldMk cId="3416621986" sldId="311"/>
        </pc:sldMkLst>
      </pc:sldChg>
      <pc:sldChg chg="modNotes">
        <pc:chgData name="勇太 一柳" userId="c9fd886be2d629a6" providerId="LiveId" clId="{A8D7EFB6-AE2E-40D0-9CF9-F946618C0B4C}" dt="2024-11-04T01:40:02.961" v="5072" actId="20577"/>
        <pc:sldMkLst>
          <pc:docMk/>
          <pc:sldMk cId="740024360" sldId="312"/>
        </pc:sldMkLst>
      </pc:sldChg>
      <pc:sldChg chg="modNotes">
        <pc:chgData name="勇太 一柳" userId="c9fd886be2d629a6" providerId="LiveId" clId="{A8D7EFB6-AE2E-40D0-9CF9-F946618C0B4C}" dt="2024-11-03T14:16:00.526" v="3765" actId="20577"/>
        <pc:sldMkLst>
          <pc:docMk/>
          <pc:sldMk cId="2958577504" sldId="313"/>
        </pc:sldMkLst>
      </pc:sldChg>
      <pc:sldChg chg="modNotes">
        <pc:chgData name="勇太 一柳" userId="c9fd886be2d629a6" providerId="LiveId" clId="{A8D7EFB6-AE2E-40D0-9CF9-F946618C0B4C}" dt="2024-11-03T14:16:33.943" v="3826" actId="20577"/>
        <pc:sldMkLst>
          <pc:docMk/>
          <pc:sldMk cId="2388234941" sldId="314"/>
        </pc:sldMkLst>
      </pc:sldChg>
      <pc:sldChg chg="modNotes">
        <pc:chgData name="勇太 一柳" userId="c9fd886be2d629a6" providerId="LiveId" clId="{A8D7EFB6-AE2E-40D0-9CF9-F946618C0B4C}" dt="2024-11-03T14:18:23.434" v="4050" actId="20577"/>
        <pc:sldMkLst>
          <pc:docMk/>
          <pc:sldMk cId="2807531678" sldId="315"/>
        </pc:sldMkLst>
      </pc:sldChg>
      <pc:sldChg chg="modNotes">
        <pc:chgData name="勇太 一柳" userId="c9fd886be2d629a6" providerId="LiveId" clId="{A8D7EFB6-AE2E-40D0-9CF9-F946618C0B4C}" dt="2024-11-04T01:40:58.950" v="5076" actId="20577"/>
        <pc:sldMkLst>
          <pc:docMk/>
          <pc:sldMk cId="3998361434" sldId="316"/>
        </pc:sldMkLst>
      </pc:sldChg>
      <pc:sldChg chg="modNotes">
        <pc:chgData name="勇太 一柳" userId="c9fd886be2d629a6" providerId="LiveId" clId="{A8D7EFB6-AE2E-40D0-9CF9-F946618C0B4C}" dt="2024-11-03T14:22:15.601" v="4333" actId="20577"/>
        <pc:sldMkLst>
          <pc:docMk/>
          <pc:sldMk cId="1960649033" sldId="317"/>
        </pc:sldMkLst>
      </pc:sldChg>
      <pc:sldChg chg="modNotes">
        <pc:chgData name="勇太 一柳" userId="c9fd886be2d629a6" providerId="LiveId" clId="{A8D7EFB6-AE2E-40D0-9CF9-F946618C0B4C}" dt="2024-11-03T14:23:57.306" v="4506" actId="20577"/>
        <pc:sldMkLst>
          <pc:docMk/>
          <pc:sldMk cId="4025613632" sldId="318"/>
        </pc:sldMkLst>
      </pc:sldChg>
      <pc:sldChg chg="modNotes">
        <pc:chgData name="勇太 一柳" userId="c9fd886be2d629a6" providerId="LiveId" clId="{A8D7EFB6-AE2E-40D0-9CF9-F946618C0B4C}" dt="2024-11-04T01:41:45.752" v="5083" actId="20577"/>
        <pc:sldMkLst>
          <pc:docMk/>
          <pc:sldMk cId="2165675636" sldId="319"/>
        </pc:sldMkLst>
      </pc:sldChg>
      <pc:sldChg chg="modNotes">
        <pc:chgData name="勇太 一柳" userId="c9fd886be2d629a6" providerId="LiveId" clId="{A8D7EFB6-AE2E-40D0-9CF9-F946618C0B4C}" dt="2024-11-04T01:59:46.778" v="5085" actId="20577"/>
        <pc:sldMkLst>
          <pc:docMk/>
          <pc:sldMk cId="1410376553" sldId="320"/>
        </pc:sldMkLst>
      </pc:sldChg>
      <pc:sldChg chg="modNotes">
        <pc:chgData name="勇太 一柳" userId="c9fd886be2d629a6" providerId="LiveId" clId="{A8D7EFB6-AE2E-40D0-9CF9-F946618C0B4C}" dt="2024-11-04T02:02:19.491" v="5219" actId="20577"/>
        <pc:sldMkLst>
          <pc:docMk/>
          <pc:sldMk cId="2206822790" sldId="321"/>
        </pc:sldMkLst>
      </pc:sldChg>
      <pc:sldChg chg="modNotes">
        <pc:chgData name="勇太 一柳" userId="c9fd886be2d629a6" providerId="LiveId" clId="{A8D7EFB6-AE2E-40D0-9CF9-F946618C0B4C}" dt="2024-11-04T02:03:03.777" v="5299" actId="20577"/>
        <pc:sldMkLst>
          <pc:docMk/>
          <pc:sldMk cId="3666481386" sldId="322"/>
        </pc:sldMkLst>
      </pc:sldChg>
      <pc:sldChg chg="modNotes">
        <pc:chgData name="勇太 一柳" userId="c9fd886be2d629a6" providerId="LiveId" clId="{A8D7EFB6-AE2E-40D0-9CF9-F946618C0B4C}" dt="2024-11-04T02:03:45.707" v="5415" actId="20577"/>
        <pc:sldMkLst>
          <pc:docMk/>
          <pc:sldMk cId="1855385348" sldId="323"/>
        </pc:sldMkLst>
      </pc:sldChg>
      <pc:sldChg chg="modNotes">
        <pc:chgData name="勇太 一柳" userId="c9fd886be2d629a6" providerId="LiveId" clId="{A8D7EFB6-AE2E-40D0-9CF9-F946618C0B4C}" dt="2024-11-04T02:13:01.800" v="6067" actId="20577"/>
        <pc:sldMkLst>
          <pc:docMk/>
          <pc:sldMk cId="1707043412" sldId="327"/>
        </pc:sldMkLst>
      </pc:sldChg>
      <pc:sldChg chg="modNotes">
        <pc:chgData name="勇太 一柳" userId="c9fd886be2d629a6" providerId="LiveId" clId="{A8D7EFB6-AE2E-40D0-9CF9-F946618C0B4C}" dt="2024-11-04T02:27:35.206" v="7334" actId="20577"/>
        <pc:sldMkLst>
          <pc:docMk/>
          <pc:sldMk cId="215167327" sldId="328"/>
        </pc:sldMkLst>
      </pc:sldChg>
      <pc:sldChg chg="modNotes">
        <pc:chgData name="勇太 一柳" userId="c9fd886be2d629a6" providerId="LiveId" clId="{A8D7EFB6-AE2E-40D0-9CF9-F946618C0B4C}" dt="2024-11-04T02:25:46.140" v="7104" actId="20577"/>
        <pc:sldMkLst>
          <pc:docMk/>
          <pc:sldMk cId="2973717782" sldId="329"/>
        </pc:sldMkLst>
      </pc:sldChg>
      <pc:sldChg chg="modNotes">
        <pc:chgData name="勇太 一柳" userId="c9fd886be2d629a6" providerId="LiveId" clId="{A8D7EFB6-AE2E-40D0-9CF9-F946618C0B4C}" dt="2024-11-04T02:35:10.835" v="8094" actId="20577"/>
        <pc:sldMkLst>
          <pc:docMk/>
          <pc:sldMk cId="4283009552" sldId="330"/>
        </pc:sldMkLst>
      </pc:sldChg>
      <pc:sldChg chg="modNotes">
        <pc:chgData name="勇太 一柳" userId="c9fd886be2d629a6" providerId="LiveId" clId="{A8D7EFB6-AE2E-40D0-9CF9-F946618C0B4C}" dt="2024-11-04T02:40:46.724" v="8531" actId="20577"/>
        <pc:sldMkLst>
          <pc:docMk/>
          <pc:sldMk cId="2084707770" sldId="331"/>
        </pc:sldMkLst>
      </pc:sldChg>
      <pc:sldChg chg="modNotes">
        <pc:chgData name="勇太 一柳" userId="c9fd886be2d629a6" providerId="LiveId" clId="{A8D7EFB6-AE2E-40D0-9CF9-F946618C0B4C}" dt="2024-11-04T02:42:57.066" v="8773" actId="20577"/>
        <pc:sldMkLst>
          <pc:docMk/>
          <pc:sldMk cId="128834578" sldId="332"/>
        </pc:sldMkLst>
      </pc:sldChg>
      <pc:sldChg chg="modNotes">
        <pc:chgData name="勇太 一柳" userId="c9fd886be2d629a6" providerId="LiveId" clId="{A8D7EFB6-AE2E-40D0-9CF9-F946618C0B4C}" dt="2024-11-04T02:44:03.306" v="8911" actId="20577"/>
        <pc:sldMkLst>
          <pc:docMk/>
          <pc:sldMk cId="2408174311" sldId="333"/>
        </pc:sldMkLst>
      </pc:sldChg>
      <pc:sldChg chg="modNotes">
        <pc:chgData name="勇太 一柳" userId="c9fd886be2d629a6" providerId="LiveId" clId="{A8D7EFB6-AE2E-40D0-9CF9-F946618C0B4C}" dt="2024-11-04T02:18:49.551" v="6471" actId="20577"/>
        <pc:sldMkLst>
          <pc:docMk/>
          <pc:sldMk cId="2898432797" sldId="334"/>
        </pc:sldMkLst>
      </pc:sldChg>
      <pc:sldChg chg="modNotes">
        <pc:chgData name="勇太 一柳" userId="c9fd886be2d629a6" providerId="LiveId" clId="{A8D7EFB6-AE2E-40D0-9CF9-F946618C0B4C}" dt="2024-11-04T02:21:49.359" v="6808" actId="20577"/>
        <pc:sldMkLst>
          <pc:docMk/>
          <pc:sldMk cId="3378929557" sldId="335"/>
        </pc:sldMkLst>
      </pc:sldChg>
      <pc:sldChg chg="modNotes">
        <pc:chgData name="勇太 一柳" userId="c9fd886be2d629a6" providerId="LiveId" clId="{A8D7EFB6-AE2E-40D0-9CF9-F946618C0B4C}" dt="2024-11-04T02:23:36.556" v="6943" actId="20577"/>
        <pc:sldMkLst>
          <pc:docMk/>
          <pc:sldMk cId="3693569022" sldId="336"/>
        </pc:sldMkLst>
      </pc:sldChg>
      <pc:sldChg chg="modNotes">
        <pc:chgData name="勇太 一柳" userId="c9fd886be2d629a6" providerId="LiveId" clId="{A8D7EFB6-AE2E-40D0-9CF9-F946618C0B4C}" dt="2024-11-03T13:49:44.985" v="2124" actId="20577"/>
        <pc:sldMkLst>
          <pc:docMk/>
          <pc:sldMk cId="931907265" sldId="337"/>
        </pc:sldMkLst>
      </pc:sldChg>
      <pc:sldChg chg="modNotes">
        <pc:chgData name="勇太 一柳" userId="c9fd886be2d629a6" providerId="LiveId" clId="{A8D7EFB6-AE2E-40D0-9CF9-F946618C0B4C}" dt="2024-11-03T13:50:09.216" v="2184" actId="20577"/>
        <pc:sldMkLst>
          <pc:docMk/>
          <pc:sldMk cId="1007015561" sldId="338"/>
        </pc:sldMkLst>
      </pc:sldChg>
      <pc:sldChg chg="modNotes">
        <pc:chgData name="勇太 一柳" userId="c9fd886be2d629a6" providerId="LiveId" clId="{A8D7EFB6-AE2E-40D0-9CF9-F946618C0B4C}" dt="2024-11-03T13:50:33.960" v="2246" actId="20577"/>
        <pc:sldMkLst>
          <pc:docMk/>
          <pc:sldMk cId="3713998494" sldId="341"/>
        </pc:sldMkLst>
      </pc:sldChg>
      <pc:sldChg chg="modNotes">
        <pc:chgData name="勇太 一柳" userId="c9fd886be2d629a6" providerId="LiveId" clId="{A8D7EFB6-AE2E-40D0-9CF9-F946618C0B4C}" dt="2024-11-03T13:54:52.055" v="2617" actId="20577"/>
        <pc:sldMkLst>
          <pc:docMk/>
          <pc:sldMk cId="1735735104" sldId="34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3A5132-C085-49F5-8109-D6F2AC681371}" type="doc">
      <dgm:prSet loTypeId="urn:microsoft.com/office/officeart/2005/8/layout/hierarchy2" loCatId="hierarchy" qsTypeId="urn:microsoft.com/office/officeart/2005/8/quickstyle/simple1" qsCatId="simple" csTypeId="urn:microsoft.com/office/officeart/2005/8/colors/accent5_2" csCatId="accent5" phldr="1"/>
      <dgm:spPr/>
      <dgm:t>
        <a:bodyPr/>
        <a:lstStyle/>
        <a:p>
          <a:endParaRPr kumimoji="1" lang="ja-JP" altLang="en-US"/>
        </a:p>
      </dgm:t>
    </dgm:pt>
    <dgm:pt modelId="{341D1BDD-C8D7-4173-AD1D-6058CCF0A8AC}">
      <dgm:prSet phldrT="[テキスト]" custT="1"/>
      <dgm:spPr/>
      <dgm:t>
        <a:bodyPr/>
        <a:lstStyle/>
        <a:p>
          <a:r>
            <a:rPr kumimoji="1" lang="ja-JP" altLang="en-US" sz="3200" b="1" dirty="0">
              <a:solidFill>
                <a:srgbClr val="FF0000"/>
              </a:solidFill>
            </a:rPr>
            <a:t>汎用的</a:t>
          </a:r>
          <a:r>
            <a:rPr kumimoji="1" lang="ja-JP" altLang="en-US" sz="3200" b="1" dirty="0"/>
            <a:t>施設予約</a:t>
          </a:r>
          <a:br>
            <a:rPr kumimoji="1" lang="en-US" altLang="ja-JP" sz="3200" b="1" dirty="0"/>
          </a:br>
          <a:r>
            <a:rPr kumimoji="1" lang="ja-JP" altLang="en-US" sz="3200" b="1" dirty="0"/>
            <a:t>システム</a:t>
          </a:r>
        </a:p>
      </dgm:t>
    </dgm:pt>
    <dgm:pt modelId="{4B7135E3-69BF-486D-8241-DF6B9ADAC601}" type="parTrans" cxnId="{DE3023C6-BBF6-4410-B1DC-9689C6EFAD39}">
      <dgm:prSet/>
      <dgm:spPr/>
      <dgm:t>
        <a:bodyPr/>
        <a:lstStyle/>
        <a:p>
          <a:endParaRPr kumimoji="1" lang="ja-JP" altLang="en-US"/>
        </a:p>
      </dgm:t>
    </dgm:pt>
    <dgm:pt modelId="{335BA491-E75B-4B65-B141-4D5BD0594F30}" type="sibTrans" cxnId="{DE3023C6-BBF6-4410-B1DC-9689C6EFAD39}">
      <dgm:prSet/>
      <dgm:spPr/>
      <dgm:t>
        <a:bodyPr/>
        <a:lstStyle/>
        <a:p>
          <a:endParaRPr kumimoji="1" lang="ja-JP" altLang="en-US"/>
        </a:p>
      </dgm:t>
    </dgm:pt>
    <dgm:pt modelId="{EB7CD6B9-6A51-4382-96D0-3EBFF92A576B}">
      <dgm:prSet phldrT="[テキスト]" custT="1"/>
      <dgm:spPr/>
      <dgm:t>
        <a:bodyPr/>
        <a:lstStyle/>
        <a:p>
          <a:r>
            <a:rPr kumimoji="1" lang="ja-JP" altLang="en-US" sz="2800" b="1" dirty="0"/>
            <a:t>企業</a:t>
          </a:r>
        </a:p>
      </dgm:t>
    </dgm:pt>
    <dgm:pt modelId="{07865332-E362-4AE7-AC7D-DB8461FD9D37}" type="parTrans" cxnId="{A029C18E-6EB5-4779-9FDA-4C99ABC0A120}">
      <dgm:prSet/>
      <dgm:spPr/>
      <dgm:t>
        <a:bodyPr/>
        <a:lstStyle/>
        <a:p>
          <a:endParaRPr kumimoji="1" lang="ja-JP" altLang="en-US"/>
        </a:p>
      </dgm:t>
    </dgm:pt>
    <dgm:pt modelId="{DB2BCD50-8771-4A47-80BA-DA5B99F4DA30}" type="sibTrans" cxnId="{A029C18E-6EB5-4779-9FDA-4C99ABC0A120}">
      <dgm:prSet/>
      <dgm:spPr/>
      <dgm:t>
        <a:bodyPr/>
        <a:lstStyle/>
        <a:p>
          <a:endParaRPr kumimoji="1" lang="ja-JP" altLang="en-US"/>
        </a:p>
      </dgm:t>
    </dgm:pt>
    <dgm:pt modelId="{3F228E99-605D-4444-9419-12203177B2C9}">
      <dgm:prSet phldrT="[テキスト]" custT="1"/>
      <dgm:spPr/>
      <dgm:t>
        <a:bodyPr/>
        <a:lstStyle/>
        <a:p>
          <a:r>
            <a:rPr kumimoji="1" lang="ja-JP" altLang="en-US" sz="2800" b="1" dirty="0"/>
            <a:t>公共施設</a:t>
          </a:r>
        </a:p>
      </dgm:t>
    </dgm:pt>
    <dgm:pt modelId="{2CAF3BCF-9A35-4272-9A8D-FBF66C9B8FE6}" type="parTrans" cxnId="{6FCB345C-24B7-42F7-A70D-A3DB818E4ADF}">
      <dgm:prSet/>
      <dgm:spPr/>
      <dgm:t>
        <a:bodyPr/>
        <a:lstStyle/>
        <a:p>
          <a:endParaRPr kumimoji="1" lang="ja-JP" altLang="en-US"/>
        </a:p>
      </dgm:t>
    </dgm:pt>
    <dgm:pt modelId="{7B420886-DEF3-4F8D-96A7-C17B5EDC8DFF}" type="sibTrans" cxnId="{6FCB345C-24B7-42F7-A70D-A3DB818E4ADF}">
      <dgm:prSet/>
      <dgm:spPr/>
      <dgm:t>
        <a:bodyPr/>
        <a:lstStyle/>
        <a:p>
          <a:endParaRPr kumimoji="1" lang="ja-JP" altLang="en-US"/>
        </a:p>
      </dgm:t>
    </dgm:pt>
    <dgm:pt modelId="{1FE72F19-AAF1-4821-B65E-8A3803025CE5}">
      <dgm:prSet phldrT="[テキスト]" custT="1"/>
      <dgm:spPr/>
      <dgm:t>
        <a:bodyPr/>
        <a:lstStyle/>
        <a:p>
          <a:r>
            <a:rPr kumimoji="1" lang="ja-JP" altLang="en-US" sz="2800" b="1" dirty="0"/>
            <a:t>商業施設</a:t>
          </a:r>
        </a:p>
      </dgm:t>
    </dgm:pt>
    <dgm:pt modelId="{D59CF58E-15FF-413B-A588-DB78C8350F24}" type="parTrans" cxnId="{1A79B004-8B78-4C5D-BC23-9DC211B62E5B}">
      <dgm:prSet/>
      <dgm:spPr/>
      <dgm:t>
        <a:bodyPr/>
        <a:lstStyle/>
        <a:p>
          <a:endParaRPr kumimoji="1" lang="ja-JP" altLang="en-US"/>
        </a:p>
      </dgm:t>
    </dgm:pt>
    <dgm:pt modelId="{ED400DBE-A6A1-451A-B91C-BDD6052AE38E}" type="sibTrans" cxnId="{1A79B004-8B78-4C5D-BC23-9DC211B62E5B}">
      <dgm:prSet/>
      <dgm:spPr/>
      <dgm:t>
        <a:bodyPr/>
        <a:lstStyle/>
        <a:p>
          <a:endParaRPr kumimoji="1" lang="ja-JP" altLang="en-US"/>
        </a:p>
      </dgm:t>
    </dgm:pt>
    <dgm:pt modelId="{0D87AB4C-D505-4151-95FC-2752B300D6BC}" type="pres">
      <dgm:prSet presAssocID="{033A5132-C085-49F5-8109-D6F2AC681371}" presName="diagram" presStyleCnt="0">
        <dgm:presLayoutVars>
          <dgm:chPref val="1"/>
          <dgm:dir/>
          <dgm:animOne val="branch"/>
          <dgm:animLvl val="lvl"/>
          <dgm:resizeHandles val="exact"/>
        </dgm:presLayoutVars>
      </dgm:prSet>
      <dgm:spPr/>
    </dgm:pt>
    <dgm:pt modelId="{625E23CC-BBD7-461D-A8B6-751F3A3BAEDC}" type="pres">
      <dgm:prSet presAssocID="{341D1BDD-C8D7-4173-AD1D-6058CCF0A8AC}" presName="root1" presStyleCnt="0"/>
      <dgm:spPr/>
    </dgm:pt>
    <dgm:pt modelId="{6081874A-2C08-46BE-A412-808B1529ECE5}" type="pres">
      <dgm:prSet presAssocID="{341D1BDD-C8D7-4173-AD1D-6058CCF0A8AC}" presName="LevelOneTextNode" presStyleLbl="node0" presStyleIdx="0" presStyleCnt="1" custScaleX="157348" custScaleY="157348">
        <dgm:presLayoutVars>
          <dgm:chPref val="3"/>
        </dgm:presLayoutVars>
      </dgm:prSet>
      <dgm:spPr/>
    </dgm:pt>
    <dgm:pt modelId="{76C296A7-EDF2-4792-AA51-1453933818BC}" type="pres">
      <dgm:prSet presAssocID="{341D1BDD-C8D7-4173-AD1D-6058CCF0A8AC}" presName="level2hierChild" presStyleCnt="0"/>
      <dgm:spPr/>
    </dgm:pt>
    <dgm:pt modelId="{AFDF06F4-AD8F-4D72-8858-02BB647810EB}" type="pres">
      <dgm:prSet presAssocID="{07865332-E362-4AE7-AC7D-DB8461FD9D37}" presName="conn2-1" presStyleLbl="parChTrans1D2" presStyleIdx="0" presStyleCnt="3"/>
      <dgm:spPr/>
    </dgm:pt>
    <dgm:pt modelId="{1FEAE1EC-6958-484B-90F3-FEB3463DC83F}" type="pres">
      <dgm:prSet presAssocID="{07865332-E362-4AE7-AC7D-DB8461FD9D37}" presName="connTx" presStyleLbl="parChTrans1D2" presStyleIdx="0" presStyleCnt="3"/>
      <dgm:spPr/>
    </dgm:pt>
    <dgm:pt modelId="{71E6DCB2-88C6-47AD-A96D-884CE881AC58}" type="pres">
      <dgm:prSet presAssocID="{EB7CD6B9-6A51-4382-96D0-3EBFF92A576B}" presName="root2" presStyleCnt="0"/>
      <dgm:spPr/>
    </dgm:pt>
    <dgm:pt modelId="{1EF4B594-BB0E-49E5-8FA6-AF7D4D212889}" type="pres">
      <dgm:prSet presAssocID="{EB7CD6B9-6A51-4382-96D0-3EBFF92A576B}" presName="LevelTwoTextNode" presStyleLbl="node2" presStyleIdx="0" presStyleCnt="3">
        <dgm:presLayoutVars>
          <dgm:chPref val="3"/>
        </dgm:presLayoutVars>
      </dgm:prSet>
      <dgm:spPr/>
    </dgm:pt>
    <dgm:pt modelId="{7A84672E-B0E0-4024-901E-7D6A6DD26060}" type="pres">
      <dgm:prSet presAssocID="{EB7CD6B9-6A51-4382-96D0-3EBFF92A576B}" presName="level3hierChild" presStyleCnt="0"/>
      <dgm:spPr/>
    </dgm:pt>
    <dgm:pt modelId="{115820DD-AFB2-42D3-A891-47A06E86BA51}" type="pres">
      <dgm:prSet presAssocID="{2CAF3BCF-9A35-4272-9A8D-FBF66C9B8FE6}" presName="conn2-1" presStyleLbl="parChTrans1D2" presStyleIdx="1" presStyleCnt="3"/>
      <dgm:spPr/>
    </dgm:pt>
    <dgm:pt modelId="{B54B6A79-8DC9-4592-9840-0CBCEE1BCAD3}" type="pres">
      <dgm:prSet presAssocID="{2CAF3BCF-9A35-4272-9A8D-FBF66C9B8FE6}" presName="connTx" presStyleLbl="parChTrans1D2" presStyleIdx="1" presStyleCnt="3"/>
      <dgm:spPr/>
    </dgm:pt>
    <dgm:pt modelId="{C061F470-403A-4683-92C8-AFA0D0F2F41A}" type="pres">
      <dgm:prSet presAssocID="{3F228E99-605D-4444-9419-12203177B2C9}" presName="root2" presStyleCnt="0"/>
      <dgm:spPr/>
    </dgm:pt>
    <dgm:pt modelId="{95F4427C-1767-46F6-9AE8-EC22AD7C5D84}" type="pres">
      <dgm:prSet presAssocID="{3F228E99-605D-4444-9419-12203177B2C9}" presName="LevelTwoTextNode" presStyleLbl="node2" presStyleIdx="1" presStyleCnt="3">
        <dgm:presLayoutVars>
          <dgm:chPref val="3"/>
        </dgm:presLayoutVars>
      </dgm:prSet>
      <dgm:spPr/>
    </dgm:pt>
    <dgm:pt modelId="{B757D14E-CB0C-4973-9438-91C2F7AF0956}" type="pres">
      <dgm:prSet presAssocID="{3F228E99-605D-4444-9419-12203177B2C9}" presName="level3hierChild" presStyleCnt="0"/>
      <dgm:spPr/>
    </dgm:pt>
    <dgm:pt modelId="{57FC3BAE-519E-4BEB-8A6C-1DC6760F4565}" type="pres">
      <dgm:prSet presAssocID="{D59CF58E-15FF-413B-A588-DB78C8350F24}" presName="conn2-1" presStyleLbl="parChTrans1D2" presStyleIdx="2" presStyleCnt="3"/>
      <dgm:spPr/>
    </dgm:pt>
    <dgm:pt modelId="{CBEAB930-589C-4DE5-9158-E52385BEEC81}" type="pres">
      <dgm:prSet presAssocID="{D59CF58E-15FF-413B-A588-DB78C8350F24}" presName="connTx" presStyleLbl="parChTrans1D2" presStyleIdx="2" presStyleCnt="3"/>
      <dgm:spPr/>
    </dgm:pt>
    <dgm:pt modelId="{52E2AB4E-E50E-495D-8B8B-476215115019}" type="pres">
      <dgm:prSet presAssocID="{1FE72F19-AAF1-4821-B65E-8A3803025CE5}" presName="root2" presStyleCnt="0"/>
      <dgm:spPr/>
    </dgm:pt>
    <dgm:pt modelId="{F93CE3C7-592B-4299-9358-6017A08E4A76}" type="pres">
      <dgm:prSet presAssocID="{1FE72F19-AAF1-4821-B65E-8A3803025CE5}" presName="LevelTwoTextNode" presStyleLbl="node2" presStyleIdx="2" presStyleCnt="3">
        <dgm:presLayoutVars>
          <dgm:chPref val="3"/>
        </dgm:presLayoutVars>
      </dgm:prSet>
      <dgm:spPr/>
    </dgm:pt>
    <dgm:pt modelId="{DB8EBC5E-C6C8-44F3-8758-B6680B907AF7}" type="pres">
      <dgm:prSet presAssocID="{1FE72F19-AAF1-4821-B65E-8A3803025CE5}" presName="level3hierChild" presStyleCnt="0"/>
      <dgm:spPr/>
    </dgm:pt>
  </dgm:ptLst>
  <dgm:cxnLst>
    <dgm:cxn modelId="{1A79B004-8B78-4C5D-BC23-9DC211B62E5B}" srcId="{341D1BDD-C8D7-4173-AD1D-6058CCF0A8AC}" destId="{1FE72F19-AAF1-4821-B65E-8A3803025CE5}" srcOrd="2" destOrd="0" parTransId="{D59CF58E-15FF-413B-A588-DB78C8350F24}" sibTransId="{ED400DBE-A6A1-451A-B91C-BDD6052AE38E}"/>
    <dgm:cxn modelId="{D5822108-9599-440B-B003-6B9E565E16A2}" type="presOf" srcId="{EB7CD6B9-6A51-4382-96D0-3EBFF92A576B}" destId="{1EF4B594-BB0E-49E5-8FA6-AF7D4D212889}" srcOrd="0" destOrd="0" presId="urn:microsoft.com/office/officeart/2005/8/layout/hierarchy2"/>
    <dgm:cxn modelId="{9291C20E-B977-45C5-8491-17A76E8539F4}" type="presOf" srcId="{341D1BDD-C8D7-4173-AD1D-6058CCF0A8AC}" destId="{6081874A-2C08-46BE-A412-808B1529ECE5}" srcOrd="0" destOrd="0" presId="urn:microsoft.com/office/officeart/2005/8/layout/hierarchy2"/>
    <dgm:cxn modelId="{5F66BA19-04C4-4DFF-97ED-2BD34241EB86}" type="presOf" srcId="{1FE72F19-AAF1-4821-B65E-8A3803025CE5}" destId="{F93CE3C7-592B-4299-9358-6017A08E4A76}" srcOrd="0" destOrd="0" presId="urn:microsoft.com/office/officeart/2005/8/layout/hierarchy2"/>
    <dgm:cxn modelId="{486A4823-E2B0-4843-A092-432E18590614}" type="presOf" srcId="{07865332-E362-4AE7-AC7D-DB8461FD9D37}" destId="{1FEAE1EC-6958-484B-90F3-FEB3463DC83F}" srcOrd="1" destOrd="0" presId="urn:microsoft.com/office/officeart/2005/8/layout/hierarchy2"/>
    <dgm:cxn modelId="{6FCB345C-24B7-42F7-A70D-A3DB818E4ADF}" srcId="{341D1BDD-C8D7-4173-AD1D-6058CCF0A8AC}" destId="{3F228E99-605D-4444-9419-12203177B2C9}" srcOrd="1" destOrd="0" parTransId="{2CAF3BCF-9A35-4272-9A8D-FBF66C9B8FE6}" sibTransId="{7B420886-DEF3-4F8D-96A7-C17B5EDC8DFF}"/>
    <dgm:cxn modelId="{8BA6B75F-8098-4359-8AC9-4B4D1A068058}" type="presOf" srcId="{D59CF58E-15FF-413B-A588-DB78C8350F24}" destId="{CBEAB930-589C-4DE5-9158-E52385BEEC81}" srcOrd="1" destOrd="0" presId="urn:microsoft.com/office/officeart/2005/8/layout/hierarchy2"/>
    <dgm:cxn modelId="{A029C18E-6EB5-4779-9FDA-4C99ABC0A120}" srcId="{341D1BDD-C8D7-4173-AD1D-6058CCF0A8AC}" destId="{EB7CD6B9-6A51-4382-96D0-3EBFF92A576B}" srcOrd="0" destOrd="0" parTransId="{07865332-E362-4AE7-AC7D-DB8461FD9D37}" sibTransId="{DB2BCD50-8771-4A47-80BA-DA5B99F4DA30}"/>
    <dgm:cxn modelId="{76E5FB90-39DB-49DC-BDDE-04E51FC7F519}" type="presOf" srcId="{D59CF58E-15FF-413B-A588-DB78C8350F24}" destId="{57FC3BAE-519E-4BEB-8A6C-1DC6760F4565}" srcOrd="0" destOrd="0" presId="urn:microsoft.com/office/officeart/2005/8/layout/hierarchy2"/>
    <dgm:cxn modelId="{72CA4EA0-F9F6-4EEB-991A-D95EFEB7CC3F}" type="presOf" srcId="{2CAF3BCF-9A35-4272-9A8D-FBF66C9B8FE6}" destId="{B54B6A79-8DC9-4592-9840-0CBCEE1BCAD3}" srcOrd="1" destOrd="0" presId="urn:microsoft.com/office/officeart/2005/8/layout/hierarchy2"/>
    <dgm:cxn modelId="{DE3023C6-BBF6-4410-B1DC-9689C6EFAD39}" srcId="{033A5132-C085-49F5-8109-D6F2AC681371}" destId="{341D1BDD-C8D7-4173-AD1D-6058CCF0A8AC}" srcOrd="0" destOrd="0" parTransId="{4B7135E3-69BF-486D-8241-DF6B9ADAC601}" sibTransId="{335BA491-E75B-4B65-B141-4D5BD0594F30}"/>
    <dgm:cxn modelId="{869F1EC8-F2B1-44DD-82EF-A78288733B6B}" type="presOf" srcId="{2CAF3BCF-9A35-4272-9A8D-FBF66C9B8FE6}" destId="{115820DD-AFB2-42D3-A891-47A06E86BA51}" srcOrd="0" destOrd="0" presId="urn:microsoft.com/office/officeart/2005/8/layout/hierarchy2"/>
    <dgm:cxn modelId="{86D307CF-5201-42F2-9723-FD37F73B38B2}" type="presOf" srcId="{033A5132-C085-49F5-8109-D6F2AC681371}" destId="{0D87AB4C-D505-4151-95FC-2752B300D6BC}" srcOrd="0" destOrd="0" presId="urn:microsoft.com/office/officeart/2005/8/layout/hierarchy2"/>
    <dgm:cxn modelId="{91C6B4D5-0C5E-4321-B8E7-1085C93DE3FC}" type="presOf" srcId="{3F228E99-605D-4444-9419-12203177B2C9}" destId="{95F4427C-1767-46F6-9AE8-EC22AD7C5D84}" srcOrd="0" destOrd="0" presId="urn:microsoft.com/office/officeart/2005/8/layout/hierarchy2"/>
    <dgm:cxn modelId="{C7918CF2-66E8-4D34-8503-0F9C7DF9D36D}" type="presOf" srcId="{07865332-E362-4AE7-AC7D-DB8461FD9D37}" destId="{AFDF06F4-AD8F-4D72-8858-02BB647810EB}" srcOrd="0" destOrd="0" presId="urn:microsoft.com/office/officeart/2005/8/layout/hierarchy2"/>
    <dgm:cxn modelId="{A6898102-CE06-4511-A8AE-327061C4A798}" type="presParOf" srcId="{0D87AB4C-D505-4151-95FC-2752B300D6BC}" destId="{625E23CC-BBD7-461D-A8B6-751F3A3BAEDC}" srcOrd="0" destOrd="0" presId="urn:microsoft.com/office/officeart/2005/8/layout/hierarchy2"/>
    <dgm:cxn modelId="{35D1C306-3440-4A80-BB3F-87C3BDA497C8}" type="presParOf" srcId="{625E23CC-BBD7-461D-A8B6-751F3A3BAEDC}" destId="{6081874A-2C08-46BE-A412-808B1529ECE5}" srcOrd="0" destOrd="0" presId="urn:microsoft.com/office/officeart/2005/8/layout/hierarchy2"/>
    <dgm:cxn modelId="{455755E4-8BCE-40A6-AA1A-B9D5C40FE8A7}" type="presParOf" srcId="{625E23CC-BBD7-461D-A8B6-751F3A3BAEDC}" destId="{76C296A7-EDF2-4792-AA51-1453933818BC}" srcOrd="1" destOrd="0" presId="urn:microsoft.com/office/officeart/2005/8/layout/hierarchy2"/>
    <dgm:cxn modelId="{317C9008-E153-4066-A5F8-79A991DD56AF}" type="presParOf" srcId="{76C296A7-EDF2-4792-AA51-1453933818BC}" destId="{AFDF06F4-AD8F-4D72-8858-02BB647810EB}" srcOrd="0" destOrd="0" presId="urn:microsoft.com/office/officeart/2005/8/layout/hierarchy2"/>
    <dgm:cxn modelId="{75F244BE-EFC3-44FB-96E0-BA882116415C}" type="presParOf" srcId="{AFDF06F4-AD8F-4D72-8858-02BB647810EB}" destId="{1FEAE1EC-6958-484B-90F3-FEB3463DC83F}" srcOrd="0" destOrd="0" presId="urn:microsoft.com/office/officeart/2005/8/layout/hierarchy2"/>
    <dgm:cxn modelId="{502CAD22-4651-47CA-8940-820596D80AA5}" type="presParOf" srcId="{76C296A7-EDF2-4792-AA51-1453933818BC}" destId="{71E6DCB2-88C6-47AD-A96D-884CE881AC58}" srcOrd="1" destOrd="0" presId="urn:microsoft.com/office/officeart/2005/8/layout/hierarchy2"/>
    <dgm:cxn modelId="{08E79392-23BE-49FD-92B8-5F8178FF6754}" type="presParOf" srcId="{71E6DCB2-88C6-47AD-A96D-884CE881AC58}" destId="{1EF4B594-BB0E-49E5-8FA6-AF7D4D212889}" srcOrd="0" destOrd="0" presId="urn:microsoft.com/office/officeart/2005/8/layout/hierarchy2"/>
    <dgm:cxn modelId="{0EBA5DAC-EA29-4FE4-8E8F-D69146A27AFA}" type="presParOf" srcId="{71E6DCB2-88C6-47AD-A96D-884CE881AC58}" destId="{7A84672E-B0E0-4024-901E-7D6A6DD26060}" srcOrd="1" destOrd="0" presId="urn:microsoft.com/office/officeart/2005/8/layout/hierarchy2"/>
    <dgm:cxn modelId="{E888A2AA-F02E-45A4-9F78-18EA83FB1AC5}" type="presParOf" srcId="{76C296A7-EDF2-4792-AA51-1453933818BC}" destId="{115820DD-AFB2-42D3-A891-47A06E86BA51}" srcOrd="2" destOrd="0" presId="urn:microsoft.com/office/officeart/2005/8/layout/hierarchy2"/>
    <dgm:cxn modelId="{E4DB5775-4389-4114-8B33-3AEEAD6F80C2}" type="presParOf" srcId="{115820DD-AFB2-42D3-A891-47A06E86BA51}" destId="{B54B6A79-8DC9-4592-9840-0CBCEE1BCAD3}" srcOrd="0" destOrd="0" presId="urn:microsoft.com/office/officeart/2005/8/layout/hierarchy2"/>
    <dgm:cxn modelId="{2017D649-ABA6-4B5D-84CA-14D7E68F04F6}" type="presParOf" srcId="{76C296A7-EDF2-4792-AA51-1453933818BC}" destId="{C061F470-403A-4683-92C8-AFA0D0F2F41A}" srcOrd="3" destOrd="0" presId="urn:microsoft.com/office/officeart/2005/8/layout/hierarchy2"/>
    <dgm:cxn modelId="{FA771F9C-296B-4D43-8693-289BBAC3322F}" type="presParOf" srcId="{C061F470-403A-4683-92C8-AFA0D0F2F41A}" destId="{95F4427C-1767-46F6-9AE8-EC22AD7C5D84}" srcOrd="0" destOrd="0" presId="urn:microsoft.com/office/officeart/2005/8/layout/hierarchy2"/>
    <dgm:cxn modelId="{BF8A30E9-BCB1-4A5E-A6DE-DE10EB170270}" type="presParOf" srcId="{C061F470-403A-4683-92C8-AFA0D0F2F41A}" destId="{B757D14E-CB0C-4973-9438-91C2F7AF0956}" srcOrd="1" destOrd="0" presId="urn:microsoft.com/office/officeart/2005/8/layout/hierarchy2"/>
    <dgm:cxn modelId="{B2DC8405-1AB2-4A3C-9E85-879C8383E293}" type="presParOf" srcId="{76C296A7-EDF2-4792-AA51-1453933818BC}" destId="{57FC3BAE-519E-4BEB-8A6C-1DC6760F4565}" srcOrd="4" destOrd="0" presId="urn:microsoft.com/office/officeart/2005/8/layout/hierarchy2"/>
    <dgm:cxn modelId="{DCE85FBF-55CE-40DE-B3E3-8D995E4F27C3}" type="presParOf" srcId="{57FC3BAE-519E-4BEB-8A6C-1DC6760F4565}" destId="{CBEAB930-589C-4DE5-9158-E52385BEEC81}" srcOrd="0" destOrd="0" presId="urn:microsoft.com/office/officeart/2005/8/layout/hierarchy2"/>
    <dgm:cxn modelId="{2D012782-CAE5-408F-80CA-13A377935E18}" type="presParOf" srcId="{76C296A7-EDF2-4792-AA51-1453933818BC}" destId="{52E2AB4E-E50E-495D-8B8B-476215115019}" srcOrd="5" destOrd="0" presId="urn:microsoft.com/office/officeart/2005/8/layout/hierarchy2"/>
    <dgm:cxn modelId="{B289EBD8-6992-4B8C-BC1F-73802C183691}" type="presParOf" srcId="{52E2AB4E-E50E-495D-8B8B-476215115019}" destId="{F93CE3C7-592B-4299-9358-6017A08E4A76}" srcOrd="0" destOrd="0" presId="urn:microsoft.com/office/officeart/2005/8/layout/hierarchy2"/>
    <dgm:cxn modelId="{1541ECE0-4A68-42F0-BCB8-7C0A38084791}" type="presParOf" srcId="{52E2AB4E-E50E-495D-8B8B-476215115019}" destId="{DB8EBC5E-C6C8-44F3-8758-B6680B907AF7}"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68F88E-A098-4368-BBAA-99DAEECA5D89}" type="doc">
      <dgm:prSet loTypeId="urn:microsoft.com/office/officeart/2005/8/layout/cycle6" loCatId="cycle" qsTypeId="urn:microsoft.com/office/officeart/2005/8/quickstyle/3d5" qsCatId="3D" csTypeId="urn:microsoft.com/office/officeart/2005/8/colors/accent1_2" csCatId="accent1" phldr="1"/>
      <dgm:spPr/>
      <dgm:t>
        <a:bodyPr/>
        <a:lstStyle/>
        <a:p>
          <a:endParaRPr kumimoji="1" lang="ja-JP" altLang="en-US"/>
        </a:p>
      </dgm:t>
    </dgm:pt>
    <dgm:pt modelId="{D4E10BAE-0241-41A7-964A-EE4E0911580B}">
      <dgm:prSet phldrT="[テキスト]" custT="1"/>
      <dgm:spPr/>
      <dgm:t>
        <a:bodyPr/>
        <a:lstStyle/>
        <a:p>
          <a:r>
            <a:rPr kumimoji="1" lang="ja-JP" altLang="en-US" sz="2000" b="1" dirty="0"/>
            <a:t>ユーザー管理システム</a:t>
          </a:r>
        </a:p>
      </dgm:t>
    </dgm:pt>
    <dgm:pt modelId="{606F413D-429E-4C1F-804F-603C4ACA6F1F}" type="parTrans" cxnId="{31074C81-2896-4840-A5FB-CCA903FD0F13}">
      <dgm:prSet/>
      <dgm:spPr/>
      <dgm:t>
        <a:bodyPr/>
        <a:lstStyle/>
        <a:p>
          <a:endParaRPr kumimoji="1" lang="ja-JP" altLang="en-US"/>
        </a:p>
      </dgm:t>
    </dgm:pt>
    <dgm:pt modelId="{BEC52353-F9AB-408B-9359-BD461D18D66D}" type="sibTrans" cxnId="{31074C81-2896-4840-A5FB-CCA903FD0F13}">
      <dgm:prSet/>
      <dgm:spPr/>
      <dgm:t>
        <a:bodyPr/>
        <a:lstStyle/>
        <a:p>
          <a:endParaRPr kumimoji="1" lang="ja-JP" altLang="en-US"/>
        </a:p>
      </dgm:t>
    </dgm:pt>
    <dgm:pt modelId="{AC30675F-6A0F-4D96-8CD5-A1F5BB492D00}">
      <dgm:prSet phldrT="[テキスト]" custT="1"/>
      <dgm:spPr/>
      <dgm:t>
        <a:bodyPr/>
        <a:lstStyle/>
        <a:p>
          <a:r>
            <a:rPr kumimoji="1" lang="ja-JP" altLang="en-US" sz="1800" b="1" dirty="0"/>
            <a:t>画面表示</a:t>
          </a:r>
          <a:br>
            <a:rPr kumimoji="1" lang="en-US" altLang="ja-JP" sz="1800" b="1" dirty="0"/>
          </a:br>
          <a:r>
            <a:rPr kumimoji="1" lang="ja-JP" altLang="en-US" sz="1800" b="1" dirty="0"/>
            <a:t>システム</a:t>
          </a:r>
        </a:p>
      </dgm:t>
    </dgm:pt>
    <dgm:pt modelId="{501036F6-9904-40D0-AEE0-A73E135315EB}" type="parTrans" cxnId="{EECD7D3D-51A3-4F3C-928A-144E652C737F}">
      <dgm:prSet/>
      <dgm:spPr/>
      <dgm:t>
        <a:bodyPr/>
        <a:lstStyle/>
        <a:p>
          <a:endParaRPr kumimoji="1" lang="ja-JP" altLang="en-US"/>
        </a:p>
      </dgm:t>
    </dgm:pt>
    <dgm:pt modelId="{CAEE996A-7B96-4B2C-8FCC-73C2F3F4E026}" type="sibTrans" cxnId="{EECD7D3D-51A3-4F3C-928A-144E652C737F}">
      <dgm:prSet/>
      <dgm:spPr/>
      <dgm:t>
        <a:bodyPr/>
        <a:lstStyle/>
        <a:p>
          <a:endParaRPr kumimoji="1" lang="ja-JP" altLang="en-US"/>
        </a:p>
      </dgm:t>
    </dgm:pt>
    <dgm:pt modelId="{2BD12859-2128-4E70-9408-B490B4B1D43E}">
      <dgm:prSet phldrT="[テキスト]" custT="1"/>
      <dgm:spPr/>
      <dgm:t>
        <a:bodyPr/>
        <a:lstStyle/>
        <a:p>
          <a:r>
            <a:rPr kumimoji="1" lang="ja-JP" altLang="en-US" sz="1800" b="1" dirty="0"/>
            <a:t>施設予約管理</a:t>
          </a:r>
          <a:br>
            <a:rPr kumimoji="1" lang="en-US" altLang="ja-JP" sz="1800" b="1" dirty="0"/>
          </a:br>
          <a:r>
            <a:rPr kumimoji="1" lang="ja-JP" altLang="en-US" sz="1800" b="1" dirty="0"/>
            <a:t>システム</a:t>
          </a:r>
        </a:p>
      </dgm:t>
    </dgm:pt>
    <dgm:pt modelId="{260EA15D-236C-4C32-9F13-CBE29D663375}" type="parTrans" cxnId="{8A46BEB9-0DDA-46C5-A1E7-D01125CA7F5E}">
      <dgm:prSet/>
      <dgm:spPr/>
      <dgm:t>
        <a:bodyPr/>
        <a:lstStyle/>
        <a:p>
          <a:endParaRPr kumimoji="1" lang="ja-JP" altLang="en-US"/>
        </a:p>
      </dgm:t>
    </dgm:pt>
    <dgm:pt modelId="{00FD5FFA-5F53-4DEB-BC30-B284CD09B645}" type="sibTrans" cxnId="{8A46BEB9-0DDA-46C5-A1E7-D01125CA7F5E}">
      <dgm:prSet/>
      <dgm:spPr/>
      <dgm:t>
        <a:bodyPr/>
        <a:lstStyle/>
        <a:p>
          <a:endParaRPr kumimoji="1" lang="ja-JP" altLang="en-US"/>
        </a:p>
      </dgm:t>
    </dgm:pt>
    <dgm:pt modelId="{16126CE8-37C7-42F0-95A2-EE288FB33D2C}" type="pres">
      <dgm:prSet presAssocID="{B468F88E-A098-4368-BBAA-99DAEECA5D89}" presName="cycle" presStyleCnt="0">
        <dgm:presLayoutVars>
          <dgm:dir/>
          <dgm:resizeHandles val="exact"/>
        </dgm:presLayoutVars>
      </dgm:prSet>
      <dgm:spPr/>
    </dgm:pt>
    <dgm:pt modelId="{DB510E88-F34C-4333-9F88-C6F1544FFF73}" type="pres">
      <dgm:prSet presAssocID="{D4E10BAE-0241-41A7-964A-EE4E0911580B}" presName="node" presStyleLbl="node1" presStyleIdx="0" presStyleCnt="3">
        <dgm:presLayoutVars>
          <dgm:bulletEnabled val="1"/>
        </dgm:presLayoutVars>
      </dgm:prSet>
      <dgm:spPr/>
    </dgm:pt>
    <dgm:pt modelId="{3804B432-0D4C-4D2C-8C20-715E179262CD}" type="pres">
      <dgm:prSet presAssocID="{D4E10BAE-0241-41A7-964A-EE4E0911580B}" presName="spNode" presStyleCnt="0"/>
      <dgm:spPr/>
    </dgm:pt>
    <dgm:pt modelId="{BA0F53CF-6F24-4B34-BC8E-2200EDC17207}" type="pres">
      <dgm:prSet presAssocID="{BEC52353-F9AB-408B-9359-BD461D18D66D}" presName="sibTrans" presStyleLbl="sibTrans1D1" presStyleIdx="0" presStyleCnt="3"/>
      <dgm:spPr/>
    </dgm:pt>
    <dgm:pt modelId="{D2D93877-B6C1-4FC3-9903-EB3CD4AD323B}" type="pres">
      <dgm:prSet presAssocID="{AC30675F-6A0F-4D96-8CD5-A1F5BB492D00}" presName="node" presStyleLbl="node1" presStyleIdx="1" presStyleCnt="3">
        <dgm:presLayoutVars>
          <dgm:bulletEnabled val="1"/>
        </dgm:presLayoutVars>
      </dgm:prSet>
      <dgm:spPr/>
    </dgm:pt>
    <dgm:pt modelId="{5D664BA3-30DC-4154-BF36-CEFE39947CD6}" type="pres">
      <dgm:prSet presAssocID="{AC30675F-6A0F-4D96-8CD5-A1F5BB492D00}" presName="spNode" presStyleCnt="0"/>
      <dgm:spPr/>
    </dgm:pt>
    <dgm:pt modelId="{A065EBA5-A497-425C-9BAB-B3FBD941AD63}" type="pres">
      <dgm:prSet presAssocID="{CAEE996A-7B96-4B2C-8FCC-73C2F3F4E026}" presName="sibTrans" presStyleLbl="sibTrans1D1" presStyleIdx="1" presStyleCnt="3"/>
      <dgm:spPr/>
    </dgm:pt>
    <dgm:pt modelId="{EC24D673-7D67-4D39-9576-BE0923694F49}" type="pres">
      <dgm:prSet presAssocID="{2BD12859-2128-4E70-9408-B490B4B1D43E}" presName="node" presStyleLbl="node1" presStyleIdx="2" presStyleCnt="3">
        <dgm:presLayoutVars>
          <dgm:bulletEnabled val="1"/>
        </dgm:presLayoutVars>
      </dgm:prSet>
      <dgm:spPr/>
    </dgm:pt>
    <dgm:pt modelId="{8657730C-F974-4561-8E12-578272F707CC}" type="pres">
      <dgm:prSet presAssocID="{2BD12859-2128-4E70-9408-B490B4B1D43E}" presName="spNode" presStyleCnt="0"/>
      <dgm:spPr/>
    </dgm:pt>
    <dgm:pt modelId="{403A02B6-1D91-4880-AA92-0F6C7BA9C950}" type="pres">
      <dgm:prSet presAssocID="{00FD5FFA-5F53-4DEB-BC30-B284CD09B645}" presName="sibTrans" presStyleLbl="sibTrans1D1" presStyleIdx="2" presStyleCnt="3"/>
      <dgm:spPr/>
    </dgm:pt>
  </dgm:ptLst>
  <dgm:cxnLst>
    <dgm:cxn modelId="{D2774828-B836-4F42-BA95-F22B36F0CF44}" type="presOf" srcId="{2BD12859-2128-4E70-9408-B490B4B1D43E}" destId="{EC24D673-7D67-4D39-9576-BE0923694F49}" srcOrd="0" destOrd="0" presId="urn:microsoft.com/office/officeart/2005/8/layout/cycle6"/>
    <dgm:cxn modelId="{EECD7D3D-51A3-4F3C-928A-144E652C737F}" srcId="{B468F88E-A098-4368-BBAA-99DAEECA5D89}" destId="{AC30675F-6A0F-4D96-8CD5-A1F5BB492D00}" srcOrd="1" destOrd="0" parTransId="{501036F6-9904-40D0-AEE0-A73E135315EB}" sibTransId="{CAEE996A-7B96-4B2C-8FCC-73C2F3F4E026}"/>
    <dgm:cxn modelId="{8F097244-DE11-4D4D-8081-CED1B0B67B9F}" type="presOf" srcId="{D4E10BAE-0241-41A7-964A-EE4E0911580B}" destId="{DB510E88-F34C-4333-9F88-C6F1544FFF73}" srcOrd="0" destOrd="0" presId="urn:microsoft.com/office/officeart/2005/8/layout/cycle6"/>
    <dgm:cxn modelId="{1814E54B-4CC4-4C23-A576-88B15B8F8CC1}" type="presOf" srcId="{CAEE996A-7B96-4B2C-8FCC-73C2F3F4E026}" destId="{A065EBA5-A497-425C-9BAB-B3FBD941AD63}" srcOrd="0" destOrd="0" presId="urn:microsoft.com/office/officeart/2005/8/layout/cycle6"/>
    <dgm:cxn modelId="{31074C81-2896-4840-A5FB-CCA903FD0F13}" srcId="{B468F88E-A098-4368-BBAA-99DAEECA5D89}" destId="{D4E10BAE-0241-41A7-964A-EE4E0911580B}" srcOrd="0" destOrd="0" parTransId="{606F413D-429E-4C1F-804F-603C4ACA6F1F}" sibTransId="{BEC52353-F9AB-408B-9359-BD461D18D66D}"/>
    <dgm:cxn modelId="{81515A91-5A50-4FC6-BA7D-631352211A17}" type="presOf" srcId="{B468F88E-A098-4368-BBAA-99DAEECA5D89}" destId="{16126CE8-37C7-42F0-95A2-EE288FB33D2C}" srcOrd="0" destOrd="0" presId="urn:microsoft.com/office/officeart/2005/8/layout/cycle6"/>
    <dgm:cxn modelId="{F410D8A9-81B5-4DB8-9523-357413A01C42}" type="presOf" srcId="{BEC52353-F9AB-408B-9359-BD461D18D66D}" destId="{BA0F53CF-6F24-4B34-BC8E-2200EDC17207}" srcOrd="0" destOrd="0" presId="urn:microsoft.com/office/officeart/2005/8/layout/cycle6"/>
    <dgm:cxn modelId="{145FDDAD-DB59-4E35-A513-971A79C26668}" type="presOf" srcId="{00FD5FFA-5F53-4DEB-BC30-B284CD09B645}" destId="{403A02B6-1D91-4880-AA92-0F6C7BA9C950}" srcOrd="0" destOrd="0" presId="urn:microsoft.com/office/officeart/2005/8/layout/cycle6"/>
    <dgm:cxn modelId="{49592BB7-05B3-4AA9-BD66-9EA4FAFD3F52}" type="presOf" srcId="{AC30675F-6A0F-4D96-8CD5-A1F5BB492D00}" destId="{D2D93877-B6C1-4FC3-9903-EB3CD4AD323B}" srcOrd="0" destOrd="0" presId="urn:microsoft.com/office/officeart/2005/8/layout/cycle6"/>
    <dgm:cxn modelId="{8A46BEB9-0DDA-46C5-A1E7-D01125CA7F5E}" srcId="{B468F88E-A098-4368-BBAA-99DAEECA5D89}" destId="{2BD12859-2128-4E70-9408-B490B4B1D43E}" srcOrd="2" destOrd="0" parTransId="{260EA15D-236C-4C32-9F13-CBE29D663375}" sibTransId="{00FD5FFA-5F53-4DEB-BC30-B284CD09B645}"/>
    <dgm:cxn modelId="{6B85FB43-FF08-4270-BBD3-4A7843B2E883}" type="presParOf" srcId="{16126CE8-37C7-42F0-95A2-EE288FB33D2C}" destId="{DB510E88-F34C-4333-9F88-C6F1544FFF73}" srcOrd="0" destOrd="0" presId="urn:microsoft.com/office/officeart/2005/8/layout/cycle6"/>
    <dgm:cxn modelId="{BF9FEB37-B897-486C-841E-C67CC4FF44C4}" type="presParOf" srcId="{16126CE8-37C7-42F0-95A2-EE288FB33D2C}" destId="{3804B432-0D4C-4D2C-8C20-715E179262CD}" srcOrd="1" destOrd="0" presId="urn:microsoft.com/office/officeart/2005/8/layout/cycle6"/>
    <dgm:cxn modelId="{74D86D90-F2A3-44F9-A755-25F4BC1D4BA1}" type="presParOf" srcId="{16126CE8-37C7-42F0-95A2-EE288FB33D2C}" destId="{BA0F53CF-6F24-4B34-BC8E-2200EDC17207}" srcOrd="2" destOrd="0" presId="urn:microsoft.com/office/officeart/2005/8/layout/cycle6"/>
    <dgm:cxn modelId="{BE561038-A039-4398-A1AC-8FF16D30C077}" type="presParOf" srcId="{16126CE8-37C7-42F0-95A2-EE288FB33D2C}" destId="{D2D93877-B6C1-4FC3-9903-EB3CD4AD323B}" srcOrd="3" destOrd="0" presId="urn:microsoft.com/office/officeart/2005/8/layout/cycle6"/>
    <dgm:cxn modelId="{4F5E6F38-02F4-4570-AAE5-0DDDCD8B5783}" type="presParOf" srcId="{16126CE8-37C7-42F0-95A2-EE288FB33D2C}" destId="{5D664BA3-30DC-4154-BF36-CEFE39947CD6}" srcOrd="4" destOrd="0" presId="urn:microsoft.com/office/officeart/2005/8/layout/cycle6"/>
    <dgm:cxn modelId="{546A0365-32FC-4E51-A07E-C44A9E351D9E}" type="presParOf" srcId="{16126CE8-37C7-42F0-95A2-EE288FB33D2C}" destId="{A065EBA5-A497-425C-9BAB-B3FBD941AD63}" srcOrd="5" destOrd="0" presId="urn:microsoft.com/office/officeart/2005/8/layout/cycle6"/>
    <dgm:cxn modelId="{20E160C4-FA7E-4D69-A496-2CDBC2825FFA}" type="presParOf" srcId="{16126CE8-37C7-42F0-95A2-EE288FB33D2C}" destId="{EC24D673-7D67-4D39-9576-BE0923694F49}" srcOrd="6" destOrd="0" presId="urn:microsoft.com/office/officeart/2005/8/layout/cycle6"/>
    <dgm:cxn modelId="{31DB96A6-5D3D-468B-A629-F6BBDE46FFAA}" type="presParOf" srcId="{16126CE8-37C7-42F0-95A2-EE288FB33D2C}" destId="{8657730C-F974-4561-8E12-578272F707CC}" srcOrd="7" destOrd="0" presId="urn:microsoft.com/office/officeart/2005/8/layout/cycle6"/>
    <dgm:cxn modelId="{2B8F83D9-BF6A-4697-94B1-0BF0181D95B1}" type="presParOf" srcId="{16126CE8-37C7-42F0-95A2-EE288FB33D2C}" destId="{403A02B6-1D91-4880-AA92-0F6C7BA9C950}" srcOrd="8"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5748B7-A1E6-43D4-BFB0-58669F5D480A}" type="doc">
      <dgm:prSet loTypeId="urn:microsoft.com/office/officeart/2005/8/layout/chart3" loCatId="cycle" qsTypeId="urn:microsoft.com/office/officeart/2005/8/quickstyle/simple1" qsCatId="simple" csTypeId="urn:microsoft.com/office/officeart/2005/8/colors/accent5_4" csCatId="accent5" phldr="1"/>
      <dgm:spPr/>
    </dgm:pt>
    <dgm:pt modelId="{090C5754-1651-435D-BC31-33509B3B361C}">
      <dgm:prSet phldrT="[テキスト]" custT="1"/>
      <dgm:spPr/>
      <dgm:t>
        <a:bodyPr/>
        <a:lstStyle/>
        <a:p>
          <a:r>
            <a:rPr kumimoji="1" lang="ja-JP" altLang="en-US" sz="2400" b="1" dirty="0"/>
            <a:t>ユーザー管理</a:t>
          </a:r>
          <a:br>
            <a:rPr kumimoji="1" lang="en-US" altLang="ja-JP" sz="2400" b="1" dirty="0"/>
          </a:br>
          <a:r>
            <a:rPr kumimoji="1" lang="ja-JP" altLang="en-US" sz="2400" b="1" dirty="0"/>
            <a:t>システム</a:t>
          </a:r>
        </a:p>
      </dgm:t>
    </dgm:pt>
    <dgm:pt modelId="{B9CF45EF-59E6-4971-B966-2703D56C41F6}" type="parTrans" cxnId="{3BD1FC60-4A39-4159-BD82-7BB8E5E25FD4}">
      <dgm:prSet/>
      <dgm:spPr/>
      <dgm:t>
        <a:bodyPr/>
        <a:lstStyle/>
        <a:p>
          <a:endParaRPr kumimoji="1" lang="ja-JP" altLang="en-US"/>
        </a:p>
      </dgm:t>
    </dgm:pt>
    <dgm:pt modelId="{9ED10692-FC97-4CAC-8C58-895EABC1B85E}" type="sibTrans" cxnId="{3BD1FC60-4A39-4159-BD82-7BB8E5E25FD4}">
      <dgm:prSet/>
      <dgm:spPr/>
      <dgm:t>
        <a:bodyPr/>
        <a:lstStyle/>
        <a:p>
          <a:endParaRPr kumimoji="1" lang="ja-JP" altLang="en-US"/>
        </a:p>
      </dgm:t>
    </dgm:pt>
    <dgm:pt modelId="{26DEBE0B-71CE-47B3-A86F-1E3582BA1284}">
      <dgm:prSet phldrT="[テキスト]" custT="1"/>
      <dgm:spPr/>
      <dgm:t>
        <a:bodyPr/>
        <a:lstStyle/>
        <a:p>
          <a:r>
            <a:rPr kumimoji="1" lang="ja-JP" altLang="en-US" sz="1400" dirty="0"/>
            <a:t>画面表示システム</a:t>
          </a:r>
        </a:p>
      </dgm:t>
    </dgm:pt>
    <dgm:pt modelId="{509C8BCB-83E2-4E9B-8150-D57C2983AF61}" type="parTrans" cxnId="{D48566C4-1D06-4051-9535-390A55F1F332}">
      <dgm:prSet/>
      <dgm:spPr/>
      <dgm:t>
        <a:bodyPr/>
        <a:lstStyle/>
        <a:p>
          <a:endParaRPr kumimoji="1" lang="ja-JP" altLang="en-US"/>
        </a:p>
      </dgm:t>
    </dgm:pt>
    <dgm:pt modelId="{487AC8CC-4090-4E24-B0C8-C8451DCFAF9F}" type="sibTrans" cxnId="{D48566C4-1D06-4051-9535-390A55F1F332}">
      <dgm:prSet/>
      <dgm:spPr/>
      <dgm:t>
        <a:bodyPr/>
        <a:lstStyle/>
        <a:p>
          <a:endParaRPr kumimoji="1" lang="ja-JP" altLang="en-US"/>
        </a:p>
      </dgm:t>
    </dgm:pt>
    <dgm:pt modelId="{243E65CF-789F-41DD-A18D-59E3200C3DC4}">
      <dgm:prSet phldrT="[テキスト]" custT="1"/>
      <dgm:spPr/>
      <dgm:t>
        <a:bodyPr/>
        <a:lstStyle/>
        <a:p>
          <a:r>
            <a:rPr kumimoji="1" lang="ja-JP" altLang="en-US" sz="1400" dirty="0"/>
            <a:t>施設予約管理システム</a:t>
          </a:r>
        </a:p>
      </dgm:t>
    </dgm:pt>
    <dgm:pt modelId="{07A5D8B1-A7A5-440A-A06B-BDA1BEAF06C9}" type="parTrans" cxnId="{738809FA-5ACC-46F3-8EE1-752CD0CB14C6}">
      <dgm:prSet/>
      <dgm:spPr/>
      <dgm:t>
        <a:bodyPr/>
        <a:lstStyle/>
        <a:p>
          <a:endParaRPr kumimoji="1" lang="ja-JP" altLang="en-US"/>
        </a:p>
      </dgm:t>
    </dgm:pt>
    <dgm:pt modelId="{C9CAF640-F140-40BB-97F6-A9496670A2A2}" type="sibTrans" cxnId="{738809FA-5ACC-46F3-8EE1-752CD0CB14C6}">
      <dgm:prSet/>
      <dgm:spPr/>
      <dgm:t>
        <a:bodyPr/>
        <a:lstStyle/>
        <a:p>
          <a:endParaRPr kumimoji="1" lang="ja-JP" altLang="en-US"/>
        </a:p>
      </dgm:t>
    </dgm:pt>
    <dgm:pt modelId="{E2E82C2D-4185-4BB7-8D22-55CCE34EC0B2}" type="pres">
      <dgm:prSet presAssocID="{5B5748B7-A1E6-43D4-BFB0-58669F5D480A}" presName="compositeShape" presStyleCnt="0">
        <dgm:presLayoutVars>
          <dgm:chMax val="7"/>
          <dgm:dir/>
          <dgm:resizeHandles val="exact"/>
        </dgm:presLayoutVars>
      </dgm:prSet>
      <dgm:spPr/>
    </dgm:pt>
    <dgm:pt modelId="{80527F17-EB04-40F5-AAE2-2EB24635B796}" type="pres">
      <dgm:prSet presAssocID="{5B5748B7-A1E6-43D4-BFB0-58669F5D480A}" presName="wedge1" presStyleLbl="node1" presStyleIdx="0" presStyleCnt="3" custScaleX="164188" custScaleY="164188"/>
      <dgm:spPr/>
    </dgm:pt>
    <dgm:pt modelId="{9E55A98C-5690-48EE-9F3F-759D6B2FDB49}" type="pres">
      <dgm:prSet presAssocID="{5B5748B7-A1E6-43D4-BFB0-58669F5D480A}" presName="wedge1Tx" presStyleLbl="node1" presStyleIdx="0" presStyleCnt="3">
        <dgm:presLayoutVars>
          <dgm:chMax val="0"/>
          <dgm:chPref val="0"/>
          <dgm:bulletEnabled val="1"/>
        </dgm:presLayoutVars>
      </dgm:prSet>
      <dgm:spPr/>
    </dgm:pt>
    <dgm:pt modelId="{4432BA65-E329-41E9-9908-B0B431A98775}" type="pres">
      <dgm:prSet presAssocID="{5B5748B7-A1E6-43D4-BFB0-58669F5D480A}" presName="wedge2" presStyleLbl="node1" presStyleIdx="1" presStyleCnt="3"/>
      <dgm:spPr/>
    </dgm:pt>
    <dgm:pt modelId="{ABE87E64-36E8-4090-BC68-2E0A17204641}" type="pres">
      <dgm:prSet presAssocID="{5B5748B7-A1E6-43D4-BFB0-58669F5D480A}" presName="wedge2Tx" presStyleLbl="node1" presStyleIdx="1" presStyleCnt="3">
        <dgm:presLayoutVars>
          <dgm:chMax val="0"/>
          <dgm:chPref val="0"/>
          <dgm:bulletEnabled val="1"/>
        </dgm:presLayoutVars>
      </dgm:prSet>
      <dgm:spPr/>
    </dgm:pt>
    <dgm:pt modelId="{A877B607-5009-456D-998C-3306F494C737}" type="pres">
      <dgm:prSet presAssocID="{5B5748B7-A1E6-43D4-BFB0-58669F5D480A}" presName="wedge3" presStyleLbl="node1" presStyleIdx="2" presStyleCnt="3"/>
      <dgm:spPr/>
    </dgm:pt>
    <dgm:pt modelId="{A52A6DE2-9A40-4625-B63D-ECF3153ECA0D}" type="pres">
      <dgm:prSet presAssocID="{5B5748B7-A1E6-43D4-BFB0-58669F5D480A}" presName="wedge3Tx" presStyleLbl="node1" presStyleIdx="2" presStyleCnt="3">
        <dgm:presLayoutVars>
          <dgm:chMax val="0"/>
          <dgm:chPref val="0"/>
          <dgm:bulletEnabled val="1"/>
        </dgm:presLayoutVars>
      </dgm:prSet>
      <dgm:spPr/>
    </dgm:pt>
  </dgm:ptLst>
  <dgm:cxnLst>
    <dgm:cxn modelId="{3EE5B001-706B-416E-A6AD-D2C8A2C6CC03}" type="presOf" srcId="{090C5754-1651-435D-BC31-33509B3B361C}" destId="{9E55A98C-5690-48EE-9F3F-759D6B2FDB49}" srcOrd="1" destOrd="0" presId="urn:microsoft.com/office/officeart/2005/8/layout/chart3"/>
    <dgm:cxn modelId="{CBDD8A06-6082-4B7C-8484-45F8CCBC2948}" type="presOf" srcId="{243E65CF-789F-41DD-A18D-59E3200C3DC4}" destId="{A52A6DE2-9A40-4625-B63D-ECF3153ECA0D}" srcOrd="1" destOrd="0" presId="urn:microsoft.com/office/officeart/2005/8/layout/chart3"/>
    <dgm:cxn modelId="{4AA0203C-9786-47DC-B33C-972C13B98601}" type="presOf" srcId="{26DEBE0B-71CE-47B3-A86F-1E3582BA1284}" destId="{ABE87E64-36E8-4090-BC68-2E0A17204641}" srcOrd="1" destOrd="0" presId="urn:microsoft.com/office/officeart/2005/8/layout/chart3"/>
    <dgm:cxn modelId="{03FD433E-93D0-4AF1-9F70-93971C8B792D}" type="presOf" srcId="{090C5754-1651-435D-BC31-33509B3B361C}" destId="{80527F17-EB04-40F5-AAE2-2EB24635B796}" srcOrd="0" destOrd="0" presId="urn:microsoft.com/office/officeart/2005/8/layout/chart3"/>
    <dgm:cxn modelId="{3BD1FC60-4A39-4159-BD82-7BB8E5E25FD4}" srcId="{5B5748B7-A1E6-43D4-BFB0-58669F5D480A}" destId="{090C5754-1651-435D-BC31-33509B3B361C}" srcOrd="0" destOrd="0" parTransId="{B9CF45EF-59E6-4971-B966-2703D56C41F6}" sibTransId="{9ED10692-FC97-4CAC-8C58-895EABC1B85E}"/>
    <dgm:cxn modelId="{7360D463-DFF1-45EC-A522-C37D34DF98F8}" type="presOf" srcId="{5B5748B7-A1E6-43D4-BFB0-58669F5D480A}" destId="{E2E82C2D-4185-4BB7-8D22-55CCE34EC0B2}" srcOrd="0" destOrd="0" presId="urn:microsoft.com/office/officeart/2005/8/layout/chart3"/>
    <dgm:cxn modelId="{FB140953-6D86-4764-83B8-81F5F84DFC7B}" type="presOf" srcId="{243E65CF-789F-41DD-A18D-59E3200C3DC4}" destId="{A877B607-5009-456D-998C-3306F494C737}" srcOrd="0" destOrd="0" presId="urn:microsoft.com/office/officeart/2005/8/layout/chart3"/>
    <dgm:cxn modelId="{D48566C4-1D06-4051-9535-390A55F1F332}" srcId="{5B5748B7-A1E6-43D4-BFB0-58669F5D480A}" destId="{26DEBE0B-71CE-47B3-A86F-1E3582BA1284}" srcOrd="1" destOrd="0" parTransId="{509C8BCB-83E2-4E9B-8150-D57C2983AF61}" sibTransId="{487AC8CC-4090-4E24-B0C8-C8451DCFAF9F}"/>
    <dgm:cxn modelId="{88A4C0E8-C1D4-4E11-8476-891BDEFE41E7}" type="presOf" srcId="{26DEBE0B-71CE-47B3-A86F-1E3582BA1284}" destId="{4432BA65-E329-41E9-9908-B0B431A98775}" srcOrd="0" destOrd="0" presId="urn:microsoft.com/office/officeart/2005/8/layout/chart3"/>
    <dgm:cxn modelId="{738809FA-5ACC-46F3-8EE1-752CD0CB14C6}" srcId="{5B5748B7-A1E6-43D4-BFB0-58669F5D480A}" destId="{243E65CF-789F-41DD-A18D-59E3200C3DC4}" srcOrd="2" destOrd="0" parTransId="{07A5D8B1-A7A5-440A-A06B-BDA1BEAF06C9}" sibTransId="{C9CAF640-F140-40BB-97F6-A9496670A2A2}"/>
    <dgm:cxn modelId="{42A5120E-A200-41E4-BDBB-7A32CD68906C}" type="presParOf" srcId="{E2E82C2D-4185-4BB7-8D22-55CCE34EC0B2}" destId="{80527F17-EB04-40F5-AAE2-2EB24635B796}" srcOrd="0" destOrd="0" presId="urn:microsoft.com/office/officeart/2005/8/layout/chart3"/>
    <dgm:cxn modelId="{C438650C-BF95-47C5-9D96-0B40D4591087}" type="presParOf" srcId="{E2E82C2D-4185-4BB7-8D22-55CCE34EC0B2}" destId="{9E55A98C-5690-48EE-9F3F-759D6B2FDB49}" srcOrd="1" destOrd="0" presId="urn:microsoft.com/office/officeart/2005/8/layout/chart3"/>
    <dgm:cxn modelId="{2E4FFC50-488E-4D6A-9CAA-1C714DF24B6D}" type="presParOf" srcId="{E2E82C2D-4185-4BB7-8D22-55CCE34EC0B2}" destId="{4432BA65-E329-41E9-9908-B0B431A98775}" srcOrd="2" destOrd="0" presId="urn:microsoft.com/office/officeart/2005/8/layout/chart3"/>
    <dgm:cxn modelId="{63C3C728-8E49-4A24-8853-F28E14192657}" type="presParOf" srcId="{E2E82C2D-4185-4BB7-8D22-55CCE34EC0B2}" destId="{ABE87E64-36E8-4090-BC68-2E0A17204641}" srcOrd="3" destOrd="0" presId="urn:microsoft.com/office/officeart/2005/8/layout/chart3"/>
    <dgm:cxn modelId="{3819D33F-79B2-49BC-BD67-F906566A39DF}" type="presParOf" srcId="{E2E82C2D-4185-4BB7-8D22-55CCE34EC0B2}" destId="{A877B607-5009-456D-998C-3306F494C737}" srcOrd="4" destOrd="0" presId="urn:microsoft.com/office/officeart/2005/8/layout/chart3"/>
    <dgm:cxn modelId="{F674E75D-5FEB-4EE5-A506-7DC0E0EDC960}" type="presParOf" srcId="{E2E82C2D-4185-4BB7-8D22-55CCE34EC0B2}" destId="{A52A6DE2-9A40-4625-B63D-ECF3153ECA0D}" srcOrd="5"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53A09C44-6B5D-4442-A354-4DE9194335F8}">
      <dgm:prSet phldrT="[テキスト]"/>
      <dgm:spPr/>
      <dgm:t>
        <a:bodyPr/>
        <a:lstStyle/>
        <a:p>
          <a:r>
            <a:rPr kumimoji="1" lang="ja-JP" altLang="en-US" dirty="0">
              <a:solidFill>
                <a:schemeClr val="bg2"/>
              </a:solidFill>
            </a:rPr>
            <a:t>ログイン画面</a:t>
          </a:r>
        </a:p>
      </dgm:t>
    </dgm:pt>
    <dgm:pt modelId="{6D9F2C9A-362E-4250-825D-446DFDEFFAE7}" type="parTrans" cxnId="{464704C3-8D74-4E9B-82A0-0C1313BF6B01}">
      <dgm:prSet/>
      <dgm:spPr/>
      <dgm:t>
        <a:bodyPr/>
        <a:lstStyle/>
        <a:p>
          <a:endParaRPr kumimoji="1" lang="ja-JP" altLang="en-US"/>
        </a:p>
      </dgm:t>
    </dgm:pt>
    <dgm:pt modelId="{47585EBD-7A59-444C-ACD0-2772B075631C}" type="sibTrans" cxnId="{464704C3-8D74-4E9B-82A0-0C1313BF6B01}">
      <dgm:prSet/>
      <dgm:spPr/>
      <dgm:t>
        <a:bodyPr/>
        <a:lstStyle/>
        <a:p>
          <a:endParaRPr kumimoji="1" lang="ja-JP" altLang="en-US"/>
        </a:p>
      </dgm:t>
    </dgm:pt>
    <dgm:pt modelId="{A85B943A-6985-4193-BDAB-06792E1B60CF}">
      <dgm:prSet/>
      <dgm:spPr/>
      <dgm:t>
        <a:bodyPr/>
        <a:lstStyle/>
        <a:p>
          <a:r>
            <a:rPr kumimoji="1" lang="ja-JP" altLang="en-US" dirty="0"/>
            <a:t>ユーザー登録画面</a:t>
          </a:r>
        </a:p>
      </dgm:t>
    </dgm:pt>
    <dgm:pt modelId="{FB97A3A1-F577-493E-96EA-7E3133F32C87}" type="parTrans" cxnId="{498111E7-5C84-4B91-A9B8-347CB7CE1C40}">
      <dgm:prSet/>
      <dgm:spPr/>
      <dgm:t>
        <a:bodyPr/>
        <a:lstStyle/>
        <a:p>
          <a:endParaRPr kumimoji="1" lang="ja-JP" altLang="en-US"/>
        </a:p>
      </dgm:t>
    </dgm:pt>
    <dgm:pt modelId="{36762098-740B-48F0-93E0-30B8E0187139}" type="sibTrans" cxnId="{498111E7-5C84-4B91-A9B8-347CB7CE1C40}">
      <dgm:prSet/>
      <dgm:spPr/>
      <dgm:t>
        <a:bodyPr/>
        <a:lstStyle/>
        <a:p>
          <a:endParaRPr kumimoji="1" lang="ja-JP" altLang="en-US"/>
        </a:p>
      </dgm:t>
    </dgm:pt>
    <dgm:pt modelId="{819AB850-760E-4D73-B026-3A3ACC765CBB}">
      <dgm:prSet/>
      <dgm:spPr/>
      <dgm:t>
        <a:bodyPr/>
        <a:lstStyle/>
        <a:p>
          <a:r>
            <a:rPr kumimoji="1" lang="ja-JP" altLang="en-US" dirty="0">
              <a:solidFill>
                <a:schemeClr val="bg2"/>
              </a:solidFill>
            </a:rPr>
            <a:t>二段階認証</a:t>
          </a:r>
          <a:br>
            <a:rPr kumimoji="1" lang="en-US" altLang="ja-JP" dirty="0">
              <a:solidFill>
                <a:schemeClr val="bg2"/>
              </a:solidFill>
            </a:rPr>
          </a:br>
          <a:r>
            <a:rPr kumimoji="1" lang="ja-JP" altLang="en-US" dirty="0">
              <a:solidFill>
                <a:schemeClr val="bg2"/>
              </a:solidFill>
            </a:rPr>
            <a:t>パスワード変更</a:t>
          </a:r>
        </a:p>
      </dgm:t>
    </dgm:pt>
    <dgm:pt modelId="{E143B0C9-0D8C-4700-BF8A-90E58214A1DF}" type="parTrans" cxnId="{F0D55794-A8AF-41F3-AFB0-ADF756F66ECD}">
      <dgm:prSet/>
      <dgm:spPr/>
      <dgm:t>
        <a:bodyPr/>
        <a:lstStyle/>
        <a:p>
          <a:endParaRPr kumimoji="1" lang="ja-JP" altLang="en-US"/>
        </a:p>
      </dgm:t>
    </dgm:pt>
    <dgm:pt modelId="{ECC846E3-68FC-49EF-A6E0-750D79058667}" type="sibTrans" cxnId="{F0D55794-A8AF-41F3-AFB0-ADF756F66ECD}">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C48CD9AB-AFBF-4373-B06B-170C788D6035}" type="pres">
      <dgm:prSet presAssocID="{A85B943A-6985-4193-BDAB-06792E1B60CF}" presName="compositeA" presStyleCnt="0"/>
      <dgm:spPr/>
    </dgm:pt>
    <dgm:pt modelId="{07C7DBE6-99D4-41DA-A6E9-43351B48390D}" type="pres">
      <dgm:prSet presAssocID="{A85B943A-6985-4193-BDAB-06792E1B60CF}" presName="textA" presStyleLbl="revTx" presStyleIdx="0" presStyleCnt="3" custScaleX="129885">
        <dgm:presLayoutVars>
          <dgm:bulletEnabled val="1"/>
        </dgm:presLayoutVars>
      </dgm:prSet>
      <dgm:spPr/>
    </dgm:pt>
    <dgm:pt modelId="{BCDAAE4C-606F-4291-BC38-09D460A6B83B}" type="pres">
      <dgm:prSet presAssocID="{A85B943A-6985-4193-BDAB-06792E1B60CF}" presName="circleA" presStyleLbl="node1" presStyleIdx="0" presStyleCnt="3"/>
      <dgm:spPr/>
    </dgm:pt>
    <dgm:pt modelId="{FD1CB650-797D-45FA-87C5-69EC036CA26E}" type="pres">
      <dgm:prSet presAssocID="{A85B943A-6985-4193-BDAB-06792E1B60CF}" presName="spaceA" presStyleCnt="0"/>
      <dgm:spPr/>
    </dgm:pt>
    <dgm:pt modelId="{F7C51BF4-D156-406B-B30D-4A9AA578EFFD}" type="pres">
      <dgm:prSet presAssocID="{36762098-740B-48F0-93E0-30B8E0187139}" presName="space" presStyleCnt="0"/>
      <dgm:spPr/>
    </dgm:pt>
    <dgm:pt modelId="{800BBA1D-7A8C-4B3A-95CB-DE055C9F98D6}" type="pres">
      <dgm:prSet presAssocID="{53A09C44-6B5D-4442-A354-4DE9194335F8}" presName="compositeB" presStyleCnt="0"/>
      <dgm:spPr/>
    </dgm:pt>
    <dgm:pt modelId="{B2793EE4-8825-42D5-9DED-2F535149A8D1}" type="pres">
      <dgm:prSet presAssocID="{53A09C44-6B5D-4442-A354-4DE9194335F8}" presName="textB" presStyleLbl="revTx" presStyleIdx="1" presStyleCnt="3">
        <dgm:presLayoutVars>
          <dgm:bulletEnabled val="1"/>
        </dgm:presLayoutVars>
      </dgm:prSet>
      <dgm:spPr/>
    </dgm:pt>
    <dgm:pt modelId="{DB1B2236-2B7C-4951-A219-B6BAFB6EF5E4}" type="pres">
      <dgm:prSet presAssocID="{53A09C44-6B5D-4442-A354-4DE9194335F8}" presName="circleB" presStyleLbl="node1" presStyleIdx="1" presStyleCnt="3"/>
      <dgm:spPr/>
    </dgm:pt>
    <dgm:pt modelId="{D720867E-22F3-4551-9D02-68F1FC36C6F8}" type="pres">
      <dgm:prSet presAssocID="{53A09C44-6B5D-4442-A354-4DE9194335F8}" presName="spaceB" presStyleCnt="0"/>
      <dgm:spPr/>
    </dgm:pt>
    <dgm:pt modelId="{1006F14C-62D4-49FD-B5F2-372A91FE25E8}" type="pres">
      <dgm:prSet presAssocID="{47585EBD-7A59-444C-ACD0-2772B075631C}" presName="space" presStyleCnt="0"/>
      <dgm:spPr/>
    </dgm:pt>
    <dgm:pt modelId="{E8D12A14-8023-48C1-B4FD-6F3A62C35F58}" type="pres">
      <dgm:prSet presAssocID="{819AB850-760E-4D73-B026-3A3ACC765CBB}" presName="compositeA" presStyleCnt="0"/>
      <dgm:spPr/>
    </dgm:pt>
    <dgm:pt modelId="{D5819B53-82AF-4CE0-A3C3-F24F69189E67}" type="pres">
      <dgm:prSet presAssocID="{819AB850-760E-4D73-B026-3A3ACC765CBB}" presName="textA" presStyleLbl="revTx" presStyleIdx="2" presStyleCnt="3">
        <dgm:presLayoutVars>
          <dgm:bulletEnabled val="1"/>
        </dgm:presLayoutVars>
      </dgm:prSet>
      <dgm:spPr/>
    </dgm:pt>
    <dgm:pt modelId="{7C8D34BF-0B35-4C50-B5D7-C0A7DEBD0CA4}" type="pres">
      <dgm:prSet presAssocID="{819AB850-760E-4D73-B026-3A3ACC765CBB}" presName="circleA" presStyleLbl="node1" presStyleIdx="2" presStyleCnt="3"/>
      <dgm:spPr/>
    </dgm:pt>
    <dgm:pt modelId="{97E96F49-A6FA-4B09-9348-BA268F410DD5}" type="pres">
      <dgm:prSet presAssocID="{819AB850-760E-4D73-B026-3A3ACC765CBB}" presName="spaceA" presStyleCnt="0"/>
      <dgm:spPr/>
    </dgm:pt>
  </dgm:ptLst>
  <dgm:cxnLst>
    <dgm:cxn modelId="{8B0A141A-55E4-40EA-A640-581D2D44231F}" type="presOf" srcId="{53A09C44-6B5D-4442-A354-4DE9194335F8}" destId="{B2793EE4-8825-42D5-9DED-2F535149A8D1}" srcOrd="0" destOrd="0" presId="urn:microsoft.com/office/officeart/2005/8/layout/hProcess11"/>
    <dgm:cxn modelId="{DEF30F1E-D7C2-4EE7-807A-B44AED274D52}" type="presOf" srcId="{A85B943A-6985-4193-BDAB-06792E1B60CF}" destId="{07C7DBE6-99D4-41DA-A6E9-43351B48390D}" srcOrd="0" destOrd="0" presId="urn:microsoft.com/office/officeart/2005/8/layout/hProcess11"/>
    <dgm:cxn modelId="{F621521E-8612-49A8-87AE-4E1C9DF67BF6}" type="presOf" srcId="{B3A8A0EE-A98C-46BD-8D48-0A5F7F9BB904}" destId="{F76AA589-DEAD-492E-8116-92F109B3AB8B}" srcOrd="0" destOrd="0" presId="urn:microsoft.com/office/officeart/2005/8/layout/hProcess11"/>
    <dgm:cxn modelId="{F0D55794-A8AF-41F3-AFB0-ADF756F66ECD}" srcId="{B3A8A0EE-A98C-46BD-8D48-0A5F7F9BB904}" destId="{819AB850-760E-4D73-B026-3A3ACC765CBB}" srcOrd="2" destOrd="0" parTransId="{E143B0C9-0D8C-4700-BF8A-90E58214A1DF}" sibTransId="{ECC846E3-68FC-49EF-A6E0-750D79058667}"/>
    <dgm:cxn modelId="{464704C3-8D74-4E9B-82A0-0C1313BF6B01}" srcId="{B3A8A0EE-A98C-46BD-8D48-0A5F7F9BB904}" destId="{53A09C44-6B5D-4442-A354-4DE9194335F8}" srcOrd="1" destOrd="0" parTransId="{6D9F2C9A-362E-4250-825D-446DFDEFFAE7}" sibTransId="{47585EBD-7A59-444C-ACD0-2772B075631C}"/>
    <dgm:cxn modelId="{89E3CCDC-F52F-455E-B34B-9E47F01B3F31}" type="presOf" srcId="{819AB850-760E-4D73-B026-3A3ACC765CBB}" destId="{D5819B53-82AF-4CE0-A3C3-F24F69189E67}" srcOrd="0" destOrd="0" presId="urn:microsoft.com/office/officeart/2005/8/layout/hProcess11"/>
    <dgm:cxn modelId="{498111E7-5C84-4B91-A9B8-347CB7CE1C40}" srcId="{B3A8A0EE-A98C-46BD-8D48-0A5F7F9BB904}" destId="{A85B943A-6985-4193-BDAB-06792E1B60CF}" srcOrd="0" destOrd="0" parTransId="{FB97A3A1-F577-493E-96EA-7E3133F32C87}" sibTransId="{36762098-740B-48F0-93E0-30B8E0187139}"/>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94B9CD2A-84CD-42D4-9E1C-9C96461D46C6}" type="presParOf" srcId="{F28D9683-94BD-4142-B05C-A4672ABDFB10}" destId="{C48CD9AB-AFBF-4373-B06B-170C788D6035}" srcOrd="0" destOrd="0" presId="urn:microsoft.com/office/officeart/2005/8/layout/hProcess11"/>
    <dgm:cxn modelId="{03BCBC3A-FA30-40AA-AB9A-D0CA1DB79123}" type="presParOf" srcId="{C48CD9AB-AFBF-4373-B06B-170C788D6035}" destId="{07C7DBE6-99D4-41DA-A6E9-43351B48390D}" srcOrd="0" destOrd="0" presId="urn:microsoft.com/office/officeart/2005/8/layout/hProcess11"/>
    <dgm:cxn modelId="{C057FF40-F947-4021-9A4D-06F5DAFAFEBF}" type="presParOf" srcId="{C48CD9AB-AFBF-4373-B06B-170C788D6035}" destId="{BCDAAE4C-606F-4291-BC38-09D460A6B83B}" srcOrd="1" destOrd="0" presId="urn:microsoft.com/office/officeart/2005/8/layout/hProcess11"/>
    <dgm:cxn modelId="{9066B261-81DF-4ED6-B58B-9413BFBB7FB2}" type="presParOf" srcId="{C48CD9AB-AFBF-4373-B06B-170C788D6035}" destId="{FD1CB650-797D-45FA-87C5-69EC036CA26E}" srcOrd="2" destOrd="0" presId="urn:microsoft.com/office/officeart/2005/8/layout/hProcess11"/>
    <dgm:cxn modelId="{2B8E6FCD-7BD7-40B2-B34A-446F73C4F7F5}" type="presParOf" srcId="{F28D9683-94BD-4142-B05C-A4672ABDFB10}" destId="{F7C51BF4-D156-406B-B30D-4A9AA578EFFD}" srcOrd="1" destOrd="0" presId="urn:microsoft.com/office/officeart/2005/8/layout/hProcess11"/>
    <dgm:cxn modelId="{596FBB18-C5F3-4B66-88AC-128C59F31DFE}" type="presParOf" srcId="{F28D9683-94BD-4142-B05C-A4672ABDFB10}" destId="{800BBA1D-7A8C-4B3A-95CB-DE055C9F98D6}" srcOrd="2" destOrd="0" presId="urn:microsoft.com/office/officeart/2005/8/layout/hProcess11"/>
    <dgm:cxn modelId="{5A62BC8C-7D95-4015-B40B-E24F01831CDE}" type="presParOf" srcId="{800BBA1D-7A8C-4B3A-95CB-DE055C9F98D6}" destId="{B2793EE4-8825-42D5-9DED-2F535149A8D1}" srcOrd="0" destOrd="0" presId="urn:microsoft.com/office/officeart/2005/8/layout/hProcess11"/>
    <dgm:cxn modelId="{7B44A256-3C5F-4CC6-AB6D-8204471F3446}" type="presParOf" srcId="{800BBA1D-7A8C-4B3A-95CB-DE055C9F98D6}" destId="{DB1B2236-2B7C-4951-A219-B6BAFB6EF5E4}" srcOrd="1" destOrd="0" presId="urn:microsoft.com/office/officeart/2005/8/layout/hProcess11"/>
    <dgm:cxn modelId="{37F806ED-4BA7-4990-BD9C-FE5502B406DD}" type="presParOf" srcId="{800BBA1D-7A8C-4B3A-95CB-DE055C9F98D6}" destId="{D720867E-22F3-4551-9D02-68F1FC36C6F8}" srcOrd="2" destOrd="0" presId="urn:microsoft.com/office/officeart/2005/8/layout/hProcess11"/>
    <dgm:cxn modelId="{5A8CFBF8-7E61-4F1A-AAB8-4A9CF56EBCA8}" type="presParOf" srcId="{F28D9683-94BD-4142-B05C-A4672ABDFB10}" destId="{1006F14C-62D4-49FD-B5F2-372A91FE25E8}" srcOrd="3" destOrd="0" presId="urn:microsoft.com/office/officeart/2005/8/layout/hProcess11"/>
    <dgm:cxn modelId="{786344E9-9B86-44EF-8042-0BA697463939}" type="presParOf" srcId="{F28D9683-94BD-4142-B05C-A4672ABDFB10}" destId="{E8D12A14-8023-48C1-B4FD-6F3A62C35F58}" srcOrd="4" destOrd="0" presId="urn:microsoft.com/office/officeart/2005/8/layout/hProcess11"/>
    <dgm:cxn modelId="{675F077D-5924-49C0-8EFD-8D78C124B7AB}" type="presParOf" srcId="{E8D12A14-8023-48C1-B4FD-6F3A62C35F58}" destId="{D5819B53-82AF-4CE0-A3C3-F24F69189E67}" srcOrd="0" destOrd="0" presId="urn:microsoft.com/office/officeart/2005/8/layout/hProcess11"/>
    <dgm:cxn modelId="{30D87B01-432F-4A71-B9E4-0B7809C6E3E5}" type="presParOf" srcId="{E8D12A14-8023-48C1-B4FD-6F3A62C35F58}" destId="{7C8D34BF-0B35-4C50-B5D7-C0A7DEBD0CA4}" srcOrd="1" destOrd="0" presId="urn:microsoft.com/office/officeart/2005/8/layout/hProcess11"/>
    <dgm:cxn modelId="{06640A47-1196-4BF2-AA31-E5BAC6F86970}" type="presParOf" srcId="{E8D12A14-8023-48C1-B4FD-6F3A62C35F58}" destId="{97E96F49-A6FA-4B09-9348-BA268F410DD5}"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53A09C44-6B5D-4442-A354-4DE9194335F8}">
      <dgm:prSet phldrT="[テキスト]"/>
      <dgm:spPr/>
      <dgm:t>
        <a:bodyPr/>
        <a:lstStyle/>
        <a:p>
          <a:r>
            <a:rPr kumimoji="1" lang="ja-JP" altLang="en-US" dirty="0">
              <a:solidFill>
                <a:schemeClr val="tx1"/>
              </a:solidFill>
            </a:rPr>
            <a:t>ログイン画面</a:t>
          </a:r>
        </a:p>
      </dgm:t>
    </dgm:pt>
    <dgm:pt modelId="{6D9F2C9A-362E-4250-825D-446DFDEFFAE7}" type="parTrans" cxnId="{464704C3-8D74-4E9B-82A0-0C1313BF6B01}">
      <dgm:prSet/>
      <dgm:spPr/>
      <dgm:t>
        <a:bodyPr/>
        <a:lstStyle/>
        <a:p>
          <a:endParaRPr kumimoji="1" lang="ja-JP" altLang="en-US"/>
        </a:p>
      </dgm:t>
    </dgm:pt>
    <dgm:pt modelId="{47585EBD-7A59-444C-ACD0-2772B075631C}" type="sibTrans" cxnId="{464704C3-8D74-4E9B-82A0-0C1313BF6B01}">
      <dgm:prSet/>
      <dgm:spPr/>
      <dgm:t>
        <a:bodyPr/>
        <a:lstStyle/>
        <a:p>
          <a:endParaRPr kumimoji="1" lang="ja-JP" altLang="en-US"/>
        </a:p>
      </dgm:t>
    </dgm:pt>
    <dgm:pt modelId="{A85B943A-6985-4193-BDAB-06792E1B60CF}">
      <dgm:prSet/>
      <dgm:spPr/>
      <dgm:t>
        <a:bodyPr/>
        <a:lstStyle/>
        <a:p>
          <a:r>
            <a:rPr kumimoji="1" lang="ja-JP" altLang="en-US" dirty="0">
              <a:solidFill>
                <a:schemeClr val="bg2"/>
              </a:solidFill>
            </a:rPr>
            <a:t>ユーザー登録画面</a:t>
          </a:r>
        </a:p>
      </dgm:t>
    </dgm:pt>
    <dgm:pt modelId="{FB97A3A1-F577-493E-96EA-7E3133F32C87}" type="parTrans" cxnId="{498111E7-5C84-4B91-A9B8-347CB7CE1C40}">
      <dgm:prSet/>
      <dgm:spPr/>
      <dgm:t>
        <a:bodyPr/>
        <a:lstStyle/>
        <a:p>
          <a:endParaRPr kumimoji="1" lang="ja-JP" altLang="en-US"/>
        </a:p>
      </dgm:t>
    </dgm:pt>
    <dgm:pt modelId="{36762098-740B-48F0-93E0-30B8E0187139}" type="sibTrans" cxnId="{498111E7-5C84-4B91-A9B8-347CB7CE1C40}">
      <dgm:prSet/>
      <dgm:spPr/>
      <dgm:t>
        <a:bodyPr/>
        <a:lstStyle/>
        <a:p>
          <a:endParaRPr kumimoji="1" lang="ja-JP" altLang="en-US"/>
        </a:p>
      </dgm:t>
    </dgm:pt>
    <dgm:pt modelId="{819AB850-760E-4D73-B026-3A3ACC765CBB}">
      <dgm:prSet/>
      <dgm:spPr/>
      <dgm:t>
        <a:bodyPr/>
        <a:lstStyle/>
        <a:p>
          <a:r>
            <a:rPr kumimoji="1" lang="ja-JP" altLang="en-US" dirty="0">
              <a:solidFill>
                <a:schemeClr val="bg2"/>
              </a:solidFill>
            </a:rPr>
            <a:t>二段階認証</a:t>
          </a:r>
          <a:br>
            <a:rPr kumimoji="1" lang="en-US" altLang="ja-JP" dirty="0">
              <a:solidFill>
                <a:schemeClr val="bg2"/>
              </a:solidFill>
            </a:rPr>
          </a:br>
          <a:r>
            <a:rPr kumimoji="1" lang="ja-JP" altLang="en-US" dirty="0">
              <a:solidFill>
                <a:schemeClr val="bg2"/>
              </a:solidFill>
            </a:rPr>
            <a:t>パスワード変更</a:t>
          </a:r>
        </a:p>
      </dgm:t>
    </dgm:pt>
    <dgm:pt modelId="{E143B0C9-0D8C-4700-BF8A-90E58214A1DF}" type="parTrans" cxnId="{F0D55794-A8AF-41F3-AFB0-ADF756F66ECD}">
      <dgm:prSet/>
      <dgm:spPr/>
      <dgm:t>
        <a:bodyPr/>
        <a:lstStyle/>
        <a:p>
          <a:endParaRPr kumimoji="1" lang="ja-JP" altLang="en-US"/>
        </a:p>
      </dgm:t>
    </dgm:pt>
    <dgm:pt modelId="{ECC846E3-68FC-49EF-A6E0-750D79058667}" type="sibTrans" cxnId="{F0D55794-A8AF-41F3-AFB0-ADF756F66ECD}">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C48CD9AB-AFBF-4373-B06B-170C788D6035}" type="pres">
      <dgm:prSet presAssocID="{A85B943A-6985-4193-BDAB-06792E1B60CF}" presName="compositeA" presStyleCnt="0"/>
      <dgm:spPr/>
    </dgm:pt>
    <dgm:pt modelId="{07C7DBE6-99D4-41DA-A6E9-43351B48390D}" type="pres">
      <dgm:prSet presAssocID="{A85B943A-6985-4193-BDAB-06792E1B60CF}" presName="textA" presStyleLbl="revTx" presStyleIdx="0" presStyleCnt="3" custScaleX="129885">
        <dgm:presLayoutVars>
          <dgm:bulletEnabled val="1"/>
        </dgm:presLayoutVars>
      </dgm:prSet>
      <dgm:spPr/>
    </dgm:pt>
    <dgm:pt modelId="{BCDAAE4C-606F-4291-BC38-09D460A6B83B}" type="pres">
      <dgm:prSet presAssocID="{A85B943A-6985-4193-BDAB-06792E1B60CF}" presName="circleA" presStyleLbl="node1" presStyleIdx="0" presStyleCnt="3"/>
      <dgm:spPr/>
    </dgm:pt>
    <dgm:pt modelId="{FD1CB650-797D-45FA-87C5-69EC036CA26E}" type="pres">
      <dgm:prSet presAssocID="{A85B943A-6985-4193-BDAB-06792E1B60CF}" presName="spaceA" presStyleCnt="0"/>
      <dgm:spPr/>
    </dgm:pt>
    <dgm:pt modelId="{F7C51BF4-D156-406B-B30D-4A9AA578EFFD}" type="pres">
      <dgm:prSet presAssocID="{36762098-740B-48F0-93E0-30B8E0187139}" presName="space" presStyleCnt="0"/>
      <dgm:spPr/>
    </dgm:pt>
    <dgm:pt modelId="{800BBA1D-7A8C-4B3A-95CB-DE055C9F98D6}" type="pres">
      <dgm:prSet presAssocID="{53A09C44-6B5D-4442-A354-4DE9194335F8}" presName="compositeB" presStyleCnt="0"/>
      <dgm:spPr/>
    </dgm:pt>
    <dgm:pt modelId="{B2793EE4-8825-42D5-9DED-2F535149A8D1}" type="pres">
      <dgm:prSet presAssocID="{53A09C44-6B5D-4442-A354-4DE9194335F8}" presName="textB" presStyleLbl="revTx" presStyleIdx="1" presStyleCnt="3">
        <dgm:presLayoutVars>
          <dgm:bulletEnabled val="1"/>
        </dgm:presLayoutVars>
      </dgm:prSet>
      <dgm:spPr/>
    </dgm:pt>
    <dgm:pt modelId="{DB1B2236-2B7C-4951-A219-B6BAFB6EF5E4}" type="pres">
      <dgm:prSet presAssocID="{53A09C44-6B5D-4442-A354-4DE9194335F8}" presName="circleB" presStyleLbl="node1" presStyleIdx="1" presStyleCnt="3"/>
      <dgm:spPr/>
    </dgm:pt>
    <dgm:pt modelId="{D720867E-22F3-4551-9D02-68F1FC36C6F8}" type="pres">
      <dgm:prSet presAssocID="{53A09C44-6B5D-4442-A354-4DE9194335F8}" presName="spaceB" presStyleCnt="0"/>
      <dgm:spPr/>
    </dgm:pt>
    <dgm:pt modelId="{1006F14C-62D4-49FD-B5F2-372A91FE25E8}" type="pres">
      <dgm:prSet presAssocID="{47585EBD-7A59-444C-ACD0-2772B075631C}" presName="space" presStyleCnt="0"/>
      <dgm:spPr/>
    </dgm:pt>
    <dgm:pt modelId="{E8D12A14-8023-48C1-B4FD-6F3A62C35F58}" type="pres">
      <dgm:prSet presAssocID="{819AB850-760E-4D73-B026-3A3ACC765CBB}" presName="compositeA" presStyleCnt="0"/>
      <dgm:spPr/>
    </dgm:pt>
    <dgm:pt modelId="{D5819B53-82AF-4CE0-A3C3-F24F69189E67}" type="pres">
      <dgm:prSet presAssocID="{819AB850-760E-4D73-B026-3A3ACC765CBB}" presName="textA" presStyleLbl="revTx" presStyleIdx="2" presStyleCnt="3">
        <dgm:presLayoutVars>
          <dgm:bulletEnabled val="1"/>
        </dgm:presLayoutVars>
      </dgm:prSet>
      <dgm:spPr/>
    </dgm:pt>
    <dgm:pt modelId="{7C8D34BF-0B35-4C50-B5D7-C0A7DEBD0CA4}" type="pres">
      <dgm:prSet presAssocID="{819AB850-760E-4D73-B026-3A3ACC765CBB}" presName="circleA" presStyleLbl="node1" presStyleIdx="2" presStyleCnt="3"/>
      <dgm:spPr/>
    </dgm:pt>
    <dgm:pt modelId="{97E96F49-A6FA-4B09-9348-BA268F410DD5}" type="pres">
      <dgm:prSet presAssocID="{819AB850-760E-4D73-B026-3A3ACC765CBB}" presName="spaceA" presStyleCnt="0"/>
      <dgm:spPr/>
    </dgm:pt>
  </dgm:ptLst>
  <dgm:cxnLst>
    <dgm:cxn modelId="{8B0A141A-55E4-40EA-A640-581D2D44231F}" type="presOf" srcId="{53A09C44-6B5D-4442-A354-4DE9194335F8}" destId="{B2793EE4-8825-42D5-9DED-2F535149A8D1}" srcOrd="0" destOrd="0" presId="urn:microsoft.com/office/officeart/2005/8/layout/hProcess11"/>
    <dgm:cxn modelId="{DEF30F1E-D7C2-4EE7-807A-B44AED274D52}" type="presOf" srcId="{A85B943A-6985-4193-BDAB-06792E1B60CF}" destId="{07C7DBE6-99D4-41DA-A6E9-43351B48390D}" srcOrd="0" destOrd="0" presId="urn:microsoft.com/office/officeart/2005/8/layout/hProcess11"/>
    <dgm:cxn modelId="{F621521E-8612-49A8-87AE-4E1C9DF67BF6}" type="presOf" srcId="{B3A8A0EE-A98C-46BD-8D48-0A5F7F9BB904}" destId="{F76AA589-DEAD-492E-8116-92F109B3AB8B}" srcOrd="0" destOrd="0" presId="urn:microsoft.com/office/officeart/2005/8/layout/hProcess11"/>
    <dgm:cxn modelId="{F0D55794-A8AF-41F3-AFB0-ADF756F66ECD}" srcId="{B3A8A0EE-A98C-46BD-8D48-0A5F7F9BB904}" destId="{819AB850-760E-4D73-B026-3A3ACC765CBB}" srcOrd="2" destOrd="0" parTransId="{E143B0C9-0D8C-4700-BF8A-90E58214A1DF}" sibTransId="{ECC846E3-68FC-49EF-A6E0-750D79058667}"/>
    <dgm:cxn modelId="{464704C3-8D74-4E9B-82A0-0C1313BF6B01}" srcId="{B3A8A0EE-A98C-46BD-8D48-0A5F7F9BB904}" destId="{53A09C44-6B5D-4442-A354-4DE9194335F8}" srcOrd="1" destOrd="0" parTransId="{6D9F2C9A-362E-4250-825D-446DFDEFFAE7}" sibTransId="{47585EBD-7A59-444C-ACD0-2772B075631C}"/>
    <dgm:cxn modelId="{89E3CCDC-F52F-455E-B34B-9E47F01B3F31}" type="presOf" srcId="{819AB850-760E-4D73-B026-3A3ACC765CBB}" destId="{D5819B53-82AF-4CE0-A3C3-F24F69189E67}" srcOrd="0" destOrd="0" presId="urn:microsoft.com/office/officeart/2005/8/layout/hProcess11"/>
    <dgm:cxn modelId="{498111E7-5C84-4B91-A9B8-347CB7CE1C40}" srcId="{B3A8A0EE-A98C-46BD-8D48-0A5F7F9BB904}" destId="{A85B943A-6985-4193-BDAB-06792E1B60CF}" srcOrd="0" destOrd="0" parTransId="{FB97A3A1-F577-493E-96EA-7E3133F32C87}" sibTransId="{36762098-740B-48F0-93E0-30B8E0187139}"/>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94B9CD2A-84CD-42D4-9E1C-9C96461D46C6}" type="presParOf" srcId="{F28D9683-94BD-4142-B05C-A4672ABDFB10}" destId="{C48CD9AB-AFBF-4373-B06B-170C788D6035}" srcOrd="0" destOrd="0" presId="urn:microsoft.com/office/officeart/2005/8/layout/hProcess11"/>
    <dgm:cxn modelId="{03BCBC3A-FA30-40AA-AB9A-D0CA1DB79123}" type="presParOf" srcId="{C48CD9AB-AFBF-4373-B06B-170C788D6035}" destId="{07C7DBE6-99D4-41DA-A6E9-43351B48390D}" srcOrd="0" destOrd="0" presId="urn:microsoft.com/office/officeart/2005/8/layout/hProcess11"/>
    <dgm:cxn modelId="{C057FF40-F947-4021-9A4D-06F5DAFAFEBF}" type="presParOf" srcId="{C48CD9AB-AFBF-4373-B06B-170C788D6035}" destId="{BCDAAE4C-606F-4291-BC38-09D460A6B83B}" srcOrd="1" destOrd="0" presId="urn:microsoft.com/office/officeart/2005/8/layout/hProcess11"/>
    <dgm:cxn modelId="{9066B261-81DF-4ED6-B58B-9413BFBB7FB2}" type="presParOf" srcId="{C48CD9AB-AFBF-4373-B06B-170C788D6035}" destId="{FD1CB650-797D-45FA-87C5-69EC036CA26E}" srcOrd="2" destOrd="0" presId="urn:microsoft.com/office/officeart/2005/8/layout/hProcess11"/>
    <dgm:cxn modelId="{2B8E6FCD-7BD7-40B2-B34A-446F73C4F7F5}" type="presParOf" srcId="{F28D9683-94BD-4142-B05C-A4672ABDFB10}" destId="{F7C51BF4-D156-406B-B30D-4A9AA578EFFD}" srcOrd="1" destOrd="0" presId="urn:microsoft.com/office/officeart/2005/8/layout/hProcess11"/>
    <dgm:cxn modelId="{596FBB18-C5F3-4B66-88AC-128C59F31DFE}" type="presParOf" srcId="{F28D9683-94BD-4142-B05C-A4672ABDFB10}" destId="{800BBA1D-7A8C-4B3A-95CB-DE055C9F98D6}" srcOrd="2" destOrd="0" presId="urn:microsoft.com/office/officeart/2005/8/layout/hProcess11"/>
    <dgm:cxn modelId="{5A62BC8C-7D95-4015-B40B-E24F01831CDE}" type="presParOf" srcId="{800BBA1D-7A8C-4B3A-95CB-DE055C9F98D6}" destId="{B2793EE4-8825-42D5-9DED-2F535149A8D1}" srcOrd="0" destOrd="0" presId="urn:microsoft.com/office/officeart/2005/8/layout/hProcess11"/>
    <dgm:cxn modelId="{7B44A256-3C5F-4CC6-AB6D-8204471F3446}" type="presParOf" srcId="{800BBA1D-7A8C-4B3A-95CB-DE055C9F98D6}" destId="{DB1B2236-2B7C-4951-A219-B6BAFB6EF5E4}" srcOrd="1" destOrd="0" presId="urn:microsoft.com/office/officeart/2005/8/layout/hProcess11"/>
    <dgm:cxn modelId="{37F806ED-4BA7-4990-BD9C-FE5502B406DD}" type="presParOf" srcId="{800BBA1D-7A8C-4B3A-95CB-DE055C9F98D6}" destId="{D720867E-22F3-4551-9D02-68F1FC36C6F8}" srcOrd="2" destOrd="0" presId="urn:microsoft.com/office/officeart/2005/8/layout/hProcess11"/>
    <dgm:cxn modelId="{5A8CFBF8-7E61-4F1A-AAB8-4A9CF56EBCA8}" type="presParOf" srcId="{F28D9683-94BD-4142-B05C-A4672ABDFB10}" destId="{1006F14C-62D4-49FD-B5F2-372A91FE25E8}" srcOrd="3" destOrd="0" presId="urn:microsoft.com/office/officeart/2005/8/layout/hProcess11"/>
    <dgm:cxn modelId="{786344E9-9B86-44EF-8042-0BA697463939}" type="presParOf" srcId="{F28D9683-94BD-4142-B05C-A4672ABDFB10}" destId="{E8D12A14-8023-48C1-B4FD-6F3A62C35F58}" srcOrd="4" destOrd="0" presId="urn:microsoft.com/office/officeart/2005/8/layout/hProcess11"/>
    <dgm:cxn modelId="{675F077D-5924-49C0-8EFD-8D78C124B7AB}" type="presParOf" srcId="{E8D12A14-8023-48C1-B4FD-6F3A62C35F58}" destId="{D5819B53-82AF-4CE0-A3C3-F24F69189E67}" srcOrd="0" destOrd="0" presId="urn:microsoft.com/office/officeart/2005/8/layout/hProcess11"/>
    <dgm:cxn modelId="{30D87B01-432F-4A71-B9E4-0B7809C6E3E5}" type="presParOf" srcId="{E8D12A14-8023-48C1-B4FD-6F3A62C35F58}" destId="{7C8D34BF-0B35-4C50-B5D7-C0A7DEBD0CA4}" srcOrd="1" destOrd="0" presId="urn:microsoft.com/office/officeart/2005/8/layout/hProcess11"/>
    <dgm:cxn modelId="{06640A47-1196-4BF2-AA31-E5BAC6F86970}" type="presParOf" srcId="{E8D12A14-8023-48C1-B4FD-6F3A62C35F58}" destId="{97E96F49-A6FA-4B09-9348-BA268F410DD5}"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53A09C44-6B5D-4442-A354-4DE9194335F8}">
      <dgm:prSet phldrT="[テキスト]"/>
      <dgm:spPr/>
      <dgm:t>
        <a:bodyPr/>
        <a:lstStyle/>
        <a:p>
          <a:r>
            <a:rPr kumimoji="1" lang="ja-JP" altLang="en-US" dirty="0">
              <a:solidFill>
                <a:schemeClr val="bg2"/>
              </a:solidFill>
            </a:rPr>
            <a:t>ログイン画面</a:t>
          </a:r>
        </a:p>
      </dgm:t>
    </dgm:pt>
    <dgm:pt modelId="{6D9F2C9A-362E-4250-825D-446DFDEFFAE7}" type="parTrans" cxnId="{464704C3-8D74-4E9B-82A0-0C1313BF6B01}">
      <dgm:prSet/>
      <dgm:spPr/>
      <dgm:t>
        <a:bodyPr/>
        <a:lstStyle/>
        <a:p>
          <a:endParaRPr kumimoji="1" lang="ja-JP" altLang="en-US"/>
        </a:p>
      </dgm:t>
    </dgm:pt>
    <dgm:pt modelId="{47585EBD-7A59-444C-ACD0-2772B075631C}" type="sibTrans" cxnId="{464704C3-8D74-4E9B-82A0-0C1313BF6B01}">
      <dgm:prSet/>
      <dgm:spPr/>
      <dgm:t>
        <a:bodyPr/>
        <a:lstStyle/>
        <a:p>
          <a:endParaRPr kumimoji="1" lang="ja-JP" altLang="en-US"/>
        </a:p>
      </dgm:t>
    </dgm:pt>
    <dgm:pt modelId="{A85B943A-6985-4193-BDAB-06792E1B60CF}">
      <dgm:prSet/>
      <dgm:spPr/>
      <dgm:t>
        <a:bodyPr/>
        <a:lstStyle/>
        <a:p>
          <a:r>
            <a:rPr kumimoji="1" lang="ja-JP" altLang="en-US" dirty="0">
              <a:solidFill>
                <a:schemeClr val="bg2"/>
              </a:solidFill>
            </a:rPr>
            <a:t>ユーザー登録画面</a:t>
          </a:r>
        </a:p>
      </dgm:t>
    </dgm:pt>
    <dgm:pt modelId="{FB97A3A1-F577-493E-96EA-7E3133F32C87}" type="parTrans" cxnId="{498111E7-5C84-4B91-A9B8-347CB7CE1C40}">
      <dgm:prSet/>
      <dgm:spPr/>
      <dgm:t>
        <a:bodyPr/>
        <a:lstStyle/>
        <a:p>
          <a:endParaRPr kumimoji="1" lang="ja-JP" altLang="en-US"/>
        </a:p>
      </dgm:t>
    </dgm:pt>
    <dgm:pt modelId="{36762098-740B-48F0-93E0-30B8E0187139}" type="sibTrans" cxnId="{498111E7-5C84-4B91-A9B8-347CB7CE1C40}">
      <dgm:prSet/>
      <dgm:spPr/>
      <dgm:t>
        <a:bodyPr/>
        <a:lstStyle/>
        <a:p>
          <a:endParaRPr kumimoji="1" lang="ja-JP" altLang="en-US"/>
        </a:p>
      </dgm:t>
    </dgm:pt>
    <dgm:pt modelId="{819AB850-760E-4D73-B026-3A3ACC765CBB}">
      <dgm:prSet/>
      <dgm:spPr/>
      <dgm:t>
        <a:bodyPr/>
        <a:lstStyle/>
        <a:p>
          <a:r>
            <a:rPr kumimoji="1" lang="ja-JP" altLang="en-US" dirty="0">
              <a:solidFill>
                <a:schemeClr val="tx1"/>
              </a:solidFill>
            </a:rPr>
            <a:t>二段階認証</a:t>
          </a:r>
          <a:br>
            <a:rPr kumimoji="1" lang="en-US" altLang="ja-JP" dirty="0">
              <a:solidFill>
                <a:schemeClr val="tx1"/>
              </a:solidFill>
            </a:rPr>
          </a:br>
          <a:r>
            <a:rPr kumimoji="1" lang="ja-JP" altLang="en-US" dirty="0">
              <a:solidFill>
                <a:schemeClr val="tx1"/>
              </a:solidFill>
            </a:rPr>
            <a:t>パスワード変更</a:t>
          </a:r>
        </a:p>
      </dgm:t>
    </dgm:pt>
    <dgm:pt modelId="{E143B0C9-0D8C-4700-BF8A-90E58214A1DF}" type="parTrans" cxnId="{F0D55794-A8AF-41F3-AFB0-ADF756F66ECD}">
      <dgm:prSet/>
      <dgm:spPr/>
      <dgm:t>
        <a:bodyPr/>
        <a:lstStyle/>
        <a:p>
          <a:endParaRPr kumimoji="1" lang="ja-JP" altLang="en-US"/>
        </a:p>
      </dgm:t>
    </dgm:pt>
    <dgm:pt modelId="{ECC846E3-68FC-49EF-A6E0-750D79058667}" type="sibTrans" cxnId="{F0D55794-A8AF-41F3-AFB0-ADF756F66ECD}">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C48CD9AB-AFBF-4373-B06B-170C788D6035}" type="pres">
      <dgm:prSet presAssocID="{A85B943A-6985-4193-BDAB-06792E1B60CF}" presName="compositeA" presStyleCnt="0"/>
      <dgm:spPr/>
    </dgm:pt>
    <dgm:pt modelId="{07C7DBE6-99D4-41DA-A6E9-43351B48390D}" type="pres">
      <dgm:prSet presAssocID="{A85B943A-6985-4193-BDAB-06792E1B60CF}" presName="textA" presStyleLbl="revTx" presStyleIdx="0" presStyleCnt="3" custScaleX="129885">
        <dgm:presLayoutVars>
          <dgm:bulletEnabled val="1"/>
        </dgm:presLayoutVars>
      </dgm:prSet>
      <dgm:spPr/>
    </dgm:pt>
    <dgm:pt modelId="{BCDAAE4C-606F-4291-BC38-09D460A6B83B}" type="pres">
      <dgm:prSet presAssocID="{A85B943A-6985-4193-BDAB-06792E1B60CF}" presName="circleA" presStyleLbl="node1" presStyleIdx="0" presStyleCnt="3"/>
      <dgm:spPr/>
    </dgm:pt>
    <dgm:pt modelId="{FD1CB650-797D-45FA-87C5-69EC036CA26E}" type="pres">
      <dgm:prSet presAssocID="{A85B943A-6985-4193-BDAB-06792E1B60CF}" presName="spaceA" presStyleCnt="0"/>
      <dgm:spPr/>
    </dgm:pt>
    <dgm:pt modelId="{F7C51BF4-D156-406B-B30D-4A9AA578EFFD}" type="pres">
      <dgm:prSet presAssocID="{36762098-740B-48F0-93E0-30B8E0187139}" presName="space" presStyleCnt="0"/>
      <dgm:spPr/>
    </dgm:pt>
    <dgm:pt modelId="{800BBA1D-7A8C-4B3A-95CB-DE055C9F98D6}" type="pres">
      <dgm:prSet presAssocID="{53A09C44-6B5D-4442-A354-4DE9194335F8}" presName="compositeB" presStyleCnt="0"/>
      <dgm:spPr/>
    </dgm:pt>
    <dgm:pt modelId="{B2793EE4-8825-42D5-9DED-2F535149A8D1}" type="pres">
      <dgm:prSet presAssocID="{53A09C44-6B5D-4442-A354-4DE9194335F8}" presName="textB" presStyleLbl="revTx" presStyleIdx="1" presStyleCnt="3">
        <dgm:presLayoutVars>
          <dgm:bulletEnabled val="1"/>
        </dgm:presLayoutVars>
      </dgm:prSet>
      <dgm:spPr/>
    </dgm:pt>
    <dgm:pt modelId="{DB1B2236-2B7C-4951-A219-B6BAFB6EF5E4}" type="pres">
      <dgm:prSet presAssocID="{53A09C44-6B5D-4442-A354-4DE9194335F8}" presName="circleB" presStyleLbl="node1" presStyleIdx="1" presStyleCnt="3"/>
      <dgm:spPr/>
    </dgm:pt>
    <dgm:pt modelId="{D720867E-22F3-4551-9D02-68F1FC36C6F8}" type="pres">
      <dgm:prSet presAssocID="{53A09C44-6B5D-4442-A354-4DE9194335F8}" presName="spaceB" presStyleCnt="0"/>
      <dgm:spPr/>
    </dgm:pt>
    <dgm:pt modelId="{1006F14C-62D4-49FD-B5F2-372A91FE25E8}" type="pres">
      <dgm:prSet presAssocID="{47585EBD-7A59-444C-ACD0-2772B075631C}" presName="space" presStyleCnt="0"/>
      <dgm:spPr/>
    </dgm:pt>
    <dgm:pt modelId="{E8D12A14-8023-48C1-B4FD-6F3A62C35F58}" type="pres">
      <dgm:prSet presAssocID="{819AB850-760E-4D73-B026-3A3ACC765CBB}" presName="compositeA" presStyleCnt="0"/>
      <dgm:spPr/>
    </dgm:pt>
    <dgm:pt modelId="{D5819B53-82AF-4CE0-A3C3-F24F69189E67}" type="pres">
      <dgm:prSet presAssocID="{819AB850-760E-4D73-B026-3A3ACC765CBB}" presName="textA" presStyleLbl="revTx" presStyleIdx="2" presStyleCnt="3">
        <dgm:presLayoutVars>
          <dgm:bulletEnabled val="1"/>
        </dgm:presLayoutVars>
      </dgm:prSet>
      <dgm:spPr/>
    </dgm:pt>
    <dgm:pt modelId="{7C8D34BF-0B35-4C50-B5D7-C0A7DEBD0CA4}" type="pres">
      <dgm:prSet presAssocID="{819AB850-760E-4D73-B026-3A3ACC765CBB}" presName="circleA" presStyleLbl="node1" presStyleIdx="2" presStyleCnt="3"/>
      <dgm:spPr/>
    </dgm:pt>
    <dgm:pt modelId="{97E96F49-A6FA-4B09-9348-BA268F410DD5}" type="pres">
      <dgm:prSet presAssocID="{819AB850-760E-4D73-B026-3A3ACC765CBB}" presName="spaceA" presStyleCnt="0"/>
      <dgm:spPr/>
    </dgm:pt>
  </dgm:ptLst>
  <dgm:cxnLst>
    <dgm:cxn modelId="{8B0A141A-55E4-40EA-A640-581D2D44231F}" type="presOf" srcId="{53A09C44-6B5D-4442-A354-4DE9194335F8}" destId="{B2793EE4-8825-42D5-9DED-2F535149A8D1}" srcOrd="0" destOrd="0" presId="urn:microsoft.com/office/officeart/2005/8/layout/hProcess11"/>
    <dgm:cxn modelId="{DEF30F1E-D7C2-4EE7-807A-B44AED274D52}" type="presOf" srcId="{A85B943A-6985-4193-BDAB-06792E1B60CF}" destId="{07C7DBE6-99D4-41DA-A6E9-43351B48390D}" srcOrd="0" destOrd="0" presId="urn:microsoft.com/office/officeart/2005/8/layout/hProcess11"/>
    <dgm:cxn modelId="{F621521E-8612-49A8-87AE-4E1C9DF67BF6}" type="presOf" srcId="{B3A8A0EE-A98C-46BD-8D48-0A5F7F9BB904}" destId="{F76AA589-DEAD-492E-8116-92F109B3AB8B}" srcOrd="0" destOrd="0" presId="urn:microsoft.com/office/officeart/2005/8/layout/hProcess11"/>
    <dgm:cxn modelId="{F0D55794-A8AF-41F3-AFB0-ADF756F66ECD}" srcId="{B3A8A0EE-A98C-46BD-8D48-0A5F7F9BB904}" destId="{819AB850-760E-4D73-B026-3A3ACC765CBB}" srcOrd="2" destOrd="0" parTransId="{E143B0C9-0D8C-4700-BF8A-90E58214A1DF}" sibTransId="{ECC846E3-68FC-49EF-A6E0-750D79058667}"/>
    <dgm:cxn modelId="{464704C3-8D74-4E9B-82A0-0C1313BF6B01}" srcId="{B3A8A0EE-A98C-46BD-8D48-0A5F7F9BB904}" destId="{53A09C44-6B5D-4442-A354-4DE9194335F8}" srcOrd="1" destOrd="0" parTransId="{6D9F2C9A-362E-4250-825D-446DFDEFFAE7}" sibTransId="{47585EBD-7A59-444C-ACD0-2772B075631C}"/>
    <dgm:cxn modelId="{89E3CCDC-F52F-455E-B34B-9E47F01B3F31}" type="presOf" srcId="{819AB850-760E-4D73-B026-3A3ACC765CBB}" destId="{D5819B53-82AF-4CE0-A3C3-F24F69189E67}" srcOrd="0" destOrd="0" presId="urn:microsoft.com/office/officeart/2005/8/layout/hProcess11"/>
    <dgm:cxn modelId="{498111E7-5C84-4B91-A9B8-347CB7CE1C40}" srcId="{B3A8A0EE-A98C-46BD-8D48-0A5F7F9BB904}" destId="{A85B943A-6985-4193-BDAB-06792E1B60CF}" srcOrd="0" destOrd="0" parTransId="{FB97A3A1-F577-493E-96EA-7E3133F32C87}" sibTransId="{36762098-740B-48F0-93E0-30B8E0187139}"/>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94B9CD2A-84CD-42D4-9E1C-9C96461D46C6}" type="presParOf" srcId="{F28D9683-94BD-4142-B05C-A4672ABDFB10}" destId="{C48CD9AB-AFBF-4373-B06B-170C788D6035}" srcOrd="0" destOrd="0" presId="urn:microsoft.com/office/officeart/2005/8/layout/hProcess11"/>
    <dgm:cxn modelId="{03BCBC3A-FA30-40AA-AB9A-D0CA1DB79123}" type="presParOf" srcId="{C48CD9AB-AFBF-4373-B06B-170C788D6035}" destId="{07C7DBE6-99D4-41DA-A6E9-43351B48390D}" srcOrd="0" destOrd="0" presId="urn:microsoft.com/office/officeart/2005/8/layout/hProcess11"/>
    <dgm:cxn modelId="{C057FF40-F947-4021-9A4D-06F5DAFAFEBF}" type="presParOf" srcId="{C48CD9AB-AFBF-4373-B06B-170C788D6035}" destId="{BCDAAE4C-606F-4291-BC38-09D460A6B83B}" srcOrd="1" destOrd="0" presId="urn:microsoft.com/office/officeart/2005/8/layout/hProcess11"/>
    <dgm:cxn modelId="{9066B261-81DF-4ED6-B58B-9413BFBB7FB2}" type="presParOf" srcId="{C48CD9AB-AFBF-4373-B06B-170C788D6035}" destId="{FD1CB650-797D-45FA-87C5-69EC036CA26E}" srcOrd="2" destOrd="0" presId="urn:microsoft.com/office/officeart/2005/8/layout/hProcess11"/>
    <dgm:cxn modelId="{2B8E6FCD-7BD7-40B2-B34A-446F73C4F7F5}" type="presParOf" srcId="{F28D9683-94BD-4142-B05C-A4672ABDFB10}" destId="{F7C51BF4-D156-406B-B30D-4A9AA578EFFD}" srcOrd="1" destOrd="0" presId="urn:microsoft.com/office/officeart/2005/8/layout/hProcess11"/>
    <dgm:cxn modelId="{596FBB18-C5F3-4B66-88AC-128C59F31DFE}" type="presParOf" srcId="{F28D9683-94BD-4142-B05C-A4672ABDFB10}" destId="{800BBA1D-7A8C-4B3A-95CB-DE055C9F98D6}" srcOrd="2" destOrd="0" presId="urn:microsoft.com/office/officeart/2005/8/layout/hProcess11"/>
    <dgm:cxn modelId="{5A62BC8C-7D95-4015-B40B-E24F01831CDE}" type="presParOf" srcId="{800BBA1D-7A8C-4B3A-95CB-DE055C9F98D6}" destId="{B2793EE4-8825-42D5-9DED-2F535149A8D1}" srcOrd="0" destOrd="0" presId="urn:microsoft.com/office/officeart/2005/8/layout/hProcess11"/>
    <dgm:cxn modelId="{7B44A256-3C5F-4CC6-AB6D-8204471F3446}" type="presParOf" srcId="{800BBA1D-7A8C-4B3A-95CB-DE055C9F98D6}" destId="{DB1B2236-2B7C-4951-A219-B6BAFB6EF5E4}" srcOrd="1" destOrd="0" presId="urn:microsoft.com/office/officeart/2005/8/layout/hProcess11"/>
    <dgm:cxn modelId="{37F806ED-4BA7-4990-BD9C-FE5502B406DD}" type="presParOf" srcId="{800BBA1D-7A8C-4B3A-95CB-DE055C9F98D6}" destId="{D720867E-22F3-4551-9D02-68F1FC36C6F8}" srcOrd="2" destOrd="0" presId="urn:microsoft.com/office/officeart/2005/8/layout/hProcess11"/>
    <dgm:cxn modelId="{5A8CFBF8-7E61-4F1A-AAB8-4A9CF56EBCA8}" type="presParOf" srcId="{F28D9683-94BD-4142-B05C-A4672ABDFB10}" destId="{1006F14C-62D4-49FD-B5F2-372A91FE25E8}" srcOrd="3" destOrd="0" presId="urn:microsoft.com/office/officeart/2005/8/layout/hProcess11"/>
    <dgm:cxn modelId="{786344E9-9B86-44EF-8042-0BA697463939}" type="presParOf" srcId="{F28D9683-94BD-4142-B05C-A4672ABDFB10}" destId="{E8D12A14-8023-48C1-B4FD-6F3A62C35F58}" srcOrd="4" destOrd="0" presId="urn:microsoft.com/office/officeart/2005/8/layout/hProcess11"/>
    <dgm:cxn modelId="{675F077D-5924-49C0-8EFD-8D78C124B7AB}" type="presParOf" srcId="{E8D12A14-8023-48C1-B4FD-6F3A62C35F58}" destId="{D5819B53-82AF-4CE0-A3C3-F24F69189E67}" srcOrd="0" destOrd="0" presId="urn:microsoft.com/office/officeart/2005/8/layout/hProcess11"/>
    <dgm:cxn modelId="{30D87B01-432F-4A71-B9E4-0B7809C6E3E5}" type="presParOf" srcId="{E8D12A14-8023-48C1-B4FD-6F3A62C35F58}" destId="{7C8D34BF-0B35-4C50-B5D7-C0A7DEBD0CA4}" srcOrd="1" destOrd="0" presId="urn:microsoft.com/office/officeart/2005/8/layout/hProcess11"/>
    <dgm:cxn modelId="{06640A47-1196-4BF2-AA31-E5BAC6F86970}" type="presParOf" srcId="{E8D12A14-8023-48C1-B4FD-6F3A62C35F58}" destId="{97E96F49-A6FA-4B09-9348-BA268F410DD5}"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B5748B7-A1E6-43D4-BFB0-58669F5D480A}" type="doc">
      <dgm:prSet loTypeId="urn:microsoft.com/office/officeart/2005/8/layout/chart3" loCatId="cycle" qsTypeId="urn:microsoft.com/office/officeart/2005/8/quickstyle/simple1" qsCatId="simple" csTypeId="urn:microsoft.com/office/officeart/2005/8/colors/accent5_4" csCatId="accent5" phldr="1"/>
      <dgm:spPr/>
    </dgm:pt>
    <dgm:pt modelId="{090C5754-1651-435D-BC31-33509B3B361C}">
      <dgm:prSet phldrT="[テキスト]" custT="1"/>
      <dgm:spPr/>
      <dgm:t>
        <a:bodyPr/>
        <a:lstStyle/>
        <a:p>
          <a:endParaRPr kumimoji="1" lang="ja-JP" altLang="en-US" sz="2400" b="1" dirty="0"/>
        </a:p>
      </dgm:t>
    </dgm:pt>
    <dgm:pt modelId="{B9CF45EF-59E6-4971-B966-2703D56C41F6}" type="parTrans" cxnId="{3BD1FC60-4A39-4159-BD82-7BB8E5E25FD4}">
      <dgm:prSet/>
      <dgm:spPr/>
      <dgm:t>
        <a:bodyPr/>
        <a:lstStyle/>
        <a:p>
          <a:endParaRPr kumimoji="1" lang="ja-JP" altLang="en-US"/>
        </a:p>
      </dgm:t>
    </dgm:pt>
    <dgm:pt modelId="{9ED10692-FC97-4CAC-8C58-895EABC1B85E}" type="sibTrans" cxnId="{3BD1FC60-4A39-4159-BD82-7BB8E5E25FD4}">
      <dgm:prSet/>
      <dgm:spPr/>
      <dgm:t>
        <a:bodyPr/>
        <a:lstStyle/>
        <a:p>
          <a:endParaRPr kumimoji="1" lang="ja-JP" altLang="en-US"/>
        </a:p>
      </dgm:t>
    </dgm:pt>
    <dgm:pt modelId="{26DEBE0B-71CE-47B3-A86F-1E3582BA1284}">
      <dgm:prSet phldrT="[テキスト]" custT="1"/>
      <dgm:spPr/>
      <dgm:t>
        <a:bodyPr/>
        <a:lstStyle/>
        <a:p>
          <a:endParaRPr kumimoji="1" lang="ja-JP" altLang="en-US" sz="1400" dirty="0"/>
        </a:p>
      </dgm:t>
    </dgm:pt>
    <dgm:pt modelId="{509C8BCB-83E2-4E9B-8150-D57C2983AF61}" type="parTrans" cxnId="{D48566C4-1D06-4051-9535-390A55F1F332}">
      <dgm:prSet/>
      <dgm:spPr/>
      <dgm:t>
        <a:bodyPr/>
        <a:lstStyle/>
        <a:p>
          <a:endParaRPr kumimoji="1" lang="ja-JP" altLang="en-US"/>
        </a:p>
      </dgm:t>
    </dgm:pt>
    <dgm:pt modelId="{487AC8CC-4090-4E24-B0C8-C8451DCFAF9F}" type="sibTrans" cxnId="{D48566C4-1D06-4051-9535-390A55F1F332}">
      <dgm:prSet/>
      <dgm:spPr/>
      <dgm:t>
        <a:bodyPr/>
        <a:lstStyle/>
        <a:p>
          <a:endParaRPr kumimoji="1" lang="ja-JP" altLang="en-US"/>
        </a:p>
      </dgm:t>
    </dgm:pt>
    <dgm:pt modelId="{243E65CF-789F-41DD-A18D-59E3200C3DC4}">
      <dgm:prSet phldrT="[テキスト]" custT="1"/>
      <dgm:spPr/>
      <dgm:t>
        <a:bodyPr/>
        <a:lstStyle/>
        <a:p>
          <a:endParaRPr kumimoji="1" lang="ja-JP" altLang="en-US" sz="1400" dirty="0"/>
        </a:p>
      </dgm:t>
    </dgm:pt>
    <dgm:pt modelId="{07A5D8B1-A7A5-440A-A06B-BDA1BEAF06C9}" type="parTrans" cxnId="{738809FA-5ACC-46F3-8EE1-752CD0CB14C6}">
      <dgm:prSet/>
      <dgm:spPr/>
      <dgm:t>
        <a:bodyPr/>
        <a:lstStyle/>
        <a:p>
          <a:endParaRPr kumimoji="1" lang="ja-JP" altLang="en-US"/>
        </a:p>
      </dgm:t>
    </dgm:pt>
    <dgm:pt modelId="{C9CAF640-F140-40BB-97F6-A9496670A2A2}" type="sibTrans" cxnId="{738809FA-5ACC-46F3-8EE1-752CD0CB14C6}">
      <dgm:prSet/>
      <dgm:spPr/>
      <dgm:t>
        <a:bodyPr/>
        <a:lstStyle/>
        <a:p>
          <a:endParaRPr kumimoji="1" lang="ja-JP" altLang="en-US"/>
        </a:p>
      </dgm:t>
    </dgm:pt>
    <dgm:pt modelId="{E2E82C2D-4185-4BB7-8D22-55CCE34EC0B2}" type="pres">
      <dgm:prSet presAssocID="{5B5748B7-A1E6-43D4-BFB0-58669F5D480A}" presName="compositeShape" presStyleCnt="0">
        <dgm:presLayoutVars>
          <dgm:chMax val="7"/>
          <dgm:dir/>
          <dgm:resizeHandles val="exact"/>
        </dgm:presLayoutVars>
      </dgm:prSet>
      <dgm:spPr/>
    </dgm:pt>
    <dgm:pt modelId="{80527F17-EB04-40F5-AAE2-2EB24635B796}" type="pres">
      <dgm:prSet presAssocID="{5B5748B7-A1E6-43D4-BFB0-58669F5D480A}" presName="wedge1" presStyleLbl="node1" presStyleIdx="0" presStyleCnt="3" custAng="14389753" custScaleX="164188" custScaleY="164188" custLinFactNeighborX="-1578" custLinFactNeighborY="-226"/>
      <dgm:spPr/>
    </dgm:pt>
    <dgm:pt modelId="{9E55A98C-5690-48EE-9F3F-759D6B2FDB49}" type="pres">
      <dgm:prSet presAssocID="{5B5748B7-A1E6-43D4-BFB0-58669F5D480A}" presName="wedge1Tx" presStyleLbl="node1" presStyleIdx="0" presStyleCnt="3">
        <dgm:presLayoutVars>
          <dgm:chMax val="0"/>
          <dgm:chPref val="0"/>
          <dgm:bulletEnabled val="1"/>
        </dgm:presLayoutVars>
      </dgm:prSet>
      <dgm:spPr/>
    </dgm:pt>
    <dgm:pt modelId="{4432BA65-E329-41E9-9908-B0B431A98775}" type="pres">
      <dgm:prSet presAssocID="{5B5748B7-A1E6-43D4-BFB0-58669F5D480A}" presName="wedge2" presStyleLbl="node1" presStyleIdx="1" presStyleCnt="3" custAng="14386291" custLinFactNeighborX="7888" custLinFactNeighborY="-1758"/>
      <dgm:spPr/>
    </dgm:pt>
    <dgm:pt modelId="{ABE87E64-36E8-4090-BC68-2E0A17204641}" type="pres">
      <dgm:prSet presAssocID="{5B5748B7-A1E6-43D4-BFB0-58669F5D480A}" presName="wedge2Tx" presStyleLbl="node1" presStyleIdx="1" presStyleCnt="3">
        <dgm:presLayoutVars>
          <dgm:chMax val="0"/>
          <dgm:chPref val="0"/>
          <dgm:bulletEnabled val="1"/>
        </dgm:presLayoutVars>
      </dgm:prSet>
      <dgm:spPr/>
    </dgm:pt>
    <dgm:pt modelId="{A877B607-5009-456D-998C-3306F494C737}" type="pres">
      <dgm:prSet presAssocID="{5B5748B7-A1E6-43D4-BFB0-58669F5D480A}" presName="wedge3" presStyleLbl="node1" presStyleIdx="2" presStyleCnt="3" custAng="14386291" custLinFactNeighborX="7493" custLinFactNeighborY="-857"/>
      <dgm:spPr/>
    </dgm:pt>
    <dgm:pt modelId="{A52A6DE2-9A40-4625-B63D-ECF3153ECA0D}" type="pres">
      <dgm:prSet presAssocID="{5B5748B7-A1E6-43D4-BFB0-58669F5D480A}" presName="wedge3Tx" presStyleLbl="node1" presStyleIdx="2" presStyleCnt="3">
        <dgm:presLayoutVars>
          <dgm:chMax val="0"/>
          <dgm:chPref val="0"/>
          <dgm:bulletEnabled val="1"/>
        </dgm:presLayoutVars>
      </dgm:prSet>
      <dgm:spPr/>
    </dgm:pt>
  </dgm:ptLst>
  <dgm:cxnLst>
    <dgm:cxn modelId="{3EE5B001-706B-416E-A6AD-D2C8A2C6CC03}" type="presOf" srcId="{090C5754-1651-435D-BC31-33509B3B361C}" destId="{9E55A98C-5690-48EE-9F3F-759D6B2FDB49}" srcOrd="1" destOrd="0" presId="urn:microsoft.com/office/officeart/2005/8/layout/chart3"/>
    <dgm:cxn modelId="{CBDD8A06-6082-4B7C-8484-45F8CCBC2948}" type="presOf" srcId="{243E65CF-789F-41DD-A18D-59E3200C3DC4}" destId="{A52A6DE2-9A40-4625-B63D-ECF3153ECA0D}" srcOrd="1" destOrd="0" presId="urn:microsoft.com/office/officeart/2005/8/layout/chart3"/>
    <dgm:cxn modelId="{4AA0203C-9786-47DC-B33C-972C13B98601}" type="presOf" srcId="{26DEBE0B-71CE-47B3-A86F-1E3582BA1284}" destId="{ABE87E64-36E8-4090-BC68-2E0A17204641}" srcOrd="1" destOrd="0" presId="urn:microsoft.com/office/officeart/2005/8/layout/chart3"/>
    <dgm:cxn modelId="{03FD433E-93D0-4AF1-9F70-93971C8B792D}" type="presOf" srcId="{090C5754-1651-435D-BC31-33509B3B361C}" destId="{80527F17-EB04-40F5-AAE2-2EB24635B796}" srcOrd="0" destOrd="0" presId="urn:microsoft.com/office/officeart/2005/8/layout/chart3"/>
    <dgm:cxn modelId="{3BD1FC60-4A39-4159-BD82-7BB8E5E25FD4}" srcId="{5B5748B7-A1E6-43D4-BFB0-58669F5D480A}" destId="{090C5754-1651-435D-BC31-33509B3B361C}" srcOrd="0" destOrd="0" parTransId="{B9CF45EF-59E6-4971-B966-2703D56C41F6}" sibTransId="{9ED10692-FC97-4CAC-8C58-895EABC1B85E}"/>
    <dgm:cxn modelId="{7360D463-DFF1-45EC-A522-C37D34DF98F8}" type="presOf" srcId="{5B5748B7-A1E6-43D4-BFB0-58669F5D480A}" destId="{E2E82C2D-4185-4BB7-8D22-55CCE34EC0B2}" srcOrd="0" destOrd="0" presId="urn:microsoft.com/office/officeart/2005/8/layout/chart3"/>
    <dgm:cxn modelId="{FB140953-6D86-4764-83B8-81F5F84DFC7B}" type="presOf" srcId="{243E65CF-789F-41DD-A18D-59E3200C3DC4}" destId="{A877B607-5009-456D-998C-3306F494C737}" srcOrd="0" destOrd="0" presId="urn:microsoft.com/office/officeart/2005/8/layout/chart3"/>
    <dgm:cxn modelId="{D48566C4-1D06-4051-9535-390A55F1F332}" srcId="{5B5748B7-A1E6-43D4-BFB0-58669F5D480A}" destId="{26DEBE0B-71CE-47B3-A86F-1E3582BA1284}" srcOrd="1" destOrd="0" parTransId="{509C8BCB-83E2-4E9B-8150-D57C2983AF61}" sibTransId="{487AC8CC-4090-4E24-B0C8-C8451DCFAF9F}"/>
    <dgm:cxn modelId="{88A4C0E8-C1D4-4E11-8476-891BDEFE41E7}" type="presOf" srcId="{26DEBE0B-71CE-47B3-A86F-1E3582BA1284}" destId="{4432BA65-E329-41E9-9908-B0B431A98775}" srcOrd="0" destOrd="0" presId="urn:microsoft.com/office/officeart/2005/8/layout/chart3"/>
    <dgm:cxn modelId="{738809FA-5ACC-46F3-8EE1-752CD0CB14C6}" srcId="{5B5748B7-A1E6-43D4-BFB0-58669F5D480A}" destId="{243E65CF-789F-41DD-A18D-59E3200C3DC4}" srcOrd="2" destOrd="0" parTransId="{07A5D8B1-A7A5-440A-A06B-BDA1BEAF06C9}" sibTransId="{C9CAF640-F140-40BB-97F6-A9496670A2A2}"/>
    <dgm:cxn modelId="{42A5120E-A200-41E4-BDBB-7A32CD68906C}" type="presParOf" srcId="{E2E82C2D-4185-4BB7-8D22-55CCE34EC0B2}" destId="{80527F17-EB04-40F5-AAE2-2EB24635B796}" srcOrd="0" destOrd="0" presId="urn:microsoft.com/office/officeart/2005/8/layout/chart3"/>
    <dgm:cxn modelId="{C438650C-BF95-47C5-9D96-0B40D4591087}" type="presParOf" srcId="{E2E82C2D-4185-4BB7-8D22-55CCE34EC0B2}" destId="{9E55A98C-5690-48EE-9F3F-759D6B2FDB49}" srcOrd="1" destOrd="0" presId="urn:microsoft.com/office/officeart/2005/8/layout/chart3"/>
    <dgm:cxn modelId="{2E4FFC50-488E-4D6A-9CAA-1C714DF24B6D}" type="presParOf" srcId="{E2E82C2D-4185-4BB7-8D22-55CCE34EC0B2}" destId="{4432BA65-E329-41E9-9908-B0B431A98775}" srcOrd="2" destOrd="0" presId="urn:microsoft.com/office/officeart/2005/8/layout/chart3"/>
    <dgm:cxn modelId="{63C3C728-8E49-4A24-8853-F28E14192657}" type="presParOf" srcId="{E2E82C2D-4185-4BB7-8D22-55CCE34EC0B2}" destId="{ABE87E64-36E8-4090-BC68-2E0A17204641}" srcOrd="3" destOrd="0" presId="urn:microsoft.com/office/officeart/2005/8/layout/chart3"/>
    <dgm:cxn modelId="{3819D33F-79B2-49BC-BD67-F906566A39DF}" type="presParOf" srcId="{E2E82C2D-4185-4BB7-8D22-55CCE34EC0B2}" destId="{A877B607-5009-456D-998C-3306F494C737}" srcOrd="4" destOrd="0" presId="urn:microsoft.com/office/officeart/2005/8/layout/chart3"/>
    <dgm:cxn modelId="{F674E75D-5FEB-4EE5-A506-7DC0E0EDC960}" type="presParOf" srcId="{E2E82C2D-4185-4BB7-8D22-55CCE34EC0B2}" destId="{A52A6DE2-9A40-4625-B63D-ECF3153ECA0D}" srcOrd="5"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800" dirty="0"/>
            <a:t>施設予約画面（利用者）</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800" dirty="0">
              <a:solidFill>
                <a:schemeClr val="bg2"/>
              </a:solidFill>
            </a:rPr>
            <a:t>施設管理画面（管理者）</a:t>
          </a:r>
          <a:endParaRPr kumimoji="1" lang="en-US" altLang="ja-JP" sz="2800" dirty="0">
            <a:solidFill>
              <a:schemeClr val="bg2"/>
            </a:solidFill>
          </a:endParaRPr>
        </a:p>
      </dgm:t>
    </dgm:pt>
    <dgm:pt modelId="{6D9F2C9A-362E-4250-825D-446DFDEFFAE7}" type="parTrans" cxnId="{464704C3-8D74-4E9B-82A0-0C1313BF6B01}">
      <dgm:prSet/>
      <dgm:spPr/>
      <dgm:t>
        <a:bodyPr/>
        <a:lstStyle/>
        <a:p>
          <a:endParaRPr kumimoji="1" lang="ja-JP" altLang="en-US"/>
        </a:p>
      </dgm:t>
    </dgm:pt>
    <dgm:pt modelId="{47585EBD-7A59-444C-ACD0-2772B075631C}" type="sibTrans" cxnId="{464704C3-8D74-4E9B-82A0-0C1313BF6B01}">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4B082990-02E9-40DA-8DA2-E5D9732B6ED9}" type="pres">
      <dgm:prSet presAssocID="{7B0811CD-AD31-46FE-ABCB-B7C0356B892B}" presName="compositeA" presStyleCnt="0"/>
      <dgm:spPr/>
    </dgm:pt>
    <dgm:pt modelId="{B7FD9F18-A236-4D0C-91AA-4460C31BEE79}" type="pres">
      <dgm:prSet presAssocID="{7B0811CD-AD31-46FE-ABCB-B7C0356B892B}" presName="textA" presStyleLbl="revTx" presStyleIdx="0" presStyleCnt="2">
        <dgm:presLayoutVars>
          <dgm:bulletEnabled val="1"/>
        </dgm:presLayoutVars>
      </dgm:prSet>
      <dgm:spPr/>
    </dgm:pt>
    <dgm:pt modelId="{11DDFBC5-3EE1-4B2D-9A1D-8BD4EA48CD34}" type="pres">
      <dgm:prSet presAssocID="{7B0811CD-AD31-46FE-ABCB-B7C0356B892B}" presName="circleA" presStyleLbl="node1" presStyleIdx="0" presStyleCnt="2"/>
      <dgm:spPr/>
    </dgm:pt>
    <dgm:pt modelId="{C7AAEB43-0BB8-4E98-883B-F5ABE8F4D537}" type="pres">
      <dgm:prSet presAssocID="{7B0811CD-AD31-46FE-ABCB-B7C0356B892B}" presName="spaceA" presStyleCnt="0"/>
      <dgm:spPr/>
    </dgm:pt>
    <dgm:pt modelId="{F0FA994A-C987-4870-B086-45F14B275AF7}" type="pres">
      <dgm:prSet presAssocID="{51C378E6-54C9-4C37-BEDF-6FCDD24C25CD}" presName="space" presStyleCnt="0"/>
      <dgm:spPr/>
    </dgm:pt>
    <dgm:pt modelId="{AE809C2F-8DEE-4D3B-969A-B7E8359D928D}" type="pres">
      <dgm:prSet presAssocID="{53A09C44-6B5D-4442-A354-4DE9194335F8}" presName="compositeB" presStyleCnt="0"/>
      <dgm:spPr/>
    </dgm:pt>
    <dgm:pt modelId="{55826D69-EB8F-4662-8317-AB61AAF06F1E}" type="pres">
      <dgm:prSet presAssocID="{53A09C44-6B5D-4442-A354-4DE9194335F8}" presName="textB" presStyleLbl="revTx" presStyleIdx="1" presStyleCnt="2">
        <dgm:presLayoutVars>
          <dgm:bulletEnabled val="1"/>
        </dgm:presLayoutVars>
      </dgm:prSet>
      <dgm:spPr/>
    </dgm:pt>
    <dgm:pt modelId="{0CBFD5A4-EC06-4D84-9F29-E59B37EACFA8}" type="pres">
      <dgm:prSet presAssocID="{53A09C44-6B5D-4442-A354-4DE9194335F8}" presName="circleB" presStyleLbl="node1" presStyleIdx="1" presStyleCnt="2"/>
      <dgm:spPr/>
    </dgm:pt>
    <dgm:pt modelId="{F05579C7-30BA-4C33-96C1-4DAF59ED51F1}" type="pres">
      <dgm:prSet presAssocID="{53A09C44-6B5D-4442-A354-4DE9194335F8}" presName="spaceB" presStyleCnt="0"/>
      <dgm:spPr/>
    </dgm:pt>
  </dgm:ptLst>
  <dgm:cxnLst>
    <dgm:cxn modelId="{F621521E-8612-49A8-87AE-4E1C9DF67BF6}" type="presOf" srcId="{B3A8A0EE-A98C-46BD-8D48-0A5F7F9BB904}" destId="{F76AA589-DEAD-492E-8116-92F109B3AB8B}" srcOrd="0" destOrd="0" presId="urn:microsoft.com/office/officeart/2005/8/layout/hProcess11"/>
    <dgm:cxn modelId="{6D66445B-D85D-44E4-8465-FF9EAF1901E2}" srcId="{B3A8A0EE-A98C-46BD-8D48-0A5F7F9BB904}" destId="{7B0811CD-AD31-46FE-ABCB-B7C0356B892B}" srcOrd="0" destOrd="0" parTransId="{8B0BC141-66AD-4672-B11A-C56422AC72C7}" sibTransId="{51C378E6-54C9-4C37-BEDF-6FCDD24C25CD}"/>
    <dgm:cxn modelId="{A81B34A4-7F25-4AC0-9056-568D493E580C}" type="presOf" srcId="{7B0811CD-AD31-46FE-ABCB-B7C0356B892B}" destId="{B7FD9F18-A236-4D0C-91AA-4460C31BEE79}" srcOrd="0" destOrd="0" presId="urn:microsoft.com/office/officeart/2005/8/layout/hProcess11"/>
    <dgm:cxn modelId="{464704C3-8D74-4E9B-82A0-0C1313BF6B01}" srcId="{B3A8A0EE-A98C-46BD-8D48-0A5F7F9BB904}" destId="{53A09C44-6B5D-4442-A354-4DE9194335F8}" srcOrd="1" destOrd="0" parTransId="{6D9F2C9A-362E-4250-825D-446DFDEFFAE7}" sibTransId="{47585EBD-7A59-444C-ACD0-2772B075631C}"/>
    <dgm:cxn modelId="{6319DDEB-ECEF-4F95-82C4-4D84B26460F8}" type="presOf" srcId="{53A09C44-6B5D-4442-A354-4DE9194335F8}" destId="{55826D69-EB8F-4662-8317-AB61AAF06F1E}" srcOrd="0" destOrd="0" presId="urn:microsoft.com/office/officeart/2005/8/layout/hProcess11"/>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A5D741AC-8CB5-491D-AA93-1E1AC1CED0D9}" type="presParOf" srcId="{F28D9683-94BD-4142-B05C-A4672ABDFB10}" destId="{4B082990-02E9-40DA-8DA2-E5D9732B6ED9}" srcOrd="0" destOrd="0" presId="urn:microsoft.com/office/officeart/2005/8/layout/hProcess11"/>
    <dgm:cxn modelId="{F7184A66-9CC1-4025-89DF-C3EE8D3BC8C3}" type="presParOf" srcId="{4B082990-02E9-40DA-8DA2-E5D9732B6ED9}" destId="{B7FD9F18-A236-4D0C-91AA-4460C31BEE79}" srcOrd="0" destOrd="0" presId="urn:microsoft.com/office/officeart/2005/8/layout/hProcess11"/>
    <dgm:cxn modelId="{E1BFB2AF-2043-4943-9A31-6F691D8CCBB6}" type="presParOf" srcId="{4B082990-02E9-40DA-8DA2-E5D9732B6ED9}" destId="{11DDFBC5-3EE1-4B2D-9A1D-8BD4EA48CD34}" srcOrd="1" destOrd="0" presId="urn:microsoft.com/office/officeart/2005/8/layout/hProcess11"/>
    <dgm:cxn modelId="{724BC33A-BDDF-4D81-BD5C-E8CFF7DF187E}" type="presParOf" srcId="{4B082990-02E9-40DA-8DA2-E5D9732B6ED9}" destId="{C7AAEB43-0BB8-4E98-883B-F5ABE8F4D537}" srcOrd="2" destOrd="0" presId="urn:microsoft.com/office/officeart/2005/8/layout/hProcess11"/>
    <dgm:cxn modelId="{3EEF860B-2EA6-4909-A9A7-E3D37230DFBA}" type="presParOf" srcId="{F28D9683-94BD-4142-B05C-A4672ABDFB10}" destId="{F0FA994A-C987-4870-B086-45F14B275AF7}" srcOrd="1" destOrd="0" presId="urn:microsoft.com/office/officeart/2005/8/layout/hProcess11"/>
    <dgm:cxn modelId="{CE25A32A-3F4E-441A-AF78-29D1BAFF4907}" type="presParOf" srcId="{F28D9683-94BD-4142-B05C-A4672ABDFB10}" destId="{AE809C2F-8DEE-4D3B-969A-B7E8359D928D}" srcOrd="2" destOrd="0" presId="urn:microsoft.com/office/officeart/2005/8/layout/hProcess11"/>
    <dgm:cxn modelId="{B5A76CCD-4B82-45EA-8C38-382DB94B8D28}" type="presParOf" srcId="{AE809C2F-8DEE-4D3B-969A-B7E8359D928D}" destId="{55826D69-EB8F-4662-8317-AB61AAF06F1E}" srcOrd="0" destOrd="0" presId="urn:microsoft.com/office/officeart/2005/8/layout/hProcess11"/>
    <dgm:cxn modelId="{6491071F-D3E1-4CE8-880E-2606D92C5D40}" type="presParOf" srcId="{AE809C2F-8DEE-4D3B-969A-B7E8359D928D}" destId="{0CBFD5A4-EC06-4D84-9F29-E59B37EACFA8}" srcOrd="1" destOrd="0" presId="urn:microsoft.com/office/officeart/2005/8/layout/hProcess11"/>
    <dgm:cxn modelId="{A291960A-F48E-4EF6-B9ED-59651F4E492D}" type="presParOf" srcId="{AE809C2F-8DEE-4D3B-969A-B7E8359D928D}" destId="{F05579C7-30BA-4C33-96C1-4DAF59ED51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800" dirty="0">
              <a:solidFill>
                <a:schemeClr val="bg2"/>
              </a:solidFill>
            </a:rPr>
            <a:t>施設予約画面（利用者）</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800" dirty="0"/>
            <a:t>施設管理画面（管理者）</a:t>
          </a:r>
          <a:endParaRPr kumimoji="1" lang="en-US" altLang="ja-JP" sz="2800" dirty="0"/>
        </a:p>
      </dgm:t>
    </dgm:pt>
    <dgm:pt modelId="{6D9F2C9A-362E-4250-825D-446DFDEFFAE7}" type="parTrans" cxnId="{464704C3-8D74-4E9B-82A0-0C1313BF6B01}">
      <dgm:prSet/>
      <dgm:spPr/>
      <dgm:t>
        <a:bodyPr/>
        <a:lstStyle/>
        <a:p>
          <a:endParaRPr kumimoji="1" lang="ja-JP" altLang="en-US"/>
        </a:p>
      </dgm:t>
    </dgm:pt>
    <dgm:pt modelId="{47585EBD-7A59-444C-ACD0-2772B075631C}" type="sibTrans" cxnId="{464704C3-8D74-4E9B-82A0-0C1313BF6B01}">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4B082990-02E9-40DA-8DA2-E5D9732B6ED9}" type="pres">
      <dgm:prSet presAssocID="{7B0811CD-AD31-46FE-ABCB-B7C0356B892B}" presName="compositeA" presStyleCnt="0"/>
      <dgm:spPr/>
    </dgm:pt>
    <dgm:pt modelId="{B7FD9F18-A236-4D0C-91AA-4460C31BEE79}" type="pres">
      <dgm:prSet presAssocID="{7B0811CD-AD31-46FE-ABCB-B7C0356B892B}" presName="textA" presStyleLbl="revTx" presStyleIdx="0" presStyleCnt="2">
        <dgm:presLayoutVars>
          <dgm:bulletEnabled val="1"/>
        </dgm:presLayoutVars>
      </dgm:prSet>
      <dgm:spPr/>
    </dgm:pt>
    <dgm:pt modelId="{11DDFBC5-3EE1-4B2D-9A1D-8BD4EA48CD34}" type="pres">
      <dgm:prSet presAssocID="{7B0811CD-AD31-46FE-ABCB-B7C0356B892B}" presName="circleA" presStyleLbl="node1" presStyleIdx="0" presStyleCnt="2"/>
      <dgm:spPr/>
    </dgm:pt>
    <dgm:pt modelId="{C7AAEB43-0BB8-4E98-883B-F5ABE8F4D537}" type="pres">
      <dgm:prSet presAssocID="{7B0811CD-AD31-46FE-ABCB-B7C0356B892B}" presName="spaceA" presStyleCnt="0"/>
      <dgm:spPr/>
    </dgm:pt>
    <dgm:pt modelId="{F0FA994A-C987-4870-B086-45F14B275AF7}" type="pres">
      <dgm:prSet presAssocID="{51C378E6-54C9-4C37-BEDF-6FCDD24C25CD}" presName="space" presStyleCnt="0"/>
      <dgm:spPr/>
    </dgm:pt>
    <dgm:pt modelId="{AE809C2F-8DEE-4D3B-969A-B7E8359D928D}" type="pres">
      <dgm:prSet presAssocID="{53A09C44-6B5D-4442-A354-4DE9194335F8}" presName="compositeB" presStyleCnt="0"/>
      <dgm:spPr/>
    </dgm:pt>
    <dgm:pt modelId="{55826D69-EB8F-4662-8317-AB61AAF06F1E}" type="pres">
      <dgm:prSet presAssocID="{53A09C44-6B5D-4442-A354-4DE9194335F8}" presName="textB" presStyleLbl="revTx" presStyleIdx="1" presStyleCnt="2">
        <dgm:presLayoutVars>
          <dgm:bulletEnabled val="1"/>
        </dgm:presLayoutVars>
      </dgm:prSet>
      <dgm:spPr/>
    </dgm:pt>
    <dgm:pt modelId="{0CBFD5A4-EC06-4D84-9F29-E59B37EACFA8}" type="pres">
      <dgm:prSet presAssocID="{53A09C44-6B5D-4442-A354-4DE9194335F8}" presName="circleB" presStyleLbl="node1" presStyleIdx="1" presStyleCnt="2"/>
      <dgm:spPr/>
    </dgm:pt>
    <dgm:pt modelId="{F05579C7-30BA-4C33-96C1-4DAF59ED51F1}" type="pres">
      <dgm:prSet presAssocID="{53A09C44-6B5D-4442-A354-4DE9194335F8}" presName="spaceB" presStyleCnt="0"/>
      <dgm:spPr/>
    </dgm:pt>
  </dgm:ptLst>
  <dgm:cxnLst>
    <dgm:cxn modelId="{F621521E-8612-49A8-87AE-4E1C9DF67BF6}" type="presOf" srcId="{B3A8A0EE-A98C-46BD-8D48-0A5F7F9BB904}" destId="{F76AA589-DEAD-492E-8116-92F109B3AB8B}" srcOrd="0" destOrd="0" presId="urn:microsoft.com/office/officeart/2005/8/layout/hProcess11"/>
    <dgm:cxn modelId="{6D66445B-D85D-44E4-8465-FF9EAF1901E2}" srcId="{B3A8A0EE-A98C-46BD-8D48-0A5F7F9BB904}" destId="{7B0811CD-AD31-46FE-ABCB-B7C0356B892B}" srcOrd="0" destOrd="0" parTransId="{8B0BC141-66AD-4672-B11A-C56422AC72C7}" sibTransId="{51C378E6-54C9-4C37-BEDF-6FCDD24C25CD}"/>
    <dgm:cxn modelId="{A81B34A4-7F25-4AC0-9056-568D493E580C}" type="presOf" srcId="{7B0811CD-AD31-46FE-ABCB-B7C0356B892B}" destId="{B7FD9F18-A236-4D0C-91AA-4460C31BEE79}" srcOrd="0" destOrd="0" presId="urn:microsoft.com/office/officeart/2005/8/layout/hProcess11"/>
    <dgm:cxn modelId="{464704C3-8D74-4E9B-82A0-0C1313BF6B01}" srcId="{B3A8A0EE-A98C-46BD-8D48-0A5F7F9BB904}" destId="{53A09C44-6B5D-4442-A354-4DE9194335F8}" srcOrd="1" destOrd="0" parTransId="{6D9F2C9A-362E-4250-825D-446DFDEFFAE7}" sibTransId="{47585EBD-7A59-444C-ACD0-2772B075631C}"/>
    <dgm:cxn modelId="{6319DDEB-ECEF-4F95-82C4-4D84B26460F8}" type="presOf" srcId="{53A09C44-6B5D-4442-A354-4DE9194335F8}" destId="{55826D69-EB8F-4662-8317-AB61AAF06F1E}" srcOrd="0" destOrd="0" presId="urn:microsoft.com/office/officeart/2005/8/layout/hProcess11"/>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A5D741AC-8CB5-491D-AA93-1E1AC1CED0D9}" type="presParOf" srcId="{F28D9683-94BD-4142-B05C-A4672ABDFB10}" destId="{4B082990-02E9-40DA-8DA2-E5D9732B6ED9}" srcOrd="0" destOrd="0" presId="urn:microsoft.com/office/officeart/2005/8/layout/hProcess11"/>
    <dgm:cxn modelId="{F7184A66-9CC1-4025-89DF-C3EE8D3BC8C3}" type="presParOf" srcId="{4B082990-02E9-40DA-8DA2-E5D9732B6ED9}" destId="{B7FD9F18-A236-4D0C-91AA-4460C31BEE79}" srcOrd="0" destOrd="0" presId="urn:microsoft.com/office/officeart/2005/8/layout/hProcess11"/>
    <dgm:cxn modelId="{E1BFB2AF-2043-4943-9A31-6F691D8CCBB6}" type="presParOf" srcId="{4B082990-02E9-40DA-8DA2-E5D9732B6ED9}" destId="{11DDFBC5-3EE1-4B2D-9A1D-8BD4EA48CD34}" srcOrd="1" destOrd="0" presId="urn:microsoft.com/office/officeart/2005/8/layout/hProcess11"/>
    <dgm:cxn modelId="{724BC33A-BDDF-4D81-BD5C-E8CFF7DF187E}" type="presParOf" srcId="{4B082990-02E9-40DA-8DA2-E5D9732B6ED9}" destId="{C7AAEB43-0BB8-4E98-883B-F5ABE8F4D537}" srcOrd="2" destOrd="0" presId="urn:microsoft.com/office/officeart/2005/8/layout/hProcess11"/>
    <dgm:cxn modelId="{3EEF860B-2EA6-4909-A9A7-E3D37230DFBA}" type="presParOf" srcId="{F28D9683-94BD-4142-B05C-A4672ABDFB10}" destId="{F0FA994A-C987-4870-B086-45F14B275AF7}" srcOrd="1" destOrd="0" presId="urn:microsoft.com/office/officeart/2005/8/layout/hProcess11"/>
    <dgm:cxn modelId="{CE25A32A-3F4E-441A-AF78-29D1BAFF4907}" type="presParOf" srcId="{F28D9683-94BD-4142-B05C-A4672ABDFB10}" destId="{AE809C2F-8DEE-4D3B-969A-B7E8359D928D}" srcOrd="2" destOrd="0" presId="urn:microsoft.com/office/officeart/2005/8/layout/hProcess11"/>
    <dgm:cxn modelId="{B5A76CCD-4B82-45EA-8C38-382DB94B8D28}" type="presParOf" srcId="{AE809C2F-8DEE-4D3B-969A-B7E8359D928D}" destId="{55826D69-EB8F-4662-8317-AB61AAF06F1E}" srcOrd="0" destOrd="0" presId="urn:microsoft.com/office/officeart/2005/8/layout/hProcess11"/>
    <dgm:cxn modelId="{6491071F-D3E1-4CE8-880E-2606D92C5D40}" type="presParOf" srcId="{AE809C2F-8DEE-4D3B-969A-B7E8359D928D}" destId="{0CBFD5A4-EC06-4D84-9F29-E59B37EACFA8}" srcOrd="1" destOrd="0" presId="urn:microsoft.com/office/officeart/2005/8/layout/hProcess11"/>
    <dgm:cxn modelId="{A291960A-F48E-4EF6-B9ED-59651F4E492D}" type="presParOf" srcId="{AE809C2F-8DEE-4D3B-969A-B7E8359D928D}" destId="{F05579C7-30BA-4C33-96C1-4DAF59ED51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B5748B7-A1E6-43D4-BFB0-58669F5D480A}" type="doc">
      <dgm:prSet loTypeId="urn:microsoft.com/office/officeart/2005/8/layout/chart3" loCatId="cycle" qsTypeId="urn:microsoft.com/office/officeart/2005/8/quickstyle/simple1" qsCatId="simple" csTypeId="urn:microsoft.com/office/officeart/2005/8/colors/accent5_4" csCatId="accent5" phldr="1"/>
      <dgm:spPr/>
    </dgm:pt>
    <dgm:pt modelId="{090C5754-1651-435D-BC31-33509B3B361C}">
      <dgm:prSet phldrT="[テキスト]" custT="1"/>
      <dgm:spPr/>
      <dgm:t>
        <a:bodyPr/>
        <a:lstStyle/>
        <a:p>
          <a:endParaRPr kumimoji="1" lang="ja-JP" altLang="en-US" sz="2400" b="1" dirty="0"/>
        </a:p>
      </dgm:t>
    </dgm:pt>
    <dgm:pt modelId="{B9CF45EF-59E6-4971-B966-2703D56C41F6}" type="parTrans" cxnId="{3BD1FC60-4A39-4159-BD82-7BB8E5E25FD4}">
      <dgm:prSet/>
      <dgm:spPr/>
      <dgm:t>
        <a:bodyPr/>
        <a:lstStyle/>
        <a:p>
          <a:endParaRPr kumimoji="1" lang="ja-JP" altLang="en-US"/>
        </a:p>
      </dgm:t>
    </dgm:pt>
    <dgm:pt modelId="{9ED10692-FC97-4CAC-8C58-895EABC1B85E}" type="sibTrans" cxnId="{3BD1FC60-4A39-4159-BD82-7BB8E5E25FD4}">
      <dgm:prSet/>
      <dgm:spPr/>
      <dgm:t>
        <a:bodyPr/>
        <a:lstStyle/>
        <a:p>
          <a:endParaRPr kumimoji="1" lang="ja-JP" altLang="en-US"/>
        </a:p>
      </dgm:t>
    </dgm:pt>
    <dgm:pt modelId="{26DEBE0B-71CE-47B3-A86F-1E3582BA1284}">
      <dgm:prSet phldrT="[テキスト]" custT="1"/>
      <dgm:spPr/>
      <dgm:t>
        <a:bodyPr/>
        <a:lstStyle/>
        <a:p>
          <a:endParaRPr kumimoji="1" lang="ja-JP" altLang="en-US" sz="1400" dirty="0"/>
        </a:p>
      </dgm:t>
    </dgm:pt>
    <dgm:pt modelId="{509C8BCB-83E2-4E9B-8150-D57C2983AF61}" type="parTrans" cxnId="{D48566C4-1D06-4051-9535-390A55F1F332}">
      <dgm:prSet/>
      <dgm:spPr/>
      <dgm:t>
        <a:bodyPr/>
        <a:lstStyle/>
        <a:p>
          <a:endParaRPr kumimoji="1" lang="ja-JP" altLang="en-US"/>
        </a:p>
      </dgm:t>
    </dgm:pt>
    <dgm:pt modelId="{487AC8CC-4090-4E24-B0C8-C8451DCFAF9F}" type="sibTrans" cxnId="{D48566C4-1D06-4051-9535-390A55F1F332}">
      <dgm:prSet/>
      <dgm:spPr/>
      <dgm:t>
        <a:bodyPr/>
        <a:lstStyle/>
        <a:p>
          <a:endParaRPr kumimoji="1" lang="ja-JP" altLang="en-US"/>
        </a:p>
      </dgm:t>
    </dgm:pt>
    <dgm:pt modelId="{243E65CF-789F-41DD-A18D-59E3200C3DC4}">
      <dgm:prSet phldrT="[テキスト]" custT="1"/>
      <dgm:spPr/>
      <dgm:t>
        <a:bodyPr/>
        <a:lstStyle/>
        <a:p>
          <a:endParaRPr kumimoji="1" lang="ja-JP" altLang="en-US" sz="1400" dirty="0"/>
        </a:p>
      </dgm:t>
    </dgm:pt>
    <dgm:pt modelId="{07A5D8B1-A7A5-440A-A06B-BDA1BEAF06C9}" type="parTrans" cxnId="{738809FA-5ACC-46F3-8EE1-752CD0CB14C6}">
      <dgm:prSet/>
      <dgm:spPr/>
      <dgm:t>
        <a:bodyPr/>
        <a:lstStyle/>
        <a:p>
          <a:endParaRPr kumimoji="1" lang="ja-JP" altLang="en-US"/>
        </a:p>
      </dgm:t>
    </dgm:pt>
    <dgm:pt modelId="{C9CAF640-F140-40BB-97F6-A9496670A2A2}" type="sibTrans" cxnId="{738809FA-5ACC-46F3-8EE1-752CD0CB14C6}">
      <dgm:prSet/>
      <dgm:spPr/>
      <dgm:t>
        <a:bodyPr/>
        <a:lstStyle/>
        <a:p>
          <a:endParaRPr kumimoji="1" lang="ja-JP" altLang="en-US"/>
        </a:p>
      </dgm:t>
    </dgm:pt>
    <dgm:pt modelId="{E2E82C2D-4185-4BB7-8D22-55CCE34EC0B2}" type="pres">
      <dgm:prSet presAssocID="{5B5748B7-A1E6-43D4-BFB0-58669F5D480A}" presName="compositeShape" presStyleCnt="0">
        <dgm:presLayoutVars>
          <dgm:chMax val="7"/>
          <dgm:dir/>
          <dgm:resizeHandles val="exact"/>
        </dgm:presLayoutVars>
      </dgm:prSet>
      <dgm:spPr/>
    </dgm:pt>
    <dgm:pt modelId="{80527F17-EB04-40F5-AAE2-2EB24635B796}" type="pres">
      <dgm:prSet presAssocID="{5B5748B7-A1E6-43D4-BFB0-58669F5D480A}" presName="wedge1" presStyleLbl="node1" presStyleIdx="0" presStyleCnt="3" custAng="7144812" custScaleX="164188" custScaleY="164188" custLinFactNeighborX="-6536" custLinFactNeighborY="-27736"/>
      <dgm:spPr/>
    </dgm:pt>
    <dgm:pt modelId="{9E55A98C-5690-48EE-9F3F-759D6B2FDB49}" type="pres">
      <dgm:prSet presAssocID="{5B5748B7-A1E6-43D4-BFB0-58669F5D480A}" presName="wedge1Tx" presStyleLbl="node1" presStyleIdx="0" presStyleCnt="3">
        <dgm:presLayoutVars>
          <dgm:chMax val="0"/>
          <dgm:chPref val="0"/>
          <dgm:bulletEnabled val="1"/>
        </dgm:presLayoutVars>
      </dgm:prSet>
      <dgm:spPr/>
    </dgm:pt>
    <dgm:pt modelId="{4432BA65-E329-41E9-9908-B0B431A98775}" type="pres">
      <dgm:prSet presAssocID="{5B5748B7-A1E6-43D4-BFB0-58669F5D480A}" presName="wedge2" presStyleLbl="node1" presStyleIdx="1" presStyleCnt="3" custAng="7176519" custLinFactNeighborX="-1607" custLinFactNeighborY="-35670"/>
      <dgm:spPr/>
    </dgm:pt>
    <dgm:pt modelId="{ABE87E64-36E8-4090-BC68-2E0A17204641}" type="pres">
      <dgm:prSet presAssocID="{5B5748B7-A1E6-43D4-BFB0-58669F5D480A}" presName="wedge2Tx" presStyleLbl="node1" presStyleIdx="1" presStyleCnt="3">
        <dgm:presLayoutVars>
          <dgm:chMax val="0"/>
          <dgm:chPref val="0"/>
          <dgm:bulletEnabled val="1"/>
        </dgm:presLayoutVars>
      </dgm:prSet>
      <dgm:spPr/>
    </dgm:pt>
    <dgm:pt modelId="{A877B607-5009-456D-998C-3306F494C737}" type="pres">
      <dgm:prSet presAssocID="{5B5748B7-A1E6-43D4-BFB0-58669F5D480A}" presName="wedge3" presStyleLbl="node1" presStyleIdx="2" presStyleCnt="3" custAng="7176519" custLinFactNeighborX="-479" custLinFactNeighborY="-35444"/>
      <dgm:spPr/>
    </dgm:pt>
    <dgm:pt modelId="{A52A6DE2-9A40-4625-B63D-ECF3153ECA0D}" type="pres">
      <dgm:prSet presAssocID="{5B5748B7-A1E6-43D4-BFB0-58669F5D480A}" presName="wedge3Tx" presStyleLbl="node1" presStyleIdx="2" presStyleCnt="3">
        <dgm:presLayoutVars>
          <dgm:chMax val="0"/>
          <dgm:chPref val="0"/>
          <dgm:bulletEnabled val="1"/>
        </dgm:presLayoutVars>
      </dgm:prSet>
      <dgm:spPr/>
    </dgm:pt>
  </dgm:ptLst>
  <dgm:cxnLst>
    <dgm:cxn modelId="{3EE5B001-706B-416E-A6AD-D2C8A2C6CC03}" type="presOf" srcId="{090C5754-1651-435D-BC31-33509B3B361C}" destId="{9E55A98C-5690-48EE-9F3F-759D6B2FDB49}" srcOrd="1" destOrd="0" presId="urn:microsoft.com/office/officeart/2005/8/layout/chart3"/>
    <dgm:cxn modelId="{CBDD8A06-6082-4B7C-8484-45F8CCBC2948}" type="presOf" srcId="{243E65CF-789F-41DD-A18D-59E3200C3DC4}" destId="{A52A6DE2-9A40-4625-B63D-ECF3153ECA0D}" srcOrd="1" destOrd="0" presId="urn:microsoft.com/office/officeart/2005/8/layout/chart3"/>
    <dgm:cxn modelId="{4AA0203C-9786-47DC-B33C-972C13B98601}" type="presOf" srcId="{26DEBE0B-71CE-47B3-A86F-1E3582BA1284}" destId="{ABE87E64-36E8-4090-BC68-2E0A17204641}" srcOrd="1" destOrd="0" presId="urn:microsoft.com/office/officeart/2005/8/layout/chart3"/>
    <dgm:cxn modelId="{03FD433E-93D0-4AF1-9F70-93971C8B792D}" type="presOf" srcId="{090C5754-1651-435D-BC31-33509B3B361C}" destId="{80527F17-EB04-40F5-AAE2-2EB24635B796}" srcOrd="0" destOrd="0" presId="urn:microsoft.com/office/officeart/2005/8/layout/chart3"/>
    <dgm:cxn modelId="{3BD1FC60-4A39-4159-BD82-7BB8E5E25FD4}" srcId="{5B5748B7-A1E6-43D4-BFB0-58669F5D480A}" destId="{090C5754-1651-435D-BC31-33509B3B361C}" srcOrd="0" destOrd="0" parTransId="{B9CF45EF-59E6-4971-B966-2703D56C41F6}" sibTransId="{9ED10692-FC97-4CAC-8C58-895EABC1B85E}"/>
    <dgm:cxn modelId="{7360D463-DFF1-45EC-A522-C37D34DF98F8}" type="presOf" srcId="{5B5748B7-A1E6-43D4-BFB0-58669F5D480A}" destId="{E2E82C2D-4185-4BB7-8D22-55CCE34EC0B2}" srcOrd="0" destOrd="0" presId="urn:microsoft.com/office/officeart/2005/8/layout/chart3"/>
    <dgm:cxn modelId="{FB140953-6D86-4764-83B8-81F5F84DFC7B}" type="presOf" srcId="{243E65CF-789F-41DD-A18D-59E3200C3DC4}" destId="{A877B607-5009-456D-998C-3306F494C737}" srcOrd="0" destOrd="0" presId="urn:microsoft.com/office/officeart/2005/8/layout/chart3"/>
    <dgm:cxn modelId="{D48566C4-1D06-4051-9535-390A55F1F332}" srcId="{5B5748B7-A1E6-43D4-BFB0-58669F5D480A}" destId="{26DEBE0B-71CE-47B3-A86F-1E3582BA1284}" srcOrd="1" destOrd="0" parTransId="{509C8BCB-83E2-4E9B-8150-D57C2983AF61}" sibTransId="{487AC8CC-4090-4E24-B0C8-C8451DCFAF9F}"/>
    <dgm:cxn modelId="{88A4C0E8-C1D4-4E11-8476-891BDEFE41E7}" type="presOf" srcId="{26DEBE0B-71CE-47B3-A86F-1E3582BA1284}" destId="{4432BA65-E329-41E9-9908-B0B431A98775}" srcOrd="0" destOrd="0" presId="urn:microsoft.com/office/officeart/2005/8/layout/chart3"/>
    <dgm:cxn modelId="{738809FA-5ACC-46F3-8EE1-752CD0CB14C6}" srcId="{5B5748B7-A1E6-43D4-BFB0-58669F5D480A}" destId="{243E65CF-789F-41DD-A18D-59E3200C3DC4}" srcOrd="2" destOrd="0" parTransId="{07A5D8B1-A7A5-440A-A06B-BDA1BEAF06C9}" sibTransId="{C9CAF640-F140-40BB-97F6-A9496670A2A2}"/>
    <dgm:cxn modelId="{42A5120E-A200-41E4-BDBB-7A32CD68906C}" type="presParOf" srcId="{E2E82C2D-4185-4BB7-8D22-55CCE34EC0B2}" destId="{80527F17-EB04-40F5-AAE2-2EB24635B796}" srcOrd="0" destOrd="0" presId="urn:microsoft.com/office/officeart/2005/8/layout/chart3"/>
    <dgm:cxn modelId="{C438650C-BF95-47C5-9D96-0B40D4591087}" type="presParOf" srcId="{E2E82C2D-4185-4BB7-8D22-55CCE34EC0B2}" destId="{9E55A98C-5690-48EE-9F3F-759D6B2FDB49}" srcOrd="1" destOrd="0" presId="urn:microsoft.com/office/officeart/2005/8/layout/chart3"/>
    <dgm:cxn modelId="{2E4FFC50-488E-4D6A-9CAA-1C714DF24B6D}" type="presParOf" srcId="{E2E82C2D-4185-4BB7-8D22-55CCE34EC0B2}" destId="{4432BA65-E329-41E9-9908-B0B431A98775}" srcOrd="2" destOrd="0" presId="urn:microsoft.com/office/officeart/2005/8/layout/chart3"/>
    <dgm:cxn modelId="{63C3C728-8E49-4A24-8853-F28E14192657}" type="presParOf" srcId="{E2E82C2D-4185-4BB7-8D22-55CCE34EC0B2}" destId="{ABE87E64-36E8-4090-BC68-2E0A17204641}" srcOrd="3" destOrd="0" presId="urn:microsoft.com/office/officeart/2005/8/layout/chart3"/>
    <dgm:cxn modelId="{3819D33F-79B2-49BC-BD67-F906566A39DF}" type="presParOf" srcId="{E2E82C2D-4185-4BB7-8D22-55CCE34EC0B2}" destId="{A877B607-5009-456D-998C-3306F494C737}" srcOrd="4" destOrd="0" presId="urn:microsoft.com/office/officeart/2005/8/layout/chart3"/>
    <dgm:cxn modelId="{F674E75D-5FEB-4EE5-A506-7DC0E0EDC960}" type="presParOf" srcId="{E2E82C2D-4185-4BB7-8D22-55CCE34EC0B2}" destId="{A52A6DE2-9A40-4625-B63D-ECF3153ECA0D}" srcOrd="5"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400" dirty="0"/>
            <a:t>デジタルサイネージ表示例</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800" dirty="0">
              <a:solidFill>
                <a:schemeClr val="bg2"/>
              </a:solidFill>
            </a:rPr>
            <a:t>モニター表示例</a:t>
          </a:r>
          <a:endParaRPr kumimoji="1" lang="en-US" altLang="ja-JP" sz="2800" dirty="0">
            <a:solidFill>
              <a:schemeClr val="bg2"/>
            </a:solidFill>
          </a:endParaRPr>
        </a:p>
      </dgm:t>
    </dgm:pt>
    <dgm:pt modelId="{47585EBD-7A59-444C-ACD0-2772B075631C}" type="sibTrans" cxnId="{464704C3-8D74-4E9B-82A0-0C1313BF6B01}">
      <dgm:prSet/>
      <dgm:spPr/>
      <dgm:t>
        <a:bodyPr/>
        <a:lstStyle/>
        <a:p>
          <a:endParaRPr kumimoji="1" lang="ja-JP" altLang="en-US"/>
        </a:p>
      </dgm:t>
    </dgm:pt>
    <dgm:pt modelId="{6D9F2C9A-362E-4250-825D-446DFDEFFAE7}" type="parTrans" cxnId="{464704C3-8D74-4E9B-82A0-0C1313BF6B01}">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4B082990-02E9-40DA-8DA2-E5D9732B6ED9}" type="pres">
      <dgm:prSet presAssocID="{7B0811CD-AD31-46FE-ABCB-B7C0356B892B}" presName="compositeA" presStyleCnt="0"/>
      <dgm:spPr/>
    </dgm:pt>
    <dgm:pt modelId="{B7FD9F18-A236-4D0C-91AA-4460C31BEE79}" type="pres">
      <dgm:prSet presAssocID="{7B0811CD-AD31-46FE-ABCB-B7C0356B892B}" presName="textA" presStyleLbl="revTx" presStyleIdx="0" presStyleCnt="2">
        <dgm:presLayoutVars>
          <dgm:bulletEnabled val="1"/>
        </dgm:presLayoutVars>
      </dgm:prSet>
      <dgm:spPr/>
    </dgm:pt>
    <dgm:pt modelId="{11DDFBC5-3EE1-4B2D-9A1D-8BD4EA48CD34}" type="pres">
      <dgm:prSet presAssocID="{7B0811CD-AD31-46FE-ABCB-B7C0356B892B}" presName="circleA" presStyleLbl="node1" presStyleIdx="0" presStyleCnt="2"/>
      <dgm:spPr/>
    </dgm:pt>
    <dgm:pt modelId="{C7AAEB43-0BB8-4E98-883B-F5ABE8F4D537}" type="pres">
      <dgm:prSet presAssocID="{7B0811CD-AD31-46FE-ABCB-B7C0356B892B}" presName="spaceA" presStyleCnt="0"/>
      <dgm:spPr/>
    </dgm:pt>
    <dgm:pt modelId="{F0FA994A-C987-4870-B086-45F14B275AF7}" type="pres">
      <dgm:prSet presAssocID="{51C378E6-54C9-4C37-BEDF-6FCDD24C25CD}" presName="space" presStyleCnt="0"/>
      <dgm:spPr/>
    </dgm:pt>
    <dgm:pt modelId="{AE809C2F-8DEE-4D3B-969A-B7E8359D928D}" type="pres">
      <dgm:prSet presAssocID="{53A09C44-6B5D-4442-A354-4DE9194335F8}" presName="compositeB" presStyleCnt="0"/>
      <dgm:spPr/>
    </dgm:pt>
    <dgm:pt modelId="{55826D69-EB8F-4662-8317-AB61AAF06F1E}" type="pres">
      <dgm:prSet presAssocID="{53A09C44-6B5D-4442-A354-4DE9194335F8}" presName="textB" presStyleLbl="revTx" presStyleIdx="1" presStyleCnt="2">
        <dgm:presLayoutVars>
          <dgm:bulletEnabled val="1"/>
        </dgm:presLayoutVars>
      </dgm:prSet>
      <dgm:spPr/>
    </dgm:pt>
    <dgm:pt modelId="{0CBFD5A4-EC06-4D84-9F29-E59B37EACFA8}" type="pres">
      <dgm:prSet presAssocID="{53A09C44-6B5D-4442-A354-4DE9194335F8}" presName="circleB" presStyleLbl="node1" presStyleIdx="1" presStyleCnt="2"/>
      <dgm:spPr/>
    </dgm:pt>
    <dgm:pt modelId="{F05579C7-30BA-4C33-96C1-4DAF59ED51F1}" type="pres">
      <dgm:prSet presAssocID="{53A09C44-6B5D-4442-A354-4DE9194335F8}" presName="spaceB" presStyleCnt="0"/>
      <dgm:spPr/>
    </dgm:pt>
  </dgm:ptLst>
  <dgm:cxnLst>
    <dgm:cxn modelId="{F621521E-8612-49A8-87AE-4E1C9DF67BF6}" type="presOf" srcId="{B3A8A0EE-A98C-46BD-8D48-0A5F7F9BB904}" destId="{F76AA589-DEAD-492E-8116-92F109B3AB8B}" srcOrd="0" destOrd="0" presId="urn:microsoft.com/office/officeart/2005/8/layout/hProcess11"/>
    <dgm:cxn modelId="{6D66445B-D85D-44E4-8465-FF9EAF1901E2}" srcId="{B3A8A0EE-A98C-46BD-8D48-0A5F7F9BB904}" destId="{7B0811CD-AD31-46FE-ABCB-B7C0356B892B}" srcOrd="0" destOrd="0" parTransId="{8B0BC141-66AD-4672-B11A-C56422AC72C7}" sibTransId="{51C378E6-54C9-4C37-BEDF-6FCDD24C25CD}"/>
    <dgm:cxn modelId="{A81B34A4-7F25-4AC0-9056-568D493E580C}" type="presOf" srcId="{7B0811CD-AD31-46FE-ABCB-B7C0356B892B}" destId="{B7FD9F18-A236-4D0C-91AA-4460C31BEE79}" srcOrd="0" destOrd="0" presId="urn:microsoft.com/office/officeart/2005/8/layout/hProcess11"/>
    <dgm:cxn modelId="{464704C3-8D74-4E9B-82A0-0C1313BF6B01}" srcId="{B3A8A0EE-A98C-46BD-8D48-0A5F7F9BB904}" destId="{53A09C44-6B5D-4442-A354-4DE9194335F8}" srcOrd="1" destOrd="0" parTransId="{6D9F2C9A-362E-4250-825D-446DFDEFFAE7}" sibTransId="{47585EBD-7A59-444C-ACD0-2772B075631C}"/>
    <dgm:cxn modelId="{6319DDEB-ECEF-4F95-82C4-4D84B26460F8}" type="presOf" srcId="{53A09C44-6B5D-4442-A354-4DE9194335F8}" destId="{55826D69-EB8F-4662-8317-AB61AAF06F1E}" srcOrd="0" destOrd="0" presId="urn:microsoft.com/office/officeart/2005/8/layout/hProcess11"/>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A5D741AC-8CB5-491D-AA93-1E1AC1CED0D9}" type="presParOf" srcId="{F28D9683-94BD-4142-B05C-A4672ABDFB10}" destId="{4B082990-02E9-40DA-8DA2-E5D9732B6ED9}" srcOrd="0" destOrd="0" presId="urn:microsoft.com/office/officeart/2005/8/layout/hProcess11"/>
    <dgm:cxn modelId="{F7184A66-9CC1-4025-89DF-C3EE8D3BC8C3}" type="presParOf" srcId="{4B082990-02E9-40DA-8DA2-E5D9732B6ED9}" destId="{B7FD9F18-A236-4D0C-91AA-4460C31BEE79}" srcOrd="0" destOrd="0" presId="urn:microsoft.com/office/officeart/2005/8/layout/hProcess11"/>
    <dgm:cxn modelId="{E1BFB2AF-2043-4943-9A31-6F691D8CCBB6}" type="presParOf" srcId="{4B082990-02E9-40DA-8DA2-E5D9732B6ED9}" destId="{11DDFBC5-3EE1-4B2D-9A1D-8BD4EA48CD34}" srcOrd="1" destOrd="0" presId="urn:microsoft.com/office/officeart/2005/8/layout/hProcess11"/>
    <dgm:cxn modelId="{724BC33A-BDDF-4D81-BD5C-E8CFF7DF187E}" type="presParOf" srcId="{4B082990-02E9-40DA-8DA2-E5D9732B6ED9}" destId="{C7AAEB43-0BB8-4E98-883B-F5ABE8F4D537}" srcOrd="2" destOrd="0" presId="urn:microsoft.com/office/officeart/2005/8/layout/hProcess11"/>
    <dgm:cxn modelId="{3EEF860B-2EA6-4909-A9A7-E3D37230DFBA}" type="presParOf" srcId="{F28D9683-94BD-4142-B05C-A4672ABDFB10}" destId="{F0FA994A-C987-4870-B086-45F14B275AF7}" srcOrd="1" destOrd="0" presId="urn:microsoft.com/office/officeart/2005/8/layout/hProcess11"/>
    <dgm:cxn modelId="{CE25A32A-3F4E-441A-AF78-29D1BAFF4907}" type="presParOf" srcId="{F28D9683-94BD-4142-B05C-A4672ABDFB10}" destId="{AE809C2F-8DEE-4D3B-969A-B7E8359D928D}" srcOrd="2" destOrd="0" presId="urn:microsoft.com/office/officeart/2005/8/layout/hProcess11"/>
    <dgm:cxn modelId="{B5A76CCD-4B82-45EA-8C38-382DB94B8D28}" type="presParOf" srcId="{AE809C2F-8DEE-4D3B-969A-B7E8359D928D}" destId="{55826D69-EB8F-4662-8317-AB61AAF06F1E}" srcOrd="0" destOrd="0" presId="urn:microsoft.com/office/officeart/2005/8/layout/hProcess11"/>
    <dgm:cxn modelId="{6491071F-D3E1-4CE8-880E-2606D92C5D40}" type="presParOf" srcId="{AE809C2F-8DEE-4D3B-969A-B7E8359D928D}" destId="{0CBFD5A4-EC06-4D84-9F29-E59B37EACFA8}" srcOrd="1" destOrd="0" presId="urn:microsoft.com/office/officeart/2005/8/layout/hProcess11"/>
    <dgm:cxn modelId="{A291960A-F48E-4EF6-B9ED-59651F4E492D}" type="presParOf" srcId="{AE809C2F-8DEE-4D3B-969A-B7E8359D928D}" destId="{F05579C7-30BA-4C33-96C1-4DAF59ED51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400" dirty="0">
              <a:solidFill>
                <a:schemeClr val="bg2"/>
              </a:solidFill>
            </a:rPr>
            <a:t>デジタルサイネージ表示例</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800" dirty="0"/>
            <a:t>モニター表示例</a:t>
          </a:r>
          <a:endParaRPr kumimoji="1" lang="en-US" altLang="ja-JP" sz="2800" dirty="0"/>
        </a:p>
      </dgm:t>
    </dgm:pt>
    <dgm:pt modelId="{47585EBD-7A59-444C-ACD0-2772B075631C}" type="sibTrans" cxnId="{464704C3-8D74-4E9B-82A0-0C1313BF6B01}">
      <dgm:prSet/>
      <dgm:spPr/>
      <dgm:t>
        <a:bodyPr/>
        <a:lstStyle/>
        <a:p>
          <a:endParaRPr kumimoji="1" lang="ja-JP" altLang="en-US"/>
        </a:p>
      </dgm:t>
    </dgm:pt>
    <dgm:pt modelId="{6D9F2C9A-362E-4250-825D-446DFDEFFAE7}" type="parTrans" cxnId="{464704C3-8D74-4E9B-82A0-0C1313BF6B01}">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4B082990-02E9-40DA-8DA2-E5D9732B6ED9}" type="pres">
      <dgm:prSet presAssocID="{7B0811CD-AD31-46FE-ABCB-B7C0356B892B}" presName="compositeA" presStyleCnt="0"/>
      <dgm:spPr/>
    </dgm:pt>
    <dgm:pt modelId="{B7FD9F18-A236-4D0C-91AA-4460C31BEE79}" type="pres">
      <dgm:prSet presAssocID="{7B0811CD-AD31-46FE-ABCB-B7C0356B892B}" presName="textA" presStyleLbl="revTx" presStyleIdx="0" presStyleCnt="2">
        <dgm:presLayoutVars>
          <dgm:bulletEnabled val="1"/>
        </dgm:presLayoutVars>
      </dgm:prSet>
      <dgm:spPr/>
    </dgm:pt>
    <dgm:pt modelId="{11DDFBC5-3EE1-4B2D-9A1D-8BD4EA48CD34}" type="pres">
      <dgm:prSet presAssocID="{7B0811CD-AD31-46FE-ABCB-B7C0356B892B}" presName="circleA" presStyleLbl="node1" presStyleIdx="0" presStyleCnt="2"/>
      <dgm:spPr/>
    </dgm:pt>
    <dgm:pt modelId="{C7AAEB43-0BB8-4E98-883B-F5ABE8F4D537}" type="pres">
      <dgm:prSet presAssocID="{7B0811CD-AD31-46FE-ABCB-B7C0356B892B}" presName="spaceA" presStyleCnt="0"/>
      <dgm:spPr/>
    </dgm:pt>
    <dgm:pt modelId="{F0FA994A-C987-4870-B086-45F14B275AF7}" type="pres">
      <dgm:prSet presAssocID="{51C378E6-54C9-4C37-BEDF-6FCDD24C25CD}" presName="space" presStyleCnt="0"/>
      <dgm:spPr/>
    </dgm:pt>
    <dgm:pt modelId="{AE809C2F-8DEE-4D3B-969A-B7E8359D928D}" type="pres">
      <dgm:prSet presAssocID="{53A09C44-6B5D-4442-A354-4DE9194335F8}" presName="compositeB" presStyleCnt="0"/>
      <dgm:spPr/>
    </dgm:pt>
    <dgm:pt modelId="{55826D69-EB8F-4662-8317-AB61AAF06F1E}" type="pres">
      <dgm:prSet presAssocID="{53A09C44-6B5D-4442-A354-4DE9194335F8}" presName="textB" presStyleLbl="revTx" presStyleIdx="1" presStyleCnt="2">
        <dgm:presLayoutVars>
          <dgm:bulletEnabled val="1"/>
        </dgm:presLayoutVars>
      </dgm:prSet>
      <dgm:spPr/>
    </dgm:pt>
    <dgm:pt modelId="{0CBFD5A4-EC06-4D84-9F29-E59B37EACFA8}" type="pres">
      <dgm:prSet presAssocID="{53A09C44-6B5D-4442-A354-4DE9194335F8}" presName="circleB" presStyleLbl="node1" presStyleIdx="1" presStyleCnt="2"/>
      <dgm:spPr/>
    </dgm:pt>
    <dgm:pt modelId="{F05579C7-30BA-4C33-96C1-4DAF59ED51F1}" type="pres">
      <dgm:prSet presAssocID="{53A09C44-6B5D-4442-A354-4DE9194335F8}" presName="spaceB" presStyleCnt="0"/>
      <dgm:spPr/>
    </dgm:pt>
  </dgm:ptLst>
  <dgm:cxnLst>
    <dgm:cxn modelId="{F621521E-8612-49A8-87AE-4E1C9DF67BF6}" type="presOf" srcId="{B3A8A0EE-A98C-46BD-8D48-0A5F7F9BB904}" destId="{F76AA589-DEAD-492E-8116-92F109B3AB8B}" srcOrd="0" destOrd="0" presId="urn:microsoft.com/office/officeart/2005/8/layout/hProcess11"/>
    <dgm:cxn modelId="{6D66445B-D85D-44E4-8465-FF9EAF1901E2}" srcId="{B3A8A0EE-A98C-46BD-8D48-0A5F7F9BB904}" destId="{7B0811CD-AD31-46FE-ABCB-B7C0356B892B}" srcOrd="0" destOrd="0" parTransId="{8B0BC141-66AD-4672-B11A-C56422AC72C7}" sibTransId="{51C378E6-54C9-4C37-BEDF-6FCDD24C25CD}"/>
    <dgm:cxn modelId="{A81B34A4-7F25-4AC0-9056-568D493E580C}" type="presOf" srcId="{7B0811CD-AD31-46FE-ABCB-B7C0356B892B}" destId="{B7FD9F18-A236-4D0C-91AA-4460C31BEE79}" srcOrd="0" destOrd="0" presId="urn:microsoft.com/office/officeart/2005/8/layout/hProcess11"/>
    <dgm:cxn modelId="{464704C3-8D74-4E9B-82A0-0C1313BF6B01}" srcId="{B3A8A0EE-A98C-46BD-8D48-0A5F7F9BB904}" destId="{53A09C44-6B5D-4442-A354-4DE9194335F8}" srcOrd="1" destOrd="0" parTransId="{6D9F2C9A-362E-4250-825D-446DFDEFFAE7}" sibTransId="{47585EBD-7A59-444C-ACD0-2772B075631C}"/>
    <dgm:cxn modelId="{6319DDEB-ECEF-4F95-82C4-4D84B26460F8}" type="presOf" srcId="{53A09C44-6B5D-4442-A354-4DE9194335F8}" destId="{55826D69-EB8F-4662-8317-AB61AAF06F1E}" srcOrd="0" destOrd="0" presId="urn:microsoft.com/office/officeart/2005/8/layout/hProcess11"/>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A5D741AC-8CB5-491D-AA93-1E1AC1CED0D9}" type="presParOf" srcId="{F28D9683-94BD-4142-B05C-A4672ABDFB10}" destId="{4B082990-02E9-40DA-8DA2-E5D9732B6ED9}" srcOrd="0" destOrd="0" presId="urn:microsoft.com/office/officeart/2005/8/layout/hProcess11"/>
    <dgm:cxn modelId="{F7184A66-9CC1-4025-89DF-C3EE8D3BC8C3}" type="presParOf" srcId="{4B082990-02E9-40DA-8DA2-E5D9732B6ED9}" destId="{B7FD9F18-A236-4D0C-91AA-4460C31BEE79}" srcOrd="0" destOrd="0" presId="urn:microsoft.com/office/officeart/2005/8/layout/hProcess11"/>
    <dgm:cxn modelId="{E1BFB2AF-2043-4943-9A31-6F691D8CCBB6}" type="presParOf" srcId="{4B082990-02E9-40DA-8DA2-E5D9732B6ED9}" destId="{11DDFBC5-3EE1-4B2D-9A1D-8BD4EA48CD34}" srcOrd="1" destOrd="0" presId="urn:microsoft.com/office/officeart/2005/8/layout/hProcess11"/>
    <dgm:cxn modelId="{724BC33A-BDDF-4D81-BD5C-E8CFF7DF187E}" type="presParOf" srcId="{4B082990-02E9-40DA-8DA2-E5D9732B6ED9}" destId="{C7AAEB43-0BB8-4E98-883B-F5ABE8F4D537}" srcOrd="2" destOrd="0" presId="urn:microsoft.com/office/officeart/2005/8/layout/hProcess11"/>
    <dgm:cxn modelId="{3EEF860B-2EA6-4909-A9A7-E3D37230DFBA}" type="presParOf" srcId="{F28D9683-94BD-4142-B05C-A4672ABDFB10}" destId="{F0FA994A-C987-4870-B086-45F14B275AF7}" srcOrd="1" destOrd="0" presId="urn:microsoft.com/office/officeart/2005/8/layout/hProcess11"/>
    <dgm:cxn modelId="{CE25A32A-3F4E-441A-AF78-29D1BAFF4907}" type="presParOf" srcId="{F28D9683-94BD-4142-B05C-A4672ABDFB10}" destId="{AE809C2F-8DEE-4D3B-969A-B7E8359D928D}" srcOrd="2" destOrd="0" presId="urn:microsoft.com/office/officeart/2005/8/layout/hProcess11"/>
    <dgm:cxn modelId="{B5A76CCD-4B82-45EA-8C38-382DB94B8D28}" type="presParOf" srcId="{AE809C2F-8DEE-4D3B-969A-B7E8359D928D}" destId="{55826D69-EB8F-4662-8317-AB61AAF06F1E}" srcOrd="0" destOrd="0" presId="urn:microsoft.com/office/officeart/2005/8/layout/hProcess11"/>
    <dgm:cxn modelId="{6491071F-D3E1-4CE8-880E-2606D92C5D40}" type="presParOf" srcId="{AE809C2F-8DEE-4D3B-969A-B7E8359D928D}" destId="{0CBFD5A4-EC06-4D84-9F29-E59B37EACFA8}" srcOrd="1" destOrd="0" presId="urn:microsoft.com/office/officeart/2005/8/layout/hProcess11"/>
    <dgm:cxn modelId="{A291960A-F48E-4EF6-B9ED-59651F4E492D}" type="presParOf" srcId="{AE809C2F-8DEE-4D3B-969A-B7E8359D928D}" destId="{F05579C7-30BA-4C33-96C1-4DAF59ED51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400" dirty="0">
              <a:solidFill>
                <a:schemeClr val="tx1"/>
              </a:solidFill>
            </a:rPr>
            <a:t>ポータル画面イメージ</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4B082990-02E9-40DA-8DA2-E5D9732B6ED9}" type="pres">
      <dgm:prSet presAssocID="{7B0811CD-AD31-46FE-ABCB-B7C0356B892B}" presName="compositeA" presStyleCnt="0"/>
      <dgm:spPr/>
    </dgm:pt>
    <dgm:pt modelId="{B7FD9F18-A236-4D0C-91AA-4460C31BEE79}" type="pres">
      <dgm:prSet presAssocID="{7B0811CD-AD31-46FE-ABCB-B7C0356B892B}" presName="textA" presStyleLbl="revTx" presStyleIdx="0" presStyleCnt="1">
        <dgm:presLayoutVars>
          <dgm:bulletEnabled val="1"/>
        </dgm:presLayoutVars>
      </dgm:prSet>
      <dgm:spPr/>
    </dgm:pt>
    <dgm:pt modelId="{11DDFBC5-3EE1-4B2D-9A1D-8BD4EA48CD34}" type="pres">
      <dgm:prSet presAssocID="{7B0811CD-AD31-46FE-ABCB-B7C0356B892B}" presName="circleA" presStyleLbl="node1" presStyleIdx="0" presStyleCnt="1"/>
      <dgm:spPr/>
    </dgm:pt>
    <dgm:pt modelId="{C7AAEB43-0BB8-4E98-883B-F5ABE8F4D537}" type="pres">
      <dgm:prSet presAssocID="{7B0811CD-AD31-46FE-ABCB-B7C0356B892B}" presName="spaceA" presStyleCnt="0"/>
      <dgm:spPr/>
    </dgm:pt>
  </dgm:ptLst>
  <dgm:cxnLst>
    <dgm:cxn modelId="{F621521E-8612-49A8-87AE-4E1C9DF67BF6}" type="presOf" srcId="{B3A8A0EE-A98C-46BD-8D48-0A5F7F9BB904}" destId="{F76AA589-DEAD-492E-8116-92F109B3AB8B}" srcOrd="0" destOrd="0" presId="urn:microsoft.com/office/officeart/2005/8/layout/hProcess11"/>
    <dgm:cxn modelId="{6D66445B-D85D-44E4-8465-FF9EAF1901E2}" srcId="{B3A8A0EE-A98C-46BD-8D48-0A5F7F9BB904}" destId="{7B0811CD-AD31-46FE-ABCB-B7C0356B892B}" srcOrd="0" destOrd="0" parTransId="{8B0BC141-66AD-4672-B11A-C56422AC72C7}" sibTransId="{51C378E6-54C9-4C37-BEDF-6FCDD24C25CD}"/>
    <dgm:cxn modelId="{A81B34A4-7F25-4AC0-9056-568D493E580C}" type="presOf" srcId="{7B0811CD-AD31-46FE-ABCB-B7C0356B892B}" destId="{B7FD9F18-A236-4D0C-91AA-4460C31BEE79}" srcOrd="0" destOrd="0" presId="urn:microsoft.com/office/officeart/2005/8/layout/hProcess11"/>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A5D741AC-8CB5-491D-AA93-1E1AC1CED0D9}" type="presParOf" srcId="{F28D9683-94BD-4142-B05C-A4672ABDFB10}" destId="{4B082990-02E9-40DA-8DA2-E5D9732B6ED9}" srcOrd="0" destOrd="0" presId="urn:microsoft.com/office/officeart/2005/8/layout/hProcess11"/>
    <dgm:cxn modelId="{F7184A66-9CC1-4025-89DF-C3EE8D3BC8C3}" type="presParOf" srcId="{4B082990-02E9-40DA-8DA2-E5D9732B6ED9}" destId="{B7FD9F18-A236-4D0C-91AA-4460C31BEE79}" srcOrd="0" destOrd="0" presId="urn:microsoft.com/office/officeart/2005/8/layout/hProcess11"/>
    <dgm:cxn modelId="{E1BFB2AF-2043-4943-9A31-6F691D8CCBB6}" type="presParOf" srcId="{4B082990-02E9-40DA-8DA2-E5D9732B6ED9}" destId="{11DDFBC5-3EE1-4B2D-9A1D-8BD4EA48CD34}" srcOrd="1" destOrd="0" presId="urn:microsoft.com/office/officeart/2005/8/layout/hProcess11"/>
    <dgm:cxn modelId="{724BC33A-BDDF-4D81-BD5C-E8CFF7DF187E}" type="presParOf" srcId="{4B082990-02E9-40DA-8DA2-E5D9732B6ED9}" destId="{C7AAEB43-0BB8-4E98-883B-F5ABE8F4D537}"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400" dirty="0"/>
            <a:t>問い合わせチャット画面</a:t>
          </a:r>
          <a:br>
            <a:rPr kumimoji="1" lang="en-US" altLang="ja-JP" sz="2400" dirty="0"/>
          </a:br>
          <a:r>
            <a:rPr kumimoji="1" lang="ja-JP" altLang="en-US" sz="2400" dirty="0"/>
            <a:t>（利用者）</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400" dirty="0">
              <a:solidFill>
                <a:schemeClr val="bg2"/>
              </a:solidFill>
            </a:rPr>
            <a:t>問い合わせチャット画面</a:t>
          </a:r>
          <a:br>
            <a:rPr kumimoji="1" lang="en-US" altLang="ja-JP" sz="2400" dirty="0">
              <a:solidFill>
                <a:schemeClr val="bg2"/>
              </a:solidFill>
            </a:rPr>
          </a:br>
          <a:r>
            <a:rPr kumimoji="1" lang="ja-JP" altLang="en-US" sz="2400" dirty="0">
              <a:solidFill>
                <a:schemeClr val="bg2"/>
              </a:solidFill>
            </a:rPr>
            <a:t>（管理者）</a:t>
          </a:r>
          <a:endParaRPr kumimoji="1" lang="en-US" altLang="ja-JP" sz="2400" dirty="0">
            <a:solidFill>
              <a:schemeClr val="bg2"/>
            </a:solidFill>
          </a:endParaRPr>
        </a:p>
      </dgm:t>
    </dgm:pt>
    <dgm:pt modelId="{47585EBD-7A59-444C-ACD0-2772B075631C}" type="sibTrans" cxnId="{464704C3-8D74-4E9B-82A0-0C1313BF6B01}">
      <dgm:prSet/>
      <dgm:spPr/>
      <dgm:t>
        <a:bodyPr/>
        <a:lstStyle/>
        <a:p>
          <a:endParaRPr kumimoji="1" lang="ja-JP" altLang="en-US"/>
        </a:p>
      </dgm:t>
    </dgm:pt>
    <dgm:pt modelId="{6D9F2C9A-362E-4250-825D-446DFDEFFAE7}" type="parTrans" cxnId="{464704C3-8D74-4E9B-82A0-0C1313BF6B01}">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4B082990-02E9-40DA-8DA2-E5D9732B6ED9}" type="pres">
      <dgm:prSet presAssocID="{7B0811CD-AD31-46FE-ABCB-B7C0356B892B}" presName="compositeA" presStyleCnt="0"/>
      <dgm:spPr/>
    </dgm:pt>
    <dgm:pt modelId="{B7FD9F18-A236-4D0C-91AA-4460C31BEE79}" type="pres">
      <dgm:prSet presAssocID="{7B0811CD-AD31-46FE-ABCB-B7C0356B892B}" presName="textA" presStyleLbl="revTx" presStyleIdx="0" presStyleCnt="2">
        <dgm:presLayoutVars>
          <dgm:bulletEnabled val="1"/>
        </dgm:presLayoutVars>
      </dgm:prSet>
      <dgm:spPr/>
    </dgm:pt>
    <dgm:pt modelId="{11DDFBC5-3EE1-4B2D-9A1D-8BD4EA48CD34}" type="pres">
      <dgm:prSet presAssocID="{7B0811CD-AD31-46FE-ABCB-B7C0356B892B}" presName="circleA" presStyleLbl="node1" presStyleIdx="0" presStyleCnt="2"/>
      <dgm:spPr/>
    </dgm:pt>
    <dgm:pt modelId="{C7AAEB43-0BB8-4E98-883B-F5ABE8F4D537}" type="pres">
      <dgm:prSet presAssocID="{7B0811CD-AD31-46FE-ABCB-B7C0356B892B}" presName="spaceA" presStyleCnt="0"/>
      <dgm:spPr/>
    </dgm:pt>
    <dgm:pt modelId="{F0FA994A-C987-4870-B086-45F14B275AF7}" type="pres">
      <dgm:prSet presAssocID="{51C378E6-54C9-4C37-BEDF-6FCDD24C25CD}" presName="space" presStyleCnt="0"/>
      <dgm:spPr/>
    </dgm:pt>
    <dgm:pt modelId="{AE809C2F-8DEE-4D3B-969A-B7E8359D928D}" type="pres">
      <dgm:prSet presAssocID="{53A09C44-6B5D-4442-A354-4DE9194335F8}" presName="compositeB" presStyleCnt="0"/>
      <dgm:spPr/>
    </dgm:pt>
    <dgm:pt modelId="{55826D69-EB8F-4662-8317-AB61AAF06F1E}" type="pres">
      <dgm:prSet presAssocID="{53A09C44-6B5D-4442-A354-4DE9194335F8}" presName="textB" presStyleLbl="revTx" presStyleIdx="1" presStyleCnt="2">
        <dgm:presLayoutVars>
          <dgm:bulletEnabled val="1"/>
        </dgm:presLayoutVars>
      </dgm:prSet>
      <dgm:spPr/>
    </dgm:pt>
    <dgm:pt modelId="{0CBFD5A4-EC06-4D84-9F29-E59B37EACFA8}" type="pres">
      <dgm:prSet presAssocID="{53A09C44-6B5D-4442-A354-4DE9194335F8}" presName="circleB" presStyleLbl="node1" presStyleIdx="1" presStyleCnt="2"/>
      <dgm:spPr/>
    </dgm:pt>
    <dgm:pt modelId="{F05579C7-30BA-4C33-96C1-4DAF59ED51F1}" type="pres">
      <dgm:prSet presAssocID="{53A09C44-6B5D-4442-A354-4DE9194335F8}" presName="spaceB" presStyleCnt="0"/>
      <dgm:spPr/>
    </dgm:pt>
  </dgm:ptLst>
  <dgm:cxnLst>
    <dgm:cxn modelId="{F621521E-8612-49A8-87AE-4E1C9DF67BF6}" type="presOf" srcId="{B3A8A0EE-A98C-46BD-8D48-0A5F7F9BB904}" destId="{F76AA589-DEAD-492E-8116-92F109B3AB8B}" srcOrd="0" destOrd="0" presId="urn:microsoft.com/office/officeart/2005/8/layout/hProcess11"/>
    <dgm:cxn modelId="{6D66445B-D85D-44E4-8465-FF9EAF1901E2}" srcId="{B3A8A0EE-A98C-46BD-8D48-0A5F7F9BB904}" destId="{7B0811CD-AD31-46FE-ABCB-B7C0356B892B}" srcOrd="0" destOrd="0" parTransId="{8B0BC141-66AD-4672-B11A-C56422AC72C7}" sibTransId="{51C378E6-54C9-4C37-BEDF-6FCDD24C25CD}"/>
    <dgm:cxn modelId="{A81B34A4-7F25-4AC0-9056-568D493E580C}" type="presOf" srcId="{7B0811CD-AD31-46FE-ABCB-B7C0356B892B}" destId="{B7FD9F18-A236-4D0C-91AA-4460C31BEE79}" srcOrd="0" destOrd="0" presId="urn:microsoft.com/office/officeart/2005/8/layout/hProcess11"/>
    <dgm:cxn modelId="{464704C3-8D74-4E9B-82A0-0C1313BF6B01}" srcId="{B3A8A0EE-A98C-46BD-8D48-0A5F7F9BB904}" destId="{53A09C44-6B5D-4442-A354-4DE9194335F8}" srcOrd="1" destOrd="0" parTransId="{6D9F2C9A-362E-4250-825D-446DFDEFFAE7}" sibTransId="{47585EBD-7A59-444C-ACD0-2772B075631C}"/>
    <dgm:cxn modelId="{6319DDEB-ECEF-4F95-82C4-4D84B26460F8}" type="presOf" srcId="{53A09C44-6B5D-4442-A354-4DE9194335F8}" destId="{55826D69-EB8F-4662-8317-AB61AAF06F1E}" srcOrd="0" destOrd="0" presId="urn:microsoft.com/office/officeart/2005/8/layout/hProcess11"/>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A5D741AC-8CB5-491D-AA93-1E1AC1CED0D9}" type="presParOf" srcId="{F28D9683-94BD-4142-B05C-A4672ABDFB10}" destId="{4B082990-02E9-40DA-8DA2-E5D9732B6ED9}" srcOrd="0" destOrd="0" presId="urn:microsoft.com/office/officeart/2005/8/layout/hProcess11"/>
    <dgm:cxn modelId="{F7184A66-9CC1-4025-89DF-C3EE8D3BC8C3}" type="presParOf" srcId="{4B082990-02E9-40DA-8DA2-E5D9732B6ED9}" destId="{B7FD9F18-A236-4D0C-91AA-4460C31BEE79}" srcOrd="0" destOrd="0" presId="urn:microsoft.com/office/officeart/2005/8/layout/hProcess11"/>
    <dgm:cxn modelId="{E1BFB2AF-2043-4943-9A31-6F691D8CCBB6}" type="presParOf" srcId="{4B082990-02E9-40DA-8DA2-E5D9732B6ED9}" destId="{11DDFBC5-3EE1-4B2D-9A1D-8BD4EA48CD34}" srcOrd="1" destOrd="0" presId="urn:microsoft.com/office/officeart/2005/8/layout/hProcess11"/>
    <dgm:cxn modelId="{724BC33A-BDDF-4D81-BD5C-E8CFF7DF187E}" type="presParOf" srcId="{4B082990-02E9-40DA-8DA2-E5D9732B6ED9}" destId="{C7AAEB43-0BB8-4E98-883B-F5ABE8F4D537}" srcOrd="2" destOrd="0" presId="urn:microsoft.com/office/officeart/2005/8/layout/hProcess11"/>
    <dgm:cxn modelId="{3EEF860B-2EA6-4909-A9A7-E3D37230DFBA}" type="presParOf" srcId="{F28D9683-94BD-4142-B05C-A4672ABDFB10}" destId="{F0FA994A-C987-4870-B086-45F14B275AF7}" srcOrd="1" destOrd="0" presId="urn:microsoft.com/office/officeart/2005/8/layout/hProcess11"/>
    <dgm:cxn modelId="{CE25A32A-3F4E-441A-AF78-29D1BAFF4907}" type="presParOf" srcId="{F28D9683-94BD-4142-B05C-A4672ABDFB10}" destId="{AE809C2F-8DEE-4D3B-969A-B7E8359D928D}" srcOrd="2" destOrd="0" presId="urn:microsoft.com/office/officeart/2005/8/layout/hProcess11"/>
    <dgm:cxn modelId="{B5A76CCD-4B82-45EA-8C38-382DB94B8D28}" type="presParOf" srcId="{AE809C2F-8DEE-4D3B-969A-B7E8359D928D}" destId="{55826D69-EB8F-4662-8317-AB61AAF06F1E}" srcOrd="0" destOrd="0" presId="urn:microsoft.com/office/officeart/2005/8/layout/hProcess11"/>
    <dgm:cxn modelId="{6491071F-D3E1-4CE8-880E-2606D92C5D40}" type="presParOf" srcId="{AE809C2F-8DEE-4D3B-969A-B7E8359D928D}" destId="{0CBFD5A4-EC06-4D84-9F29-E59B37EACFA8}" srcOrd="1" destOrd="0" presId="urn:microsoft.com/office/officeart/2005/8/layout/hProcess11"/>
    <dgm:cxn modelId="{A291960A-F48E-4EF6-B9ED-59651F4E492D}" type="presParOf" srcId="{AE809C2F-8DEE-4D3B-969A-B7E8359D928D}" destId="{F05579C7-30BA-4C33-96C1-4DAF59ED51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400" dirty="0">
              <a:solidFill>
                <a:schemeClr val="bg2"/>
              </a:solidFill>
            </a:rPr>
            <a:t>問い合わせチャット画面</a:t>
          </a:r>
          <a:br>
            <a:rPr kumimoji="1" lang="en-US" altLang="ja-JP" sz="2400" dirty="0">
              <a:solidFill>
                <a:schemeClr val="bg2"/>
              </a:solidFill>
            </a:rPr>
          </a:br>
          <a:r>
            <a:rPr kumimoji="1" lang="ja-JP" altLang="en-US" sz="2400" dirty="0">
              <a:solidFill>
                <a:schemeClr val="bg2"/>
              </a:solidFill>
            </a:rPr>
            <a:t>（利用者）</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400" dirty="0"/>
            <a:t>問い合わせチャット画面</a:t>
          </a:r>
          <a:br>
            <a:rPr kumimoji="1" lang="en-US" altLang="ja-JP" sz="2400" dirty="0"/>
          </a:br>
          <a:r>
            <a:rPr kumimoji="1" lang="ja-JP" altLang="en-US" sz="2400" dirty="0"/>
            <a:t>（管理者）</a:t>
          </a:r>
          <a:endParaRPr kumimoji="1" lang="en-US" altLang="ja-JP" sz="2400" dirty="0"/>
        </a:p>
      </dgm:t>
    </dgm:pt>
    <dgm:pt modelId="{47585EBD-7A59-444C-ACD0-2772B075631C}" type="sibTrans" cxnId="{464704C3-8D74-4E9B-82A0-0C1313BF6B01}">
      <dgm:prSet/>
      <dgm:spPr/>
      <dgm:t>
        <a:bodyPr/>
        <a:lstStyle/>
        <a:p>
          <a:endParaRPr kumimoji="1" lang="ja-JP" altLang="en-US"/>
        </a:p>
      </dgm:t>
    </dgm:pt>
    <dgm:pt modelId="{6D9F2C9A-362E-4250-825D-446DFDEFFAE7}" type="parTrans" cxnId="{464704C3-8D74-4E9B-82A0-0C1313BF6B01}">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4B082990-02E9-40DA-8DA2-E5D9732B6ED9}" type="pres">
      <dgm:prSet presAssocID="{7B0811CD-AD31-46FE-ABCB-B7C0356B892B}" presName="compositeA" presStyleCnt="0"/>
      <dgm:spPr/>
    </dgm:pt>
    <dgm:pt modelId="{B7FD9F18-A236-4D0C-91AA-4460C31BEE79}" type="pres">
      <dgm:prSet presAssocID="{7B0811CD-AD31-46FE-ABCB-B7C0356B892B}" presName="textA" presStyleLbl="revTx" presStyleIdx="0" presStyleCnt="2">
        <dgm:presLayoutVars>
          <dgm:bulletEnabled val="1"/>
        </dgm:presLayoutVars>
      </dgm:prSet>
      <dgm:spPr/>
    </dgm:pt>
    <dgm:pt modelId="{11DDFBC5-3EE1-4B2D-9A1D-8BD4EA48CD34}" type="pres">
      <dgm:prSet presAssocID="{7B0811CD-AD31-46FE-ABCB-B7C0356B892B}" presName="circleA" presStyleLbl="node1" presStyleIdx="0" presStyleCnt="2"/>
      <dgm:spPr/>
    </dgm:pt>
    <dgm:pt modelId="{C7AAEB43-0BB8-4E98-883B-F5ABE8F4D537}" type="pres">
      <dgm:prSet presAssocID="{7B0811CD-AD31-46FE-ABCB-B7C0356B892B}" presName="spaceA" presStyleCnt="0"/>
      <dgm:spPr/>
    </dgm:pt>
    <dgm:pt modelId="{F0FA994A-C987-4870-B086-45F14B275AF7}" type="pres">
      <dgm:prSet presAssocID="{51C378E6-54C9-4C37-BEDF-6FCDD24C25CD}" presName="space" presStyleCnt="0"/>
      <dgm:spPr/>
    </dgm:pt>
    <dgm:pt modelId="{AE809C2F-8DEE-4D3B-969A-B7E8359D928D}" type="pres">
      <dgm:prSet presAssocID="{53A09C44-6B5D-4442-A354-4DE9194335F8}" presName="compositeB" presStyleCnt="0"/>
      <dgm:spPr/>
    </dgm:pt>
    <dgm:pt modelId="{55826D69-EB8F-4662-8317-AB61AAF06F1E}" type="pres">
      <dgm:prSet presAssocID="{53A09C44-6B5D-4442-A354-4DE9194335F8}" presName="textB" presStyleLbl="revTx" presStyleIdx="1" presStyleCnt="2">
        <dgm:presLayoutVars>
          <dgm:bulletEnabled val="1"/>
        </dgm:presLayoutVars>
      </dgm:prSet>
      <dgm:spPr/>
    </dgm:pt>
    <dgm:pt modelId="{0CBFD5A4-EC06-4D84-9F29-E59B37EACFA8}" type="pres">
      <dgm:prSet presAssocID="{53A09C44-6B5D-4442-A354-4DE9194335F8}" presName="circleB" presStyleLbl="node1" presStyleIdx="1" presStyleCnt="2"/>
      <dgm:spPr/>
    </dgm:pt>
    <dgm:pt modelId="{F05579C7-30BA-4C33-96C1-4DAF59ED51F1}" type="pres">
      <dgm:prSet presAssocID="{53A09C44-6B5D-4442-A354-4DE9194335F8}" presName="spaceB" presStyleCnt="0"/>
      <dgm:spPr/>
    </dgm:pt>
  </dgm:ptLst>
  <dgm:cxnLst>
    <dgm:cxn modelId="{F621521E-8612-49A8-87AE-4E1C9DF67BF6}" type="presOf" srcId="{B3A8A0EE-A98C-46BD-8D48-0A5F7F9BB904}" destId="{F76AA589-DEAD-492E-8116-92F109B3AB8B}" srcOrd="0" destOrd="0" presId="urn:microsoft.com/office/officeart/2005/8/layout/hProcess11"/>
    <dgm:cxn modelId="{6D66445B-D85D-44E4-8465-FF9EAF1901E2}" srcId="{B3A8A0EE-A98C-46BD-8D48-0A5F7F9BB904}" destId="{7B0811CD-AD31-46FE-ABCB-B7C0356B892B}" srcOrd="0" destOrd="0" parTransId="{8B0BC141-66AD-4672-B11A-C56422AC72C7}" sibTransId="{51C378E6-54C9-4C37-BEDF-6FCDD24C25CD}"/>
    <dgm:cxn modelId="{A81B34A4-7F25-4AC0-9056-568D493E580C}" type="presOf" srcId="{7B0811CD-AD31-46FE-ABCB-B7C0356B892B}" destId="{B7FD9F18-A236-4D0C-91AA-4460C31BEE79}" srcOrd="0" destOrd="0" presId="urn:microsoft.com/office/officeart/2005/8/layout/hProcess11"/>
    <dgm:cxn modelId="{464704C3-8D74-4E9B-82A0-0C1313BF6B01}" srcId="{B3A8A0EE-A98C-46BD-8D48-0A5F7F9BB904}" destId="{53A09C44-6B5D-4442-A354-4DE9194335F8}" srcOrd="1" destOrd="0" parTransId="{6D9F2C9A-362E-4250-825D-446DFDEFFAE7}" sibTransId="{47585EBD-7A59-444C-ACD0-2772B075631C}"/>
    <dgm:cxn modelId="{6319DDEB-ECEF-4F95-82C4-4D84B26460F8}" type="presOf" srcId="{53A09C44-6B5D-4442-A354-4DE9194335F8}" destId="{55826D69-EB8F-4662-8317-AB61AAF06F1E}" srcOrd="0" destOrd="0" presId="urn:microsoft.com/office/officeart/2005/8/layout/hProcess11"/>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A5D741AC-8CB5-491D-AA93-1E1AC1CED0D9}" type="presParOf" srcId="{F28D9683-94BD-4142-B05C-A4672ABDFB10}" destId="{4B082990-02E9-40DA-8DA2-E5D9732B6ED9}" srcOrd="0" destOrd="0" presId="urn:microsoft.com/office/officeart/2005/8/layout/hProcess11"/>
    <dgm:cxn modelId="{F7184A66-9CC1-4025-89DF-C3EE8D3BC8C3}" type="presParOf" srcId="{4B082990-02E9-40DA-8DA2-E5D9732B6ED9}" destId="{B7FD9F18-A236-4D0C-91AA-4460C31BEE79}" srcOrd="0" destOrd="0" presId="urn:microsoft.com/office/officeart/2005/8/layout/hProcess11"/>
    <dgm:cxn modelId="{E1BFB2AF-2043-4943-9A31-6F691D8CCBB6}" type="presParOf" srcId="{4B082990-02E9-40DA-8DA2-E5D9732B6ED9}" destId="{11DDFBC5-3EE1-4B2D-9A1D-8BD4EA48CD34}" srcOrd="1" destOrd="0" presId="urn:microsoft.com/office/officeart/2005/8/layout/hProcess11"/>
    <dgm:cxn modelId="{724BC33A-BDDF-4D81-BD5C-E8CFF7DF187E}" type="presParOf" srcId="{4B082990-02E9-40DA-8DA2-E5D9732B6ED9}" destId="{C7AAEB43-0BB8-4E98-883B-F5ABE8F4D537}" srcOrd="2" destOrd="0" presId="urn:microsoft.com/office/officeart/2005/8/layout/hProcess11"/>
    <dgm:cxn modelId="{3EEF860B-2EA6-4909-A9A7-E3D37230DFBA}" type="presParOf" srcId="{F28D9683-94BD-4142-B05C-A4672ABDFB10}" destId="{F0FA994A-C987-4870-B086-45F14B275AF7}" srcOrd="1" destOrd="0" presId="urn:microsoft.com/office/officeart/2005/8/layout/hProcess11"/>
    <dgm:cxn modelId="{CE25A32A-3F4E-441A-AF78-29D1BAFF4907}" type="presParOf" srcId="{F28D9683-94BD-4142-B05C-A4672ABDFB10}" destId="{AE809C2F-8DEE-4D3B-969A-B7E8359D928D}" srcOrd="2" destOrd="0" presId="urn:microsoft.com/office/officeart/2005/8/layout/hProcess11"/>
    <dgm:cxn modelId="{B5A76CCD-4B82-45EA-8C38-382DB94B8D28}" type="presParOf" srcId="{AE809C2F-8DEE-4D3B-969A-B7E8359D928D}" destId="{55826D69-EB8F-4662-8317-AB61AAF06F1E}" srcOrd="0" destOrd="0" presId="urn:microsoft.com/office/officeart/2005/8/layout/hProcess11"/>
    <dgm:cxn modelId="{6491071F-D3E1-4CE8-880E-2606D92C5D40}" type="presParOf" srcId="{AE809C2F-8DEE-4D3B-969A-B7E8359D928D}" destId="{0CBFD5A4-EC06-4D84-9F29-E59B37EACFA8}" srcOrd="1" destOrd="0" presId="urn:microsoft.com/office/officeart/2005/8/layout/hProcess11"/>
    <dgm:cxn modelId="{A291960A-F48E-4EF6-B9ED-59651F4E492D}" type="presParOf" srcId="{AE809C2F-8DEE-4D3B-969A-B7E8359D928D}" destId="{F05579C7-30BA-4C33-96C1-4DAF59ED51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1_4" csCatId="accent1" phldr="1"/>
      <dgm:spPr/>
    </dgm:pt>
    <dgm:pt modelId="{7B0811CD-AD31-46FE-ABCB-B7C0356B892B}">
      <dgm:prSet phldrT="[テキスト]" custT="1"/>
      <dgm:spPr/>
      <dgm:t>
        <a:bodyPr/>
        <a:lstStyle/>
        <a:p>
          <a:r>
            <a:rPr kumimoji="1" lang="ja-JP" altLang="en-US" sz="2400" dirty="0"/>
            <a:t>受付</a:t>
          </a:r>
          <a:br>
            <a:rPr kumimoji="1" lang="en-US" altLang="ja-JP" sz="2400" dirty="0"/>
          </a:br>
          <a:r>
            <a:rPr kumimoji="1" lang="ja-JP" altLang="en-US" sz="2400" dirty="0"/>
            <a:t>（デジタルサイネージ）</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400" dirty="0">
              <a:solidFill>
                <a:schemeClr val="bg2"/>
              </a:solidFill>
            </a:rPr>
            <a:t>各部屋の出入り口</a:t>
          </a:r>
          <a:br>
            <a:rPr kumimoji="1" lang="en-US" altLang="ja-JP" sz="2400" dirty="0">
              <a:solidFill>
                <a:schemeClr val="bg2"/>
              </a:solidFill>
            </a:rPr>
          </a:br>
          <a:r>
            <a:rPr kumimoji="1" lang="ja-JP" altLang="en-US" sz="2400" dirty="0">
              <a:solidFill>
                <a:schemeClr val="bg2"/>
              </a:solidFill>
            </a:rPr>
            <a:t>（モニター）</a:t>
          </a:r>
          <a:endParaRPr kumimoji="1" lang="en-US" altLang="ja-JP" sz="2400" dirty="0">
            <a:solidFill>
              <a:schemeClr val="bg2"/>
            </a:solidFill>
          </a:endParaRPr>
        </a:p>
      </dgm:t>
    </dgm:pt>
    <dgm:pt modelId="{47585EBD-7A59-444C-ACD0-2772B075631C}" type="sibTrans" cxnId="{464704C3-8D74-4E9B-82A0-0C1313BF6B01}">
      <dgm:prSet/>
      <dgm:spPr/>
      <dgm:t>
        <a:bodyPr/>
        <a:lstStyle/>
        <a:p>
          <a:endParaRPr kumimoji="1" lang="ja-JP" altLang="en-US"/>
        </a:p>
      </dgm:t>
    </dgm:pt>
    <dgm:pt modelId="{6D9F2C9A-362E-4250-825D-446DFDEFFAE7}" type="parTrans" cxnId="{464704C3-8D74-4E9B-82A0-0C1313BF6B01}">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4B082990-02E9-40DA-8DA2-E5D9732B6ED9}" type="pres">
      <dgm:prSet presAssocID="{7B0811CD-AD31-46FE-ABCB-B7C0356B892B}" presName="compositeA" presStyleCnt="0"/>
      <dgm:spPr/>
    </dgm:pt>
    <dgm:pt modelId="{B7FD9F18-A236-4D0C-91AA-4460C31BEE79}" type="pres">
      <dgm:prSet presAssocID="{7B0811CD-AD31-46FE-ABCB-B7C0356B892B}" presName="textA" presStyleLbl="revTx" presStyleIdx="0" presStyleCnt="2">
        <dgm:presLayoutVars>
          <dgm:bulletEnabled val="1"/>
        </dgm:presLayoutVars>
      </dgm:prSet>
      <dgm:spPr/>
    </dgm:pt>
    <dgm:pt modelId="{11DDFBC5-3EE1-4B2D-9A1D-8BD4EA48CD34}" type="pres">
      <dgm:prSet presAssocID="{7B0811CD-AD31-46FE-ABCB-B7C0356B892B}" presName="circleA" presStyleLbl="node1" presStyleIdx="0" presStyleCnt="2"/>
      <dgm:spPr/>
    </dgm:pt>
    <dgm:pt modelId="{C7AAEB43-0BB8-4E98-883B-F5ABE8F4D537}" type="pres">
      <dgm:prSet presAssocID="{7B0811CD-AD31-46FE-ABCB-B7C0356B892B}" presName="spaceA" presStyleCnt="0"/>
      <dgm:spPr/>
    </dgm:pt>
    <dgm:pt modelId="{F0FA994A-C987-4870-B086-45F14B275AF7}" type="pres">
      <dgm:prSet presAssocID="{51C378E6-54C9-4C37-BEDF-6FCDD24C25CD}" presName="space" presStyleCnt="0"/>
      <dgm:spPr/>
    </dgm:pt>
    <dgm:pt modelId="{AE809C2F-8DEE-4D3B-969A-B7E8359D928D}" type="pres">
      <dgm:prSet presAssocID="{53A09C44-6B5D-4442-A354-4DE9194335F8}" presName="compositeB" presStyleCnt="0"/>
      <dgm:spPr/>
    </dgm:pt>
    <dgm:pt modelId="{55826D69-EB8F-4662-8317-AB61AAF06F1E}" type="pres">
      <dgm:prSet presAssocID="{53A09C44-6B5D-4442-A354-4DE9194335F8}" presName="textB" presStyleLbl="revTx" presStyleIdx="1" presStyleCnt="2">
        <dgm:presLayoutVars>
          <dgm:bulletEnabled val="1"/>
        </dgm:presLayoutVars>
      </dgm:prSet>
      <dgm:spPr/>
    </dgm:pt>
    <dgm:pt modelId="{0CBFD5A4-EC06-4D84-9F29-E59B37EACFA8}" type="pres">
      <dgm:prSet presAssocID="{53A09C44-6B5D-4442-A354-4DE9194335F8}" presName="circleB" presStyleLbl="node1" presStyleIdx="1" presStyleCnt="2"/>
      <dgm:spPr/>
    </dgm:pt>
    <dgm:pt modelId="{F05579C7-30BA-4C33-96C1-4DAF59ED51F1}" type="pres">
      <dgm:prSet presAssocID="{53A09C44-6B5D-4442-A354-4DE9194335F8}" presName="spaceB" presStyleCnt="0"/>
      <dgm:spPr/>
    </dgm:pt>
  </dgm:ptLst>
  <dgm:cxnLst>
    <dgm:cxn modelId="{F621521E-8612-49A8-87AE-4E1C9DF67BF6}" type="presOf" srcId="{B3A8A0EE-A98C-46BD-8D48-0A5F7F9BB904}" destId="{F76AA589-DEAD-492E-8116-92F109B3AB8B}" srcOrd="0" destOrd="0" presId="urn:microsoft.com/office/officeart/2005/8/layout/hProcess11"/>
    <dgm:cxn modelId="{6D66445B-D85D-44E4-8465-FF9EAF1901E2}" srcId="{B3A8A0EE-A98C-46BD-8D48-0A5F7F9BB904}" destId="{7B0811CD-AD31-46FE-ABCB-B7C0356B892B}" srcOrd="0" destOrd="0" parTransId="{8B0BC141-66AD-4672-B11A-C56422AC72C7}" sibTransId="{51C378E6-54C9-4C37-BEDF-6FCDD24C25CD}"/>
    <dgm:cxn modelId="{A81B34A4-7F25-4AC0-9056-568D493E580C}" type="presOf" srcId="{7B0811CD-AD31-46FE-ABCB-B7C0356B892B}" destId="{B7FD9F18-A236-4D0C-91AA-4460C31BEE79}" srcOrd="0" destOrd="0" presId="urn:microsoft.com/office/officeart/2005/8/layout/hProcess11"/>
    <dgm:cxn modelId="{464704C3-8D74-4E9B-82A0-0C1313BF6B01}" srcId="{B3A8A0EE-A98C-46BD-8D48-0A5F7F9BB904}" destId="{53A09C44-6B5D-4442-A354-4DE9194335F8}" srcOrd="1" destOrd="0" parTransId="{6D9F2C9A-362E-4250-825D-446DFDEFFAE7}" sibTransId="{47585EBD-7A59-444C-ACD0-2772B075631C}"/>
    <dgm:cxn modelId="{6319DDEB-ECEF-4F95-82C4-4D84B26460F8}" type="presOf" srcId="{53A09C44-6B5D-4442-A354-4DE9194335F8}" destId="{55826D69-EB8F-4662-8317-AB61AAF06F1E}" srcOrd="0" destOrd="0" presId="urn:microsoft.com/office/officeart/2005/8/layout/hProcess11"/>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A5D741AC-8CB5-491D-AA93-1E1AC1CED0D9}" type="presParOf" srcId="{F28D9683-94BD-4142-B05C-A4672ABDFB10}" destId="{4B082990-02E9-40DA-8DA2-E5D9732B6ED9}" srcOrd="0" destOrd="0" presId="urn:microsoft.com/office/officeart/2005/8/layout/hProcess11"/>
    <dgm:cxn modelId="{F7184A66-9CC1-4025-89DF-C3EE8D3BC8C3}" type="presParOf" srcId="{4B082990-02E9-40DA-8DA2-E5D9732B6ED9}" destId="{B7FD9F18-A236-4D0C-91AA-4460C31BEE79}" srcOrd="0" destOrd="0" presId="urn:microsoft.com/office/officeart/2005/8/layout/hProcess11"/>
    <dgm:cxn modelId="{E1BFB2AF-2043-4943-9A31-6F691D8CCBB6}" type="presParOf" srcId="{4B082990-02E9-40DA-8DA2-E5D9732B6ED9}" destId="{11DDFBC5-3EE1-4B2D-9A1D-8BD4EA48CD34}" srcOrd="1" destOrd="0" presId="urn:microsoft.com/office/officeart/2005/8/layout/hProcess11"/>
    <dgm:cxn modelId="{724BC33A-BDDF-4D81-BD5C-E8CFF7DF187E}" type="presParOf" srcId="{4B082990-02E9-40DA-8DA2-E5D9732B6ED9}" destId="{C7AAEB43-0BB8-4E98-883B-F5ABE8F4D537}" srcOrd="2" destOrd="0" presId="urn:microsoft.com/office/officeart/2005/8/layout/hProcess11"/>
    <dgm:cxn modelId="{3EEF860B-2EA6-4909-A9A7-E3D37230DFBA}" type="presParOf" srcId="{F28D9683-94BD-4142-B05C-A4672ABDFB10}" destId="{F0FA994A-C987-4870-B086-45F14B275AF7}" srcOrd="1" destOrd="0" presId="urn:microsoft.com/office/officeart/2005/8/layout/hProcess11"/>
    <dgm:cxn modelId="{CE25A32A-3F4E-441A-AF78-29D1BAFF4907}" type="presParOf" srcId="{F28D9683-94BD-4142-B05C-A4672ABDFB10}" destId="{AE809C2F-8DEE-4D3B-969A-B7E8359D928D}" srcOrd="2" destOrd="0" presId="urn:microsoft.com/office/officeart/2005/8/layout/hProcess11"/>
    <dgm:cxn modelId="{B5A76CCD-4B82-45EA-8C38-382DB94B8D28}" type="presParOf" srcId="{AE809C2F-8DEE-4D3B-969A-B7E8359D928D}" destId="{55826D69-EB8F-4662-8317-AB61AAF06F1E}" srcOrd="0" destOrd="0" presId="urn:microsoft.com/office/officeart/2005/8/layout/hProcess11"/>
    <dgm:cxn modelId="{6491071F-D3E1-4CE8-880E-2606D92C5D40}" type="presParOf" srcId="{AE809C2F-8DEE-4D3B-969A-B7E8359D928D}" destId="{0CBFD5A4-EC06-4D84-9F29-E59B37EACFA8}" srcOrd="1" destOrd="0" presId="urn:microsoft.com/office/officeart/2005/8/layout/hProcess11"/>
    <dgm:cxn modelId="{A291960A-F48E-4EF6-B9ED-59651F4E492D}" type="presParOf" srcId="{AE809C2F-8DEE-4D3B-969A-B7E8359D928D}" destId="{F05579C7-30BA-4C33-96C1-4DAF59ED51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1_4" csCatId="accent1" phldr="1"/>
      <dgm:spPr/>
    </dgm:pt>
    <dgm:pt modelId="{7B0811CD-AD31-46FE-ABCB-B7C0356B892B}">
      <dgm:prSet phldrT="[テキスト]" custT="1"/>
      <dgm:spPr/>
      <dgm:t>
        <a:bodyPr/>
        <a:lstStyle/>
        <a:p>
          <a:r>
            <a:rPr kumimoji="1" lang="ja-JP" altLang="en-US" sz="2400" dirty="0">
              <a:solidFill>
                <a:schemeClr val="bg2"/>
              </a:solidFill>
            </a:rPr>
            <a:t>受付</a:t>
          </a:r>
          <a:br>
            <a:rPr kumimoji="1" lang="en-US" altLang="ja-JP" sz="2400" dirty="0">
              <a:solidFill>
                <a:schemeClr val="bg2"/>
              </a:solidFill>
            </a:rPr>
          </a:br>
          <a:r>
            <a:rPr kumimoji="1" lang="ja-JP" altLang="en-US" sz="2400" dirty="0">
              <a:solidFill>
                <a:schemeClr val="bg2"/>
              </a:solidFill>
            </a:rPr>
            <a:t>（デジタルサイネージ）</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400" dirty="0">
              <a:solidFill>
                <a:schemeClr val="tx1"/>
              </a:solidFill>
            </a:rPr>
            <a:t>各部屋の出入り口</a:t>
          </a:r>
          <a:br>
            <a:rPr kumimoji="1" lang="en-US" altLang="ja-JP" sz="2400" dirty="0">
              <a:solidFill>
                <a:schemeClr val="tx1"/>
              </a:solidFill>
            </a:rPr>
          </a:br>
          <a:r>
            <a:rPr kumimoji="1" lang="ja-JP" altLang="en-US" sz="2400" dirty="0">
              <a:solidFill>
                <a:schemeClr val="tx1"/>
              </a:solidFill>
            </a:rPr>
            <a:t>（モニター）</a:t>
          </a:r>
          <a:endParaRPr kumimoji="1" lang="en-US" altLang="ja-JP" sz="2400" dirty="0">
            <a:solidFill>
              <a:schemeClr val="tx1"/>
            </a:solidFill>
          </a:endParaRPr>
        </a:p>
      </dgm:t>
    </dgm:pt>
    <dgm:pt modelId="{47585EBD-7A59-444C-ACD0-2772B075631C}" type="sibTrans" cxnId="{464704C3-8D74-4E9B-82A0-0C1313BF6B01}">
      <dgm:prSet/>
      <dgm:spPr/>
      <dgm:t>
        <a:bodyPr/>
        <a:lstStyle/>
        <a:p>
          <a:endParaRPr kumimoji="1" lang="ja-JP" altLang="en-US"/>
        </a:p>
      </dgm:t>
    </dgm:pt>
    <dgm:pt modelId="{6D9F2C9A-362E-4250-825D-446DFDEFFAE7}" type="parTrans" cxnId="{464704C3-8D74-4E9B-82A0-0C1313BF6B01}">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4B082990-02E9-40DA-8DA2-E5D9732B6ED9}" type="pres">
      <dgm:prSet presAssocID="{7B0811CD-AD31-46FE-ABCB-B7C0356B892B}" presName="compositeA" presStyleCnt="0"/>
      <dgm:spPr/>
    </dgm:pt>
    <dgm:pt modelId="{B7FD9F18-A236-4D0C-91AA-4460C31BEE79}" type="pres">
      <dgm:prSet presAssocID="{7B0811CD-AD31-46FE-ABCB-B7C0356B892B}" presName="textA" presStyleLbl="revTx" presStyleIdx="0" presStyleCnt="2">
        <dgm:presLayoutVars>
          <dgm:bulletEnabled val="1"/>
        </dgm:presLayoutVars>
      </dgm:prSet>
      <dgm:spPr/>
    </dgm:pt>
    <dgm:pt modelId="{11DDFBC5-3EE1-4B2D-9A1D-8BD4EA48CD34}" type="pres">
      <dgm:prSet presAssocID="{7B0811CD-AD31-46FE-ABCB-B7C0356B892B}" presName="circleA" presStyleLbl="node1" presStyleIdx="0" presStyleCnt="2"/>
      <dgm:spPr/>
    </dgm:pt>
    <dgm:pt modelId="{C7AAEB43-0BB8-4E98-883B-F5ABE8F4D537}" type="pres">
      <dgm:prSet presAssocID="{7B0811CD-AD31-46FE-ABCB-B7C0356B892B}" presName="spaceA" presStyleCnt="0"/>
      <dgm:spPr/>
    </dgm:pt>
    <dgm:pt modelId="{F0FA994A-C987-4870-B086-45F14B275AF7}" type="pres">
      <dgm:prSet presAssocID="{51C378E6-54C9-4C37-BEDF-6FCDD24C25CD}" presName="space" presStyleCnt="0"/>
      <dgm:spPr/>
    </dgm:pt>
    <dgm:pt modelId="{AE809C2F-8DEE-4D3B-969A-B7E8359D928D}" type="pres">
      <dgm:prSet presAssocID="{53A09C44-6B5D-4442-A354-4DE9194335F8}" presName="compositeB" presStyleCnt="0"/>
      <dgm:spPr/>
    </dgm:pt>
    <dgm:pt modelId="{55826D69-EB8F-4662-8317-AB61AAF06F1E}" type="pres">
      <dgm:prSet presAssocID="{53A09C44-6B5D-4442-A354-4DE9194335F8}" presName="textB" presStyleLbl="revTx" presStyleIdx="1" presStyleCnt="2">
        <dgm:presLayoutVars>
          <dgm:bulletEnabled val="1"/>
        </dgm:presLayoutVars>
      </dgm:prSet>
      <dgm:spPr/>
    </dgm:pt>
    <dgm:pt modelId="{0CBFD5A4-EC06-4D84-9F29-E59B37EACFA8}" type="pres">
      <dgm:prSet presAssocID="{53A09C44-6B5D-4442-A354-4DE9194335F8}" presName="circleB" presStyleLbl="node1" presStyleIdx="1" presStyleCnt="2"/>
      <dgm:spPr/>
    </dgm:pt>
    <dgm:pt modelId="{F05579C7-30BA-4C33-96C1-4DAF59ED51F1}" type="pres">
      <dgm:prSet presAssocID="{53A09C44-6B5D-4442-A354-4DE9194335F8}" presName="spaceB" presStyleCnt="0"/>
      <dgm:spPr/>
    </dgm:pt>
  </dgm:ptLst>
  <dgm:cxnLst>
    <dgm:cxn modelId="{F621521E-8612-49A8-87AE-4E1C9DF67BF6}" type="presOf" srcId="{B3A8A0EE-A98C-46BD-8D48-0A5F7F9BB904}" destId="{F76AA589-DEAD-492E-8116-92F109B3AB8B}" srcOrd="0" destOrd="0" presId="urn:microsoft.com/office/officeart/2005/8/layout/hProcess11"/>
    <dgm:cxn modelId="{6D66445B-D85D-44E4-8465-FF9EAF1901E2}" srcId="{B3A8A0EE-A98C-46BD-8D48-0A5F7F9BB904}" destId="{7B0811CD-AD31-46FE-ABCB-B7C0356B892B}" srcOrd="0" destOrd="0" parTransId="{8B0BC141-66AD-4672-B11A-C56422AC72C7}" sibTransId="{51C378E6-54C9-4C37-BEDF-6FCDD24C25CD}"/>
    <dgm:cxn modelId="{A81B34A4-7F25-4AC0-9056-568D493E580C}" type="presOf" srcId="{7B0811CD-AD31-46FE-ABCB-B7C0356B892B}" destId="{B7FD9F18-A236-4D0C-91AA-4460C31BEE79}" srcOrd="0" destOrd="0" presId="urn:microsoft.com/office/officeart/2005/8/layout/hProcess11"/>
    <dgm:cxn modelId="{464704C3-8D74-4E9B-82A0-0C1313BF6B01}" srcId="{B3A8A0EE-A98C-46BD-8D48-0A5F7F9BB904}" destId="{53A09C44-6B5D-4442-A354-4DE9194335F8}" srcOrd="1" destOrd="0" parTransId="{6D9F2C9A-362E-4250-825D-446DFDEFFAE7}" sibTransId="{47585EBD-7A59-444C-ACD0-2772B075631C}"/>
    <dgm:cxn modelId="{6319DDEB-ECEF-4F95-82C4-4D84B26460F8}" type="presOf" srcId="{53A09C44-6B5D-4442-A354-4DE9194335F8}" destId="{55826D69-EB8F-4662-8317-AB61AAF06F1E}" srcOrd="0" destOrd="0" presId="urn:microsoft.com/office/officeart/2005/8/layout/hProcess11"/>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A5D741AC-8CB5-491D-AA93-1E1AC1CED0D9}" type="presParOf" srcId="{F28D9683-94BD-4142-B05C-A4672ABDFB10}" destId="{4B082990-02E9-40DA-8DA2-E5D9732B6ED9}" srcOrd="0" destOrd="0" presId="urn:microsoft.com/office/officeart/2005/8/layout/hProcess11"/>
    <dgm:cxn modelId="{F7184A66-9CC1-4025-89DF-C3EE8D3BC8C3}" type="presParOf" srcId="{4B082990-02E9-40DA-8DA2-E5D9732B6ED9}" destId="{B7FD9F18-A236-4D0C-91AA-4460C31BEE79}" srcOrd="0" destOrd="0" presId="urn:microsoft.com/office/officeart/2005/8/layout/hProcess11"/>
    <dgm:cxn modelId="{E1BFB2AF-2043-4943-9A31-6F691D8CCBB6}" type="presParOf" srcId="{4B082990-02E9-40DA-8DA2-E5D9732B6ED9}" destId="{11DDFBC5-3EE1-4B2D-9A1D-8BD4EA48CD34}" srcOrd="1" destOrd="0" presId="urn:microsoft.com/office/officeart/2005/8/layout/hProcess11"/>
    <dgm:cxn modelId="{724BC33A-BDDF-4D81-BD5C-E8CFF7DF187E}" type="presParOf" srcId="{4B082990-02E9-40DA-8DA2-E5D9732B6ED9}" destId="{C7AAEB43-0BB8-4E98-883B-F5ABE8F4D537}" srcOrd="2" destOrd="0" presId="urn:microsoft.com/office/officeart/2005/8/layout/hProcess11"/>
    <dgm:cxn modelId="{3EEF860B-2EA6-4909-A9A7-E3D37230DFBA}" type="presParOf" srcId="{F28D9683-94BD-4142-B05C-A4672ABDFB10}" destId="{F0FA994A-C987-4870-B086-45F14B275AF7}" srcOrd="1" destOrd="0" presId="urn:microsoft.com/office/officeart/2005/8/layout/hProcess11"/>
    <dgm:cxn modelId="{CE25A32A-3F4E-441A-AF78-29D1BAFF4907}" type="presParOf" srcId="{F28D9683-94BD-4142-B05C-A4672ABDFB10}" destId="{AE809C2F-8DEE-4D3B-969A-B7E8359D928D}" srcOrd="2" destOrd="0" presId="urn:microsoft.com/office/officeart/2005/8/layout/hProcess11"/>
    <dgm:cxn modelId="{B5A76CCD-4B82-45EA-8C38-382DB94B8D28}" type="presParOf" srcId="{AE809C2F-8DEE-4D3B-969A-B7E8359D928D}" destId="{55826D69-EB8F-4662-8317-AB61AAF06F1E}" srcOrd="0" destOrd="0" presId="urn:microsoft.com/office/officeart/2005/8/layout/hProcess11"/>
    <dgm:cxn modelId="{6491071F-D3E1-4CE8-880E-2606D92C5D40}" type="presParOf" srcId="{AE809C2F-8DEE-4D3B-969A-B7E8359D928D}" destId="{0CBFD5A4-EC06-4D84-9F29-E59B37EACFA8}" srcOrd="1" destOrd="0" presId="urn:microsoft.com/office/officeart/2005/8/layout/hProcess11"/>
    <dgm:cxn modelId="{A291960A-F48E-4EF6-B9ED-59651F4E492D}" type="presParOf" srcId="{AE809C2F-8DEE-4D3B-969A-B7E8359D928D}" destId="{F05579C7-30BA-4C33-96C1-4DAF59ED51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4932B4F-4279-4DF7-A03F-AA7C27F3D80B}" type="doc">
      <dgm:prSet loTypeId="urn:microsoft.com/office/officeart/2005/8/layout/gear1" loCatId="relationship" qsTypeId="urn:microsoft.com/office/officeart/2005/8/quickstyle/simple1" qsCatId="simple" csTypeId="urn:microsoft.com/office/officeart/2005/8/colors/colorful3" csCatId="colorful" phldr="1"/>
      <dgm:spPr/>
    </dgm:pt>
    <dgm:pt modelId="{DFE14392-5900-40B2-9A4E-EBA820C11F4E}">
      <dgm:prSet phldrT="[テキスト]" custT="1"/>
      <dgm:spPr>
        <a:solidFill>
          <a:schemeClr val="bg2"/>
        </a:solidFill>
      </dgm:spPr>
      <dgm:t>
        <a:bodyPr/>
        <a:lstStyle/>
        <a:p>
          <a:r>
            <a:rPr kumimoji="1" lang="ja-JP" altLang="en-US" sz="2400" b="1" dirty="0"/>
            <a:t>施設予約</a:t>
          </a:r>
          <a:br>
            <a:rPr kumimoji="1" lang="en-US" altLang="ja-JP" sz="2400" b="1" dirty="0"/>
          </a:br>
          <a:r>
            <a:rPr kumimoji="1" lang="ja-JP" altLang="en-US" sz="2400" b="1" dirty="0"/>
            <a:t>システム</a:t>
          </a:r>
        </a:p>
      </dgm:t>
    </dgm:pt>
    <dgm:pt modelId="{5FEC30E9-9097-47F4-B244-8E9FCD11F783}" type="parTrans" cxnId="{B34D515F-6A13-4512-B969-8B9BD5C9762C}">
      <dgm:prSet/>
      <dgm:spPr/>
      <dgm:t>
        <a:bodyPr/>
        <a:lstStyle/>
        <a:p>
          <a:endParaRPr kumimoji="1" lang="ja-JP" altLang="en-US"/>
        </a:p>
      </dgm:t>
    </dgm:pt>
    <dgm:pt modelId="{D8C88261-D243-4F6C-8BF7-F033F993104C}" type="sibTrans" cxnId="{B34D515F-6A13-4512-B969-8B9BD5C9762C}">
      <dgm:prSet/>
      <dgm:spPr>
        <a:solidFill>
          <a:schemeClr val="bg1">
            <a:lumMod val="95000"/>
          </a:schemeClr>
        </a:solidFill>
      </dgm:spPr>
      <dgm:t>
        <a:bodyPr/>
        <a:lstStyle/>
        <a:p>
          <a:endParaRPr kumimoji="1" lang="ja-JP" altLang="en-US"/>
        </a:p>
      </dgm:t>
    </dgm:pt>
    <dgm:pt modelId="{9AE714E0-87FD-4D62-844B-73916D1131F4}">
      <dgm:prSet phldrT="[テキスト]"/>
      <dgm:spPr/>
      <dgm:t>
        <a:bodyPr/>
        <a:lstStyle/>
        <a:p>
          <a:r>
            <a:rPr kumimoji="1" lang="ja-JP" altLang="en-US" b="1" dirty="0"/>
            <a:t>料金計算</a:t>
          </a:r>
          <a:br>
            <a:rPr kumimoji="1" lang="en-US" altLang="ja-JP" b="1" dirty="0"/>
          </a:br>
          <a:r>
            <a:rPr kumimoji="1" lang="ja-JP" altLang="en-US" b="1" dirty="0"/>
            <a:t>システム</a:t>
          </a:r>
        </a:p>
      </dgm:t>
    </dgm:pt>
    <dgm:pt modelId="{37718E6F-8188-4F01-8668-BB88EF7115E1}" type="parTrans" cxnId="{A74853BF-CB81-4FCE-90DB-E6B8B0613585}">
      <dgm:prSet/>
      <dgm:spPr/>
      <dgm:t>
        <a:bodyPr/>
        <a:lstStyle/>
        <a:p>
          <a:endParaRPr kumimoji="1" lang="ja-JP" altLang="en-US"/>
        </a:p>
      </dgm:t>
    </dgm:pt>
    <dgm:pt modelId="{79A9F534-FA37-482A-8446-60D8718E956E}" type="sibTrans" cxnId="{A74853BF-CB81-4FCE-90DB-E6B8B0613585}">
      <dgm:prSet/>
      <dgm:spPr/>
      <dgm:t>
        <a:bodyPr/>
        <a:lstStyle/>
        <a:p>
          <a:endParaRPr kumimoji="1" lang="ja-JP" altLang="en-US"/>
        </a:p>
      </dgm:t>
    </dgm:pt>
    <dgm:pt modelId="{67211B25-E57B-421A-949D-123AAD8E7DA7}">
      <dgm:prSet phldrT="[テキスト]"/>
      <dgm:spPr/>
      <dgm:t>
        <a:bodyPr/>
        <a:lstStyle/>
        <a:p>
          <a:r>
            <a:rPr kumimoji="1" lang="ja-JP" altLang="en-US" b="1" dirty="0"/>
            <a:t>備品管理</a:t>
          </a:r>
          <a:br>
            <a:rPr kumimoji="1" lang="en-US" altLang="ja-JP" b="1" dirty="0"/>
          </a:br>
          <a:r>
            <a:rPr kumimoji="1" lang="ja-JP" altLang="en-US" b="1" dirty="0"/>
            <a:t>システム</a:t>
          </a:r>
        </a:p>
      </dgm:t>
    </dgm:pt>
    <dgm:pt modelId="{B59215EF-8B97-4DA8-916C-03A0224EA948}" type="parTrans" cxnId="{E59830DC-E079-4437-8696-BE68F5AF466D}">
      <dgm:prSet/>
      <dgm:spPr/>
      <dgm:t>
        <a:bodyPr/>
        <a:lstStyle/>
        <a:p>
          <a:endParaRPr kumimoji="1" lang="ja-JP" altLang="en-US"/>
        </a:p>
      </dgm:t>
    </dgm:pt>
    <dgm:pt modelId="{0D1D2B33-F47C-433D-9D13-C111F4F73A1A}" type="sibTrans" cxnId="{E59830DC-E079-4437-8696-BE68F5AF466D}">
      <dgm:prSet/>
      <dgm:spPr/>
      <dgm:t>
        <a:bodyPr/>
        <a:lstStyle/>
        <a:p>
          <a:endParaRPr kumimoji="1" lang="ja-JP" altLang="en-US"/>
        </a:p>
      </dgm:t>
    </dgm:pt>
    <dgm:pt modelId="{A68D1CEB-7992-41F7-B631-61B4737B7727}" type="pres">
      <dgm:prSet presAssocID="{D4932B4F-4279-4DF7-A03F-AA7C27F3D80B}" presName="composite" presStyleCnt="0">
        <dgm:presLayoutVars>
          <dgm:chMax val="3"/>
          <dgm:animLvl val="lvl"/>
          <dgm:resizeHandles val="exact"/>
        </dgm:presLayoutVars>
      </dgm:prSet>
      <dgm:spPr/>
    </dgm:pt>
    <dgm:pt modelId="{6A23BA8A-F357-41C0-B4AC-B7A1875F143D}" type="pres">
      <dgm:prSet presAssocID="{DFE14392-5900-40B2-9A4E-EBA820C11F4E}" presName="gear1" presStyleLbl="node1" presStyleIdx="0" presStyleCnt="3">
        <dgm:presLayoutVars>
          <dgm:chMax val="1"/>
          <dgm:bulletEnabled val="1"/>
        </dgm:presLayoutVars>
      </dgm:prSet>
      <dgm:spPr/>
    </dgm:pt>
    <dgm:pt modelId="{E437FA1A-CC80-4CCD-9CEE-5BD36DFB8289}" type="pres">
      <dgm:prSet presAssocID="{DFE14392-5900-40B2-9A4E-EBA820C11F4E}" presName="gear1srcNode" presStyleLbl="node1" presStyleIdx="0" presStyleCnt="3"/>
      <dgm:spPr/>
    </dgm:pt>
    <dgm:pt modelId="{F48805BF-E685-4D77-AA6F-BCB996D6E92E}" type="pres">
      <dgm:prSet presAssocID="{DFE14392-5900-40B2-9A4E-EBA820C11F4E}" presName="gear1dstNode" presStyleLbl="node1" presStyleIdx="0" presStyleCnt="3"/>
      <dgm:spPr/>
    </dgm:pt>
    <dgm:pt modelId="{1580318B-5321-40A7-8499-254C740D5099}" type="pres">
      <dgm:prSet presAssocID="{9AE714E0-87FD-4D62-844B-73916D1131F4}" presName="gear2" presStyleLbl="node1" presStyleIdx="1" presStyleCnt="3">
        <dgm:presLayoutVars>
          <dgm:chMax val="1"/>
          <dgm:bulletEnabled val="1"/>
        </dgm:presLayoutVars>
      </dgm:prSet>
      <dgm:spPr/>
    </dgm:pt>
    <dgm:pt modelId="{8EC73CF6-8BC6-4280-8D7D-FB1B1133C34A}" type="pres">
      <dgm:prSet presAssocID="{9AE714E0-87FD-4D62-844B-73916D1131F4}" presName="gear2srcNode" presStyleLbl="node1" presStyleIdx="1" presStyleCnt="3"/>
      <dgm:spPr/>
    </dgm:pt>
    <dgm:pt modelId="{9A901BB8-F6C8-4358-92C8-1ED11CA25E78}" type="pres">
      <dgm:prSet presAssocID="{9AE714E0-87FD-4D62-844B-73916D1131F4}" presName="gear2dstNode" presStyleLbl="node1" presStyleIdx="1" presStyleCnt="3"/>
      <dgm:spPr/>
    </dgm:pt>
    <dgm:pt modelId="{E60F1C61-A4D7-4EEC-B82C-E080F26D794B}" type="pres">
      <dgm:prSet presAssocID="{67211B25-E57B-421A-949D-123AAD8E7DA7}" presName="gear3" presStyleLbl="node1" presStyleIdx="2" presStyleCnt="3"/>
      <dgm:spPr/>
    </dgm:pt>
    <dgm:pt modelId="{A43B407E-46A1-4FF3-B1E7-92557DCCDCB9}" type="pres">
      <dgm:prSet presAssocID="{67211B25-E57B-421A-949D-123AAD8E7DA7}" presName="gear3tx" presStyleLbl="node1" presStyleIdx="2" presStyleCnt="3">
        <dgm:presLayoutVars>
          <dgm:chMax val="1"/>
          <dgm:bulletEnabled val="1"/>
        </dgm:presLayoutVars>
      </dgm:prSet>
      <dgm:spPr/>
    </dgm:pt>
    <dgm:pt modelId="{A93B6E12-0CA7-4625-82B0-3F527062F96D}" type="pres">
      <dgm:prSet presAssocID="{67211B25-E57B-421A-949D-123AAD8E7DA7}" presName="gear3srcNode" presStyleLbl="node1" presStyleIdx="2" presStyleCnt="3"/>
      <dgm:spPr/>
    </dgm:pt>
    <dgm:pt modelId="{501C4456-216D-4C4B-A731-869DF602D7D9}" type="pres">
      <dgm:prSet presAssocID="{67211B25-E57B-421A-949D-123AAD8E7DA7}" presName="gear3dstNode" presStyleLbl="node1" presStyleIdx="2" presStyleCnt="3"/>
      <dgm:spPr/>
    </dgm:pt>
    <dgm:pt modelId="{FA29173E-CFAC-4BFD-A8C6-5EF8FD7788DC}" type="pres">
      <dgm:prSet presAssocID="{D8C88261-D243-4F6C-8BF7-F033F993104C}" presName="connector1" presStyleLbl="sibTrans2D1" presStyleIdx="0" presStyleCnt="3"/>
      <dgm:spPr/>
    </dgm:pt>
    <dgm:pt modelId="{2DF6D6BF-A2E9-49B5-879F-A1E8AAFC841B}" type="pres">
      <dgm:prSet presAssocID="{79A9F534-FA37-482A-8446-60D8718E956E}" presName="connector2" presStyleLbl="sibTrans2D1" presStyleIdx="1" presStyleCnt="3"/>
      <dgm:spPr/>
    </dgm:pt>
    <dgm:pt modelId="{2E49D199-47DB-492D-B513-1A7A50A0C729}" type="pres">
      <dgm:prSet presAssocID="{0D1D2B33-F47C-433D-9D13-C111F4F73A1A}" presName="connector3" presStyleLbl="sibTrans2D1" presStyleIdx="2" presStyleCnt="3"/>
      <dgm:spPr/>
    </dgm:pt>
  </dgm:ptLst>
  <dgm:cxnLst>
    <dgm:cxn modelId="{4D50BB06-F274-4C43-91C4-03FFC50DBB89}" type="presOf" srcId="{DFE14392-5900-40B2-9A4E-EBA820C11F4E}" destId="{E437FA1A-CC80-4CCD-9CEE-5BD36DFB8289}" srcOrd="1" destOrd="0" presId="urn:microsoft.com/office/officeart/2005/8/layout/gear1"/>
    <dgm:cxn modelId="{6112353C-B07A-410F-A230-876E511E7373}" type="presOf" srcId="{DFE14392-5900-40B2-9A4E-EBA820C11F4E}" destId="{6A23BA8A-F357-41C0-B4AC-B7A1875F143D}" srcOrd="0" destOrd="0" presId="urn:microsoft.com/office/officeart/2005/8/layout/gear1"/>
    <dgm:cxn modelId="{B34D515F-6A13-4512-B969-8B9BD5C9762C}" srcId="{D4932B4F-4279-4DF7-A03F-AA7C27F3D80B}" destId="{DFE14392-5900-40B2-9A4E-EBA820C11F4E}" srcOrd="0" destOrd="0" parTransId="{5FEC30E9-9097-47F4-B244-8E9FCD11F783}" sibTransId="{D8C88261-D243-4F6C-8BF7-F033F993104C}"/>
    <dgm:cxn modelId="{5F685045-1329-4C77-B6F7-B082DFD66B4A}" type="presOf" srcId="{79A9F534-FA37-482A-8446-60D8718E956E}" destId="{2DF6D6BF-A2E9-49B5-879F-A1E8AAFC841B}" srcOrd="0" destOrd="0" presId="urn:microsoft.com/office/officeart/2005/8/layout/gear1"/>
    <dgm:cxn modelId="{902D0D55-9958-4B3C-9A6A-4BE8105609B5}" type="presOf" srcId="{9AE714E0-87FD-4D62-844B-73916D1131F4}" destId="{8EC73CF6-8BC6-4280-8D7D-FB1B1133C34A}" srcOrd="1" destOrd="0" presId="urn:microsoft.com/office/officeart/2005/8/layout/gear1"/>
    <dgm:cxn modelId="{9F49D07A-D566-4484-A4AC-EFFDAB27E2F9}" type="presOf" srcId="{DFE14392-5900-40B2-9A4E-EBA820C11F4E}" destId="{F48805BF-E685-4D77-AA6F-BCB996D6E92E}" srcOrd="2" destOrd="0" presId="urn:microsoft.com/office/officeart/2005/8/layout/gear1"/>
    <dgm:cxn modelId="{75A47D84-67CF-4F19-BFD9-F5E0C0238EBD}" type="presOf" srcId="{67211B25-E57B-421A-949D-123AAD8E7DA7}" destId="{501C4456-216D-4C4B-A731-869DF602D7D9}" srcOrd="3" destOrd="0" presId="urn:microsoft.com/office/officeart/2005/8/layout/gear1"/>
    <dgm:cxn modelId="{0789EA90-4AA0-4455-8AFC-B869BB2D3280}" type="presOf" srcId="{0D1D2B33-F47C-433D-9D13-C111F4F73A1A}" destId="{2E49D199-47DB-492D-B513-1A7A50A0C729}" srcOrd="0" destOrd="0" presId="urn:microsoft.com/office/officeart/2005/8/layout/gear1"/>
    <dgm:cxn modelId="{49EEE19E-E4B5-4899-806F-FA5164E8AB30}" type="presOf" srcId="{67211B25-E57B-421A-949D-123AAD8E7DA7}" destId="{A93B6E12-0CA7-4625-82B0-3F527062F96D}" srcOrd="2" destOrd="0" presId="urn:microsoft.com/office/officeart/2005/8/layout/gear1"/>
    <dgm:cxn modelId="{53DBD2A2-93DD-4E57-87BF-BABAB60F5579}" type="presOf" srcId="{9AE714E0-87FD-4D62-844B-73916D1131F4}" destId="{9A901BB8-F6C8-4358-92C8-1ED11CA25E78}" srcOrd="2" destOrd="0" presId="urn:microsoft.com/office/officeart/2005/8/layout/gear1"/>
    <dgm:cxn modelId="{798623A7-F353-4429-87FD-9321FEDC9C4C}" type="presOf" srcId="{67211B25-E57B-421A-949D-123AAD8E7DA7}" destId="{A43B407E-46A1-4FF3-B1E7-92557DCCDCB9}" srcOrd="1" destOrd="0" presId="urn:microsoft.com/office/officeart/2005/8/layout/gear1"/>
    <dgm:cxn modelId="{A74853BF-CB81-4FCE-90DB-E6B8B0613585}" srcId="{D4932B4F-4279-4DF7-A03F-AA7C27F3D80B}" destId="{9AE714E0-87FD-4D62-844B-73916D1131F4}" srcOrd="1" destOrd="0" parTransId="{37718E6F-8188-4F01-8668-BB88EF7115E1}" sibTransId="{79A9F534-FA37-482A-8446-60D8718E956E}"/>
    <dgm:cxn modelId="{B02F55C1-CAB2-4B2E-BDB2-2EB5945DC6D5}" type="presOf" srcId="{D8C88261-D243-4F6C-8BF7-F033F993104C}" destId="{FA29173E-CFAC-4BFD-A8C6-5EF8FD7788DC}" srcOrd="0" destOrd="0" presId="urn:microsoft.com/office/officeart/2005/8/layout/gear1"/>
    <dgm:cxn modelId="{E59830DC-E079-4437-8696-BE68F5AF466D}" srcId="{D4932B4F-4279-4DF7-A03F-AA7C27F3D80B}" destId="{67211B25-E57B-421A-949D-123AAD8E7DA7}" srcOrd="2" destOrd="0" parTransId="{B59215EF-8B97-4DA8-916C-03A0224EA948}" sibTransId="{0D1D2B33-F47C-433D-9D13-C111F4F73A1A}"/>
    <dgm:cxn modelId="{959BEFF3-A3B9-408D-8434-F835B6710551}" type="presOf" srcId="{D4932B4F-4279-4DF7-A03F-AA7C27F3D80B}" destId="{A68D1CEB-7992-41F7-B631-61B4737B7727}" srcOrd="0" destOrd="0" presId="urn:microsoft.com/office/officeart/2005/8/layout/gear1"/>
    <dgm:cxn modelId="{98C970F6-0161-4706-A785-6BF1F3D4E18D}" type="presOf" srcId="{9AE714E0-87FD-4D62-844B-73916D1131F4}" destId="{1580318B-5321-40A7-8499-254C740D5099}" srcOrd="0" destOrd="0" presId="urn:microsoft.com/office/officeart/2005/8/layout/gear1"/>
    <dgm:cxn modelId="{CC9B8BF6-50C0-4B0E-A3F6-42EC9AC738F3}" type="presOf" srcId="{67211B25-E57B-421A-949D-123AAD8E7DA7}" destId="{E60F1C61-A4D7-4EEC-B82C-E080F26D794B}" srcOrd="0" destOrd="0" presId="urn:microsoft.com/office/officeart/2005/8/layout/gear1"/>
    <dgm:cxn modelId="{63A9B6D1-8D91-4143-B2A5-BFB5693FD50B}" type="presParOf" srcId="{A68D1CEB-7992-41F7-B631-61B4737B7727}" destId="{6A23BA8A-F357-41C0-B4AC-B7A1875F143D}" srcOrd="0" destOrd="0" presId="urn:microsoft.com/office/officeart/2005/8/layout/gear1"/>
    <dgm:cxn modelId="{1B322062-DC1B-4DAF-925D-F68EE2DD8A94}" type="presParOf" srcId="{A68D1CEB-7992-41F7-B631-61B4737B7727}" destId="{E437FA1A-CC80-4CCD-9CEE-5BD36DFB8289}" srcOrd="1" destOrd="0" presId="urn:microsoft.com/office/officeart/2005/8/layout/gear1"/>
    <dgm:cxn modelId="{B9DE47BD-8E78-4C3B-B4B6-6B3A27C89E0F}" type="presParOf" srcId="{A68D1CEB-7992-41F7-B631-61B4737B7727}" destId="{F48805BF-E685-4D77-AA6F-BCB996D6E92E}" srcOrd="2" destOrd="0" presId="urn:microsoft.com/office/officeart/2005/8/layout/gear1"/>
    <dgm:cxn modelId="{D815DFCB-2DEF-4C71-9E75-2441DA3E72A9}" type="presParOf" srcId="{A68D1CEB-7992-41F7-B631-61B4737B7727}" destId="{1580318B-5321-40A7-8499-254C740D5099}" srcOrd="3" destOrd="0" presId="urn:microsoft.com/office/officeart/2005/8/layout/gear1"/>
    <dgm:cxn modelId="{41BF841A-CCE2-4F3C-8C4C-258BE9E91787}" type="presParOf" srcId="{A68D1CEB-7992-41F7-B631-61B4737B7727}" destId="{8EC73CF6-8BC6-4280-8D7D-FB1B1133C34A}" srcOrd="4" destOrd="0" presId="urn:microsoft.com/office/officeart/2005/8/layout/gear1"/>
    <dgm:cxn modelId="{EE633999-8F11-44A7-AFE4-144E867482AE}" type="presParOf" srcId="{A68D1CEB-7992-41F7-B631-61B4737B7727}" destId="{9A901BB8-F6C8-4358-92C8-1ED11CA25E78}" srcOrd="5" destOrd="0" presId="urn:microsoft.com/office/officeart/2005/8/layout/gear1"/>
    <dgm:cxn modelId="{B1267A8F-1C9C-4C1E-825A-E4178B83424E}" type="presParOf" srcId="{A68D1CEB-7992-41F7-B631-61B4737B7727}" destId="{E60F1C61-A4D7-4EEC-B82C-E080F26D794B}" srcOrd="6" destOrd="0" presId="urn:microsoft.com/office/officeart/2005/8/layout/gear1"/>
    <dgm:cxn modelId="{E44B34BA-3DBD-4EB5-BC57-D8D1A650155C}" type="presParOf" srcId="{A68D1CEB-7992-41F7-B631-61B4737B7727}" destId="{A43B407E-46A1-4FF3-B1E7-92557DCCDCB9}" srcOrd="7" destOrd="0" presId="urn:microsoft.com/office/officeart/2005/8/layout/gear1"/>
    <dgm:cxn modelId="{6CC6FF3E-F498-4C2E-ADAE-E2A8DD10CE1B}" type="presParOf" srcId="{A68D1CEB-7992-41F7-B631-61B4737B7727}" destId="{A93B6E12-0CA7-4625-82B0-3F527062F96D}" srcOrd="8" destOrd="0" presId="urn:microsoft.com/office/officeart/2005/8/layout/gear1"/>
    <dgm:cxn modelId="{26905231-77B6-4C58-8326-89C297297466}" type="presParOf" srcId="{A68D1CEB-7992-41F7-B631-61B4737B7727}" destId="{501C4456-216D-4C4B-A731-869DF602D7D9}" srcOrd="9" destOrd="0" presId="urn:microsoft.com/office/officeart/2005/8/layout/gear1"/>
    <dgm:cxn modelId="{55BE6585-EA3E-45C2-90A8-137505B7D997}" type="presParOf" srcId="{A68D1CEB-7992-41F7-B631-61B4737B7727}" destId="{FA29173E-CFAC-4BFD-A8C6-5EF8FD7788DC}" srcOrd="10" destOrd="0" presId="urn:microsoft.com/office/officeart/2005/8/layout/gear1"/>
    <dgm:cxn modelId="{A146CA9F-F4DC-4626-BCC3-764196F994AB}" type="presParOf" srcId="{A68D1CEB-7992-41F7-B631-61B4737B7727}" destId="{2DF6D6BF-A2E9-49B5-879F-A1E8AAFC841B}" srcOrd="11" destOrd="0" presId="urn:microsoft.com/office/officeart/2005/8/layout/gear1"/>
    <dgm:cxn modelId="{30A9303D-224E-4E80-913F-A2BD1C3F32A4}" type="presParOf" srcId="{A68D1CEB-7992-41F7-B631-61B4737B7727}" destId="{2E49D199-47DB-492D-B513-1A7A50A0C729}"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400" dirty="0">
              <a:solidFill>
                <a:schemeClr val="bg2"/>
              </a:solidFill>
            </a:rPr>
            <a:t>施設予約時料金表示</a:t>
          </a:r>
          <a:br>
            <a:rPr kumimoji="1" lang="en-US" altLang="ja-JP" sz="2400" dirty="0">
              <a:solidFill>
                <a:schemeClr val="bg2"/>
              </a:solidFill>
            </a:rPr>
          </a:br>
          <a:r>
            <a:rPr kumimoji="1" lang="ja-JP" altLang="en-US" sz="2400" dirty="0">
              <a:solidFill>
                <a:schemeClr val="bg2"/>
              </a:solidFill>
            </a:rPr>
            <a:t>（利用者）</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400" dirty="0">
              <a:solidFill>
                <a:schemeClr val="bg2"/>
              </a:solidFill>
            </a:rPr>
            <a:t>料金合計確認画面</a:t>
          </a:r>
          <a:br>
            <a:rPr kumimoji="1" lang="en-US" altLang="ja-JP" sz="2400" dirty="0">
              <a:solidFill>
                <a:schemeClr val="bg2"/>
              </a:solidFill>
            </a:rPr>
          </a:br>
          <a:r>
            <a:rPr kumimoji="1" lang="ja-JP" altLang="en-US" sz="2400" dirty="0">
              <a:solidFill>
                <a:schemeClr val="bg2"/>
              </a:solidFill>
            </a:rPr>
            <a:t>（利用者）</a:t>
          </a:r>
          <a:endParaRPr kumimoji="1" lang="en-US" altLang="ja-JP" sz="2400" dirty="0">
            <a:solidFill>
              <a:schemeClr val="bg2"/>
            </a:solidFill>
          </a:endParaRPr>
        </a:p>
      </dgm:t>
    </dgm:pt>
    <dgm:pt modelId="{47585EBD-7A59-444C-ACD0-2772B075631C}" type="sibTrans" cxnId="{464704C3-8D74-4E9B-82A0-0C1313BF6B01}">
      <dgm:prSet/>
      <dgm:spPr/>
      <dgm:t>
        <a:bodyPr/>
        <a:lstStyle/>
        <a:p>
          <a:endParaRPr kumimoji="1" lang="ja-JP" altLang="en-US"/>
        </a:p>
      </dgm:t>
    </dgm:pt>
    <dgm:pt modelId="{6D9F2C9A-362E-4250-825D-446DFDEFFAE7}" type="parTrans" cxnId="{464704C3-8D74-4E9B-82A0-0C1313BF6B01}">
      <dgm:prSet/>
      <dgm:spPr/>
      <dgm:t>
        <a:bodyPr/>
        <a:lstStyle/>
        <a:p>
          <a:endParaRPr kumimoji="1" lang="ja-JP" altLang="en-US"/>
        </a:p>
      </dgm:t>
    </dgm:pt>
    <dgm:pt modelId="{E9AC3905-4AF6-49AA-A430-096B4644CB11}">
      <dgm:prSet custT="1"/>
      <dgm:spPr/>
      <dgm:t>
        <a:bodyPr/>
        <a:lstStyle/>
        <a:p>
          <a:r>
            <a:rPr kumimoji="1" lang="ja-JP" altLang="en-US" sz="2400" dirty="0"/>
            <a:t>料金設定画面</a:t>
          </a:r>
        </a:p>
      </dgm:t>
    </dgm:pt>
    <dgm:pt modelId="{1A480D9E-F972-4E0A-9DA5-74CA7E157E56}" type="parTrans" cxnId="{883E75C0-382B-49F6-BCAD-2B0420D53796}">
      <dgm:prSet/>
      <dgm:spPr/>
      <dgm:t>
        <a:bodyPr/>
        <a:lstStyle/>
        <a:p>
          <a:endParaRPr kumimoji="1" lang="ja-JP" altLang="en-US"/>
        </a:p>
      </dgm:t>
    </dgm:pt>
    <dgm:pt modelId="{1E46E34C-36E9-4E43-8D87-BC9836D6CF59}" type="sibTrans" cxnId="{883E75C0-382B-49F6-BCAD-2B0420D53796}">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78D76103-2EAF-40F8-B5EE-A89881D7D67B}" type="pres">
      <dgm:prSet presAssocID="{E9AC3905-4AF6-49AA-A430-096B4644CB11}" presName="compositeA" presStyleCnt="0"/>
      <dgm:spPr/>
    </dgm:pt>
    <dgm:pt modelId="{132DC642-2F17-4C1E-8913-6395E6711857}" type="pres">
      <dgm:prSet presAssocID="{E9AC3905-4AF6-49AA-A430-096B4644CB11}" presName="textA" presStyleLbl="revTx" presStyleIdx="0" presStyleCnt="3">
        <dgm:presLayoutVars>
          <dgm:bulletEnabled val="1"/>
        </dgm:presLayoutVars>
      </dgm:prSet>
      <dgm:spPr/>
    </dgm:pt>
    <dgm:pt modelId="{19C1414F-4A4C-445B-8EC1-7B156487BF66}" type="pres">
      <dgm:prSet presAssocID="{E9AC3905-4AF6-49AA-A430-096B4644CB11}" presName="circleA" presStyleLbl="node1" presStyleIdx="0" presStyleCnt="3"/>
      <dgm:spPr/>
    </dgm:pt>
    <dgm:pt modelId="{6F813E1E-9340-4987-8878-96A62057EA6D}" type="pres">
      <dgm:prSet presAssocID="{E9AC3905-4AF6-49AA-A430-096B4644CB11}" presName="spaceA" presStyleCnt="0"/>
      <dgm:spPr/>
    </dgm:pt>
    <dgm:pt modelId="{289B4799-8780-4B2A-8926-9FCAC7C5A9E5}" type="pres">
      <dgm:prSet presAssocID="{1E46E34C-36E9-4E43-8D87-BC9836D6CF59}" presName="space" presStyleCnt="0"/>
      <dgm:spPr/>
    </dgm:pt>
    <dgm:pt modelId="{F5834227-5E9B-4F13-9350-4F8F9E8C3837}" type="pres">
      <dgm:prSet presAssocID="{7B0811CD-AD31-46FE-ABCB-B7C0356B892B}" presName="compositeB" presStyleCnt="0"/>
      <dgm:spPr/>
    </dgm:pt>
    <dgm:pt modelId="{420FE2BF-E7DD-4BDF-B083-EB4E3CE0A399}" type="pres">
      <dgm:prSet presAssocID="{7B0811CD-AD31-46FE-ABCB-B7C0356B892B}" presName="textB" presStyleLbl="revTx" presStyleIdx="1" presStyleCnt="3" custScaleX="118093">
        <dgm:presLayoutVars>
          <dgm:bulletEnabled val="1"/>
        </dgm:presLayoutVars>
      </dgm:prSet>
      <dgm:spPr/>
    </dgm:pt>
    <dgm:pt modelId="{57741143-C896-4088-98A8-9C37125C3639}" type="pres">
      <dgm:prSet presAssocID="{7B0811CD-AD31-46FE-ABCB-B7C0356B892B}" presName="circleB" presStyleLbl="node1" presStyleIdx="1" presStyleCnt="3"/>
      <dgm:spPr/>
    </dgm:pt>
    <dgm:pt modelId="{288ED5A7-2770-4A0B-BD5C-C32E856808B4}" type="pres">
      <dgm:prSet presAssocID="{7B0811CD-AD31-46FE-ABCB-B7C0356B892B}" presName="spaceB" presStyleCnt="0"/>
      <dgm:spPr/>
    </dgm:pt>
    <dgm:pt modelId="{F0FA994A-C987-4870-B086-45F14B275AF7}" type="pres">
      <dgm:prSet presAssocID="{51C378E6-54C9-4C37-BEDF-6FCDD24C25CD}" presName="space" presStyleCnt="0"/>
      <dgm:spPr/>
    </dgm:pt>
    <dgm:pt modelId="{AC7AA805-CB61-4E8A-B1DF-ED3BB2C7541B}" type="pres">
      <dgm:prSet presAssocID="{53A09C44-6B5D-4442-A354-4DE9194335F8}" presName="compositeA" presStyleCnt="0"/>
      <dgm:spPr/>
    </dgm:pt>
    <dgm:pt modelId="{C7425A26-DF8A-484D-86E6-5976C2841198}" type="pres">
      <dgm:prSet presAssocID="{53A09C44-6B5D-4442-A354-4DE9194335F8}" presName="textA" presStyleLbl="revTx" presStyleIdx="2" presStyleCnt="3">
        <dgm:presLayoutVars>
          <dgm:bulletEnabled val="1"/>
        </dgm:presLayoutVars>
      </dgm:prSet>
      <dgm:spPr/>
    </dgm:pt>
    <dgm:pt modelId="{6E493D1B-906C-402B-ABEA-46ADEA1B5B57}" type="pres">
      <dgm:prSet presAssocID="{53A09C44-6B5D-4442-A354-4DE9194335F8}" presName="circleA" presStyleLbl="node1" presStyleIdx="2" presStyleCnt="3"/>
      <dgm:spPr/>
    </dgm:pt>
    <dgm:pt modelId="{96F46430-5C2B-4E0E-861B-12BDC1075676}" type="pres">
      <dgm:prSet presAssocID="{53A09C44-6B5D-4442-A354-4DE9194335F8}" presName="spaceA" presStyleCnt="0"/>
      <dgm:spPr/>
    </dgm:pt>
  </dgm:ptLst>
  <dgm:cxnLst>
    <dgm:cxn modelId="{F621521E-8612-49A8-87AE-4E1C9DF67BF6}" type="presOf" srcId="{B3A8A0EE-A98C-46BD-8D48-0A5F7F9BB904}" destId="{F76AA589-DEAD-492E-8116-92F109B3AB8B}" srcOrd="0" destOrd="0" presId="urn:microsoft.com/office/officeart/2005/8/layout/hProcess11"/>
    <dgm:cxn modelId="{F13F4739-FD29-4BD4-A822-117B7FFB0DC1}" type="presOf" srcId="{7B0811CD-AD31-46FE-ABCB-B7C0356B892B}" destId="{420FE2BF-E7DD-4BDF-B083-EB4E3CE0A399}" srcOrd="0" destOrd="0" presId="urn:microsoft.com/office/officeart/2005/8/layout/hProcess11"/>
    <dgm:cxn modelId="{6D66445B-D85D-44E4-8465-FF9EAF1901E2}" srcId="{B3A8A0EE-A98C-46BD-8D48-0A5F7F9BB904}" destId="{7B0811CD-AD31-46FE-ABCB-B7C0356B892B}" srcOrd="1" destOrd="0" parTransId="{8B0BC141-66AD-4672-B11A-C56422AC72C7}" sibTransId="{51C378E6-54C9-4C37-BEDF-6FCDD24C25CD}"/>
    <dgm:cxn modelId="{FDCA8364-EA06-4611-AC59-701406655A7B}" type="presOf" srcId="{53A09C44-6B5D-4442-A354-4DE9194335F8}" destId="{C7425A26-DF8A-484D-86E6-5976C2841198}" srcOrd="0" destOrd="0" presId="urn:microsoft.com/office/officeart/2005/8/layout/hProcess11"/>
    <dgm:cxn modelId="{87BA56A7-361F-441D-ABB9-C43067453F09}" type="presOf" srcId="{E9AC3905-4AF6-49AA-A430-096B4644CB11}" destId="{132DC642-2F17-4C1E-8913-6395E6711857}" srcOrd="0" destOrd="0" presId="urn:microsoft.com/office/officeart/2005/8/layout/hProcess11"/>
    <dgm:cxn modelId="{883E75C0-382B-49F6-BCAD-2B0420D53796}" srcId="{B3A8A0EE-A98C-46BD-8D48-0A5F7F9BB904}" destId="{E9AC3905-4AF6-49AA-A430-096B4644CB11}" srcOrd="0" destOrd="0" parTransId="{1A480D9E-F972-4E0A-9DA5-74CA7E157E56}" sibTransId="{1E46E34C-36E9-4E43-8D87-BC9836D6CF59}"/>
    <dgm:cxn modelId="{464704C3-8D74-4E9B-82A0-0C1313BF6B01}" srcId="{B3A8A0EE-A98C-46BD-8D48-0A5F7F9BB904}" destId="{53A09C44-6B5D-4442-A354-4DE9194335F8}" srcOrd="2" destOrd="0" parTransId="{6D9F2C9A-362E-4250-825D-446DFDEFFAE7}" sibTransId="{47585EBD-7A59-444C-ACD0-2772B075631C}"/>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EB378931-F20D-4816-9C89-3D93C0E6394E}" type="presParOf" srcId="{F28D9683-94BD-4142-B05C-A4672ABDFB10}" destId="{78D76103-2EAF-40F8-B5EE-A89881D7D67B}" srcOrd="0" destOrd="0" presId="urn:microsoft.com/office/officeart/2005/8/layout/hProcess11"/>
    <dgm:cxn modelId="{D9389BAD-7286-4A1C-B29B-27AD492F5C43}" type="presParOf" srcId="{78D76103-2EAF-40F8-B5EE-A89881D7D67B}" destId="{132DC642-2F17-4C1E-8913-6395E6711857}" srcOrd="0" destOrd="0" presId="urn:microsoft.com/office/officeart/2005/8/layout/hProcess11"/>
    <dgm:cxn modelId="{BB15FCED-3F9B-4551-8DAA-BB77C9921238}" type="presParOf" srcId="{78D76103-2EAF-40F8-B5EE-A89881D7D67B}" destId="{19C1414F-4A4C-445B-8EC1-7B156487BF66}" srcOrd="1" destOrd="0" presId="urn:microsoft.com/office/officeart/2005/8/layout/hProcess11"/>
    <dgm:cxn modelId="{BC026C32-F999-4977-B589-D2A802B27196}" type="presParOf" srcId="{78D76103-2EAF-40F8-B5EE-A89881D7D67B}" destId="{6F813E1E-9340-4987-8878-96A62057EA6D}" srcOrd="2" destOrd="0" presId="urn:microsoft.com/office/officeart/2005/8/layout/hProcess11"/>
    <dgm:cxn modelId="{3CCACA39-A847-451A-862B-58C2A55F33A3}" type="presParOf" srcId="{F28D9683-94BD-4142-B05C-A4672ABDFB10}" destId="{289B4799-8780-4B2A-8926-9FCAC7C5A9E5}" srcOrd="1" destOrd="0" presId="urn:microsoft.com/office/officeart/2005/8/layout/hProcess11"/>
    <dgm:cxn modelId="{0AEE2C23-0944-4078-8AD7-4413C2F3CF96}" type="presParOf" srcId="{F28D9683-94BD-4142-B05C-A4672ABDFB10}" destId="{F5834227-5E9B-4F13-9350-4F8F9E8C3837}" srcOrd="2" destOrd="0" presId="urn:microsoft.com/office/officeart/2005/8/layout/hProcess11"/>
    <dgm:cxn modelId="{0BDE1583-5EFD-40A4-87F4-F8896A69A58C}" type="presParOf" srcId="{F5834227-5E9B-4F13-9350-4F8F9E8C3837}" destId="{420FE2BF-E7DD-4BDF-B083-EB4E3CE0A399}" srcOrd="0" destOrd="0" presId="urn:microsoft.com/office/officeart/2005/8/layout/hProcess11"/>
    <dgm:cxn modelId="{91A91DE3-BBA8-4D17-B847-2912019439C4}" type="presParOf" srcId="{F5834227-5E9B-4F13-9350-4F8F9E8C3837}" destId="{57741143-C896-4088-98A8-9C37125C3639}" srcOrd="1" destOrd="0" presId="urn:microsoft.com/office/officeart/2005/8/layout/hProcess11"/>
    <dgm:cxn modelId="{1061FB6B-9B28-48C1-AE77-ECB88C333202}" type="presParOf" srcId="{F5834227-5E9B-4F13-9350-4F8F9E8C3837}" destId="{288ED5A7-2770-4A0B-BD5C-C32E856808B4}" srcOrd="2" destOrd="0" presId="urn:microsoft.com/office/officeart/2005/8/layout/hProcess11"/>
    <dgm:cxn modelId="{3EEF860B-2EA6-4909-A9A7-E3D37230DFBA}" type="presParOf" srcId="{F28D9683-94BD-4142-B05C-A4672ABDFB10}" destId="{F0FA994A-C987-4870-B086-45F14B275AF7}" srcOrd="3" destOrd="0" presId="urn:microsoft.com/office/officeart/2005/8/layout/hProcess11"/>
    <dgm:cxn modelId="{C7D4BC3C-C44E-48B8-AB24-99E583A7A6EE}" type="presParOf" srcId="{F28D9683-94BD-4142-B05C-A4672ABDFB10}" destId="{AC7AA805-CB61-4E8A-B1DF-ED3BB2C7541B}" srcOrd="4" destOrd="0" presId="urn:microsoft.com/office/officeart/2005/8/layout/hProcess11"/>
    <dgm:cxn modelId="{0100FEB4-46D6-4FE1-BA10-854223495AA0}" type="presParOf" srcId="{AC7AA805-CB61-4E8A-B1DF-ED3BB2C7541B}" destId="{C7425A26-DF8A-484D-86E6-5976C2841198}" srcOrd="0" destOrd="0" presId="urn:microsoft.com/office/officeart/2005/8/layout/hProcess11"/>
    <dgm:cxn modelId="{979C8D97-B165-4161-B23F-23AF4235D743}" type="presParOf" srcId="{AC7AA805-CB61-4E8A-B1DF-ED3BB2C7541B}" destId="{6E493D1B-906C-402B-ABEA-46ADEA1B5B57}" srcOrd="1" destOrd="0" presId="urn:microsoft.com/office/officeart/2005/8/layout/hProcess11"/>
    <dgm:cxn modelId="{2D4F25B5-A9C8-4DFA-9B2C-D52F3E84421E}" type="presParOf" srcId="{AC7AA805-CB61-4E8A-B1DF-ED3BB2C7541B}" destId="{96F46430-5C2B-4E0E-861B-12BDC1075676}"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400" dirty="0">
              <a:solidFill>
                <a:schemeClr val="tx1"/>
              </a:solidFill>
            </a:rPr>
            <a:t>施設予約時料金表示</a:t>
          </a:r>
          <a:br>
            <a:rPr kumimoji="1" lang="en-US" altLang="ja-JP" sz="2400" dirty="0">
              <a:solidFill>
                <a:schemeClr val="tx1"/>
              </a:solidFill>
            </a:rPr>
          </a:br>
          <a:r>
            <a:rPr kumimoji="1" lang="ja-JP" altLang="en-US" sz="2400" dirty="0">
              <a:solidFill>
                <a:schemeClr val="tx1"/>
              </a:solidFill>
            </a:rPr>
            <a:t>（利用者）</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400" dirty="0">
              <a:solidFill>
                <a:schemeClr val="bg2"/>
              </a:solidFill>
            </a:rPr>
            <a:t>料金合計確認画面</a:t>
          </a:r>
          <a:br>
            <a:rPr kumimoji="1" lang="en-US" altLang="ja-JP" sz="2400" dirty="0">
              <a:solidFill>
                <a:schemeClr val="bg2"/>
              </a:solidFill>
            </a:rPr>
          </a:br>
          <a:r>
            <a:rPr kumimoji="1" lang="ja-JP" altLang="en-US" sz="2400" dirty="0">
              <a:solidFill>
                <a:schemeClr val="bg2"/>
              </a:solidFill>
            </a:rPr>
            <a:t>（利用者）</a:t>
          </a:r>
          <a:endParaRPr kumimoji="1" lang="en-US" altLang="ja-JP" sz="2400" dirty="0">
            <a:solidFill>
              <a:schemeClr val="bg2"/>
            </a:solidFill>
          </a:endParaRPr>
        </a:p>
      </dgm:t>
    </dgm:pt>
    <dgm:pt modelId="{47585EBD-7A59-444C-ACD0-2772B075631C}" type="sibTrans" cxnId="{464704C3-8D74-4E9B-82A0-0C1313BF6B01}">
      <dgm:prSet/>
      <dgm:spPr/>
      <dgm:t>
        <a:bodyPr/>
        <a:lstStyle/>
        <a:p>
          <a:endParaRPr kumimoji="1" lang="ja-JP" altLang="en-US"/>
        </a:p>
      </dgm:t>
    </dgm:pt>
    <dgm:pt modelId="{6D9F2C9A-362E-4250-825D-446DFDEFFAE7}" type="parTrans" cxnId="{464704C3-8D74-4E9B-82A0-0C1313BF6B01}">
      <dgm:prSet/>
      <dgm:spPr/>
      <dgm:t>
        <a:bodyPr/>
        <a:lstStyle/>
        <a:p>
          <a:endParaRPr kumimoji="1" lang="ja-JP" altLang="en-US"/>
        </a:p>
      </dgm:t>
    </dgm:pt>
    <dgm:pt modelId="{E9AC3905-4AF6-49AA-A430-096B4644CB11}">
      <dgm:prSet custT="1"/>
      <dgm:spPr/>
      <dgm:t>
        <a:bodyPr/>
        <a:lstStyle/>
        <a:p>
          <a:r>
            <a:rPr kumimoji="1" lang="ja-JP" altLang="en-US" sz="2400" dirty="0">
              <a:solidFill>
                <a:schemeClr val="bg2"/>
              </a:solidFill>
            </a:rPr>
            <a:t>料金設定画面</a:t>
          </a:r>
        </a:p>
      </dgm:t>
    </dgm:pt>
    <dgm:pt modelId="{1A480D9E-F972-4E0A-9DA5-74CA7E157E56}" type="parTrans" cxnId="{883E75C0-382B-49F6-BCAD-2B0420D53796}">
      <dgm:prSet/>
      <dgm:spPr/>
      <dgm:t>
        <a:bodyPr/>
        <a:lstStyle/>
        <a:p>
          <a:endParaRPr kumimoji="1" lang="ja-JP" altLang="en-US"/>
        </a:p>
      </dgm:t>
    </dgm:pt>
    <dgm:pt modelId="{1E46E34C-36E9-4E43-8D87-BC9836D6CF59}" type="sibTrans" cxnId="{883E75C0-382B-49F6-BCAD-2B0420D53796}">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78D76103-2EAF-40F8-B5EE-A89881D7D67B}" type="pres">
      <dgm:prSet presAssocID="{E9AC3905-4AF6-49AA-A430-096B4644CB11}" presName="compositeA" presStyleCnt="0"/>
      <dgm:spPr/>
    </dgm:pt>
    <dgm:pt modelId="{132DC642-2F17-4C1E-8913-6395E6711857}" type="pres">
      <dgm:prSet presAssocID="{E9AC3905-4AF6-49AA-A430-096B4644CB11}" presName="textA" presStyleLbl="revTx" presStyleIdx="0" presStyleCnt="3">
        <dgm:presLayoutVars>
          <dgm:bulletEnabled val="1"/>
        </dgm:presLayoutVars>
      </dgm:prSet>
      <dgm:spPr/>
    </dgm:pt>
    <dgm:pt modelId="{19C1414F-4A4C-445B-8EC1-7B156487BF66}" type="pres">
      <dgm:prSet presAssocID="{E9AC3905-4AF6-49AA-A430-096B4644CB11}" presName="circleA" presStyleLbl="node1" presStyleIdx="0" presStyleCnt="3"/>
      <dgm:spPr/>
    </dgm:pt>
    <dgm:pt modelId="{6F813E1E-9340-4987-8878-96A62057EA6D}" type="pres">
      <dgm:prSet presAssocID="{E9AC3905-4AF6-49AA-A430-096B4644CB11}" presName="spaceA" presStyleCnt="0"/>
      <dgm:spPr/>
    </dgm:pt>
    <dgm:pt modelId="{289B4799-8780-4B2A-8926-9FCAC7C5A9E5}" type="pres">
      <dgm:prSet presAssocID="{1E46E34C-36E9-4E43-8D87-BC9836D6CF59}" presName="space" presStyleCnt="0"/>
      <dgm:spPr/>
    </dgm:pt>
    <dgm:pt modelId="{F5834227-5E9B-4F13-9350-4F8F9E8C3837}" type="pres">
      <dgm:prSet presAssocID="{7B0811CD-AD31-46FE-ABCB-B7C0356B892B}" presName="compositeB" presStyleCnt="0"/>
      <dgm:spPr/>
    </dgm:pt>
    <dgm:pt modelId="{420FE2BF-E7DD-4BDF-B083-EB4E3CE0A399}" type="pres">
      <dgm:prSet presAssocID="{7B0811CD-AD31-46FE-ABCB-B7C0356B892B}" presName="textB" presStyleLbl="revTx" presStyleIdx="1" presStyleCnt="3" custScaleX="118093">
        <dgm:presLayoutVars>
          <dgm:bulletEnabled val="1"/>
        </dgm:presLayoutVars>
      </dgm:prSet>
      <dgm:spPr/>
    </dgm:pt>
    <dgm:pt modelId="{57741143-C896-4088-98A8-9C37125C3639}" type="pres">
      <dgm:prSet presAssocID="{7B0811CD-AD31-46FE-ABCB-B7C0356B892B}" presName="circleB" presStyleLbl="node1" presStyleIdx="1" presStyleCnt="3"/>
      <dgm:spPr/>
    </dgm:pt>
    <dgm:pt modelId="{288ED5A7-2770-4A0B-BD5C-C32E856808B4}" type="pres">
      <dgm:prSet presAssocID="{7B0811CD-AD31-46FE-ABCB-B7C0356B892B}" presName="spaceB" presStyleCnt="0"/>
      <dgm:spPr/>
    </dgm:pt>
    <dgm:pt modelId="{F0FA994A-C987-4870-B086-45F14B275AF7}" type="pres">
      <dgm:prSet presAssocID="{51C378E6-54C9-4C37-BEDF-6FCDD24C25CD}" presName="space" presStyleCnt="0"/>
      <dgm:spPr/>
    </dgm:pt>
    <dgm:pt modelId="{AC7AA805-CB61-4E8A-B1DF-ED3BB2C7541B}" type="pres">
      <dgm:prSet presAssocID="{53A09C44-6B5D-4442-A354-4DE9194335F8}" presName="compositeA" presStyleCnt="0"/>
      <dgm:spPr/>
    </dgm:pt>
    <dgm:pt modelId="{C7425A26-DF8A-484D-86E6-5976C2841198}" type="pres">
      <dgm:prSet presAssocID="{53A09C44-6B5D-4442-A354-4DE9194335F8}" presName="textA" presStyleLbl="revTx" presStyleIdx="2" presStyleCnt="3">
        <dgm:presLayoutVars>
          <dgm:bulletEnabled val="1"/>
        </dgm:presLayoutVars>
      </dgm:prSet>
      <dgm:spPr/>
    </dgm:pt>
    <dgm:pt modelId="{6E493D1B-906C-402B-ABEA-46ADEA1B5B57}" type="pres">
      <dgm:prSet presAssocID="{53A09C44-6B5D-4442-A354-4DE9194335F8}" presName="circleA" presStyleLbl="node1" presStyleIdx="2" presStyleCnt="3"/>
      <dgm:spPr/>
    </dgm:pt>
    <dgm:pt modelId="{96F46430-5C2B-4E0E-861B-12BDC1075676}" type="pres">
      <dgm:prSet presAssocID="{53A09C44-6B5D-4442-A354-4DE9194335F8}" presName="spaceA" presStyleCnt="0"/>
      <dgm:spPr/>
    </dgm:pt>
  </dgm:ptLst>
  <dgm:cxnLst>
    <dgm:cxn modelId="{F621521E-8612-49A8-87AE-4E1C9DF67BF6}" type="presOf" srcId="{B3A8A0EE-A98C-46BD-8D48-0A5F7F9BB904}" destId="{F76AA589-DEAD-492E-8116-92F109B3AB8B}" srcOrd="0" destOrd="0" presId="urn:microsoft.com/office/officeart/2005/8/layout/hProcess11"/>
    <dgm:cxn modelId="{F13F4739-FD29-4BD4-A822-117B7FFB0DC1}" type="presOf" srcId="{7B0811CD-AD31-46FE-ABCB-B7C0356B892B}" destId="{420FE2BF-E7DD-4BDF-B083-EB4E3CE0A399}" srcOrd="0" destOrd="0" presId="urn:microsoft.com/office/officeart/2005/8/layout/hProcess11"/>
    <dgm:cxn modelId="{6D66445B-D85D-44E4-8465-FF9EAF1901E2}" srcId="{B3A8A0EE-A98C-46BD-8D48-0A5F7F9BB904}" destId="{7B0811CD-AD31-46FE-ABCB-B7C0356B892B}" srcOrd="1" destOrd="0" parTransId="{8B0BC141-66AD-4672-B11A-C56422AC72C7}" sibTransId="{51C378E6-54C9-4C37-BEDF-6FCDD24C25CD}"/>
    <dgm:cxn modelId="{FDCA8364-EA06-4611-AC59-701406655A7B}" type="presOf" srcId="{53A09C44-6B5D-4442-A354-4DE9194335F8}" destId="{C7425A26-DF8A-484D-86E6-5976C2841198}" srcOrd="0" destOrd="0" presId="urn:microsoft.com/office/officeart/2005/8/layout/hProcess11"/>
    <dgm:cxn modelId="{87BA56A7-361F-441D-ABB9-C43067453F09}" type="presOf" srcId="{E9AC3905-4AF6-49AA-A430-096B4644CB11}" destId="{132DC642-2F17-4C1E-8913-6395E6711857}" srcOrd="0" destOrd="0" presId="urn:microsoft.com/office/officeart/2005/8/layout/hProcess11"/>
    <dgm:cxn modelId="{883E75C0-382B-49F6-BCAD-2B0420D53796}" srcId="{B3A8A0EE-A98C-46BD-8D48-0A5F7F9BB904}" destId="{E9AC3905-4AF6-49AA-A430-096B4644CB11}" srcOrd="0" destOrd="0" parTransId="{1A480D9E-F972-4E0A-9DA5-74CA7E157E56}" sibTransId="{1E46E34C-36E9-4E43-8D87-BC9836D6CF59}"/>
    <dgm:cxn modelId="{464704C3-8D74-4E9B-82A0-0C1313BF6B01}" srcId="{B3A8A0EE-A98C-46BD-8D48-0A5F7F9BB904}" destId="{53A09C44-6B5D-4442-A354-4DE9194335F8}" srcOrd="2" destOrd="0" parTransId="{6D9F2C9A-362E-4250-825D-446DFDEFFAE7}" sibTransId="{47585EBD-7A59-444C-ACD0-2772B075631C}"/>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EB378931-F20D-4816-9C89-3D93C0E6394E}" type="presParOf" srcId="{F28D9683-94BD-4142-B05C-A4672ABDFB10}" destId="{78D76103-2EAF-40F8-B5EE-A89881D7D67B}" srcOrd="0" destOrd="0" presId="urn:microsoft.com/office/officeart/2005/8/layout/hProcess11"/>
    <dgm:cxn modelId="{D9389BAD-7286-4A1C-B29B-27AD492F5C43}" type="presParOf" srcId="{78D76103-2EAF-40F8-B5EE-A89881D7D67B}" destId="{132DC642-2F17-4C1E-8913-6395E6711857}" srcOrd="0" destOrd="0" presId="urn:microsoft.com/office/officeart/2005/8/layout/hProcess11"/>
    <dgm:cxn modelId="{BB15FCED-3F9B-4551-8DAA-BB77C9921238}" type="presParOf" srcId="{78D76103-2EAF-40F8-B5EE-A89881D7D67B}" destId="{19C1414F-4A4C-445B-8EC1-7B156487BF66}" srcOrd="1" destOrd="0" presId="urn:microsoft.com/office/officeart/2005/8/layout/hProcess11"/>
    <dgm:cxn modelId="{BC026C32-F999-4977-B589-D2A802B27196}" type="presParOf" srcId="{78D76103-2EAF-40F8-B5EE-A89881D7D67B}" destId="{6F813E1E-9340-4987-8878-96A62057EA6D}" srcOrd="2" destOrd="0" presId="urn:microsoft.com/office/officeart/2005/8/layout/hProcess11"/>
    <dgm:cxn modelId="{3CCACA39-A847-451A-862B-58C2A55F33A3}" type="presParOf" srcId="{F28D9683-94BD-4142-B05C-A4672ABDFB10}" destId="{289B4799-8780-4B2A-8926-9FCAC7C5A9E5}" srcOrd="1" destOrd="0" presId="urn:microsoft.com/office/officeart/2005/8/layout/hProcess11"/>
    <dgm:cxn modelId="{0AEE2C23-0944-4078-8AD7-4413C2F3CF96}" type="presParOf" srcId="{F28D9683-94BD-4142-B05C-A4672ABDFB10}" destId="{F5834227-5E9B-4F13-9350-4F8F9E8C3837}" srcOrd="2" destOrd="0" presId="urn:microsoft.com/office/officeart/2005/8/layout/hProcess11"/>
    <dgm:cxn modelId="{0BDE1583-5EFD-40A4-87F4-F8896A69A58C}" type="presParOf" srcId="{F5834227-5E9B-4F13-9350-4F8F9E8C3837}" destId="{420FE2BF-E7DD-4BDF-B083-EB4E3CE0A399}" srcOrd="0" destOrd="0" presId="urn:microsoft.com/office/officeart/2005/8/layout/hProcess11"/>
    <dgm:cxn modelId="{91A91DE3-BBA8-4D17-B847-2912019439C4}" type="presParOf" srcId="{F5834227-5E9B-4F13-9350-4F8F9E8C3837}" destId="{57741143-C896-4088-98A8-9C37125C3639}" srcOrd="1" destOrd="0" presId="urn:microsoft.com/office/officeart/2005/8/layout/hProcess11"/>
    <dgm:cxn modelId="{1061FB6B-9B28-48C1-AE77-ECB88C333202}" type="presParOf" srcId="{F5834227-5E9B-4F13-9350-4F8F9E8C3837}" destId="{288ED5A7-2770-4A0B-BD5C-C32E856808B4}" srcOrd="2" destOrd="0" presId="urn:microsoft.com/office/officeart/2005/8/layout/hProcess11"/>
    <dgm:cxn modelId="{3EEF860B-2EA6-4909-A9A7-E3D37230DFBA}" type="presParOf" srcId="{F28D9683-94BD-4142-B05C-A4672ABDFB10}" destId="{F0FA994A-C987-4870-B086-45F14B275AF7}" srcOrd="3" destOrd="0" presId="urn:microsoft.com/office/officeart/2005/8/layout/hProcess11"/>
    <dgm:cxn modelId="{C7D4BC3C-C44E-48B8-AB24-99E583A7A6EE}" type="presParOf" srcId="{F28D9683-94BD-4142-B05C-A4672ABDFB10}" destId="{AC7AA805-CB61-4E8A-B1DF-ED3BB2C7541B}" srcOrd="4" destOrd="0" presId="urn:microsoft.com/office/officeart/2005/8/layout/hProcess11"/>
    <dgm:cxn modelId="{0100FEB4-46D6-4FE1-BA10-854223495AA0}" type="presParOf" srcId="{AC7AA805-CB61-4E8A-B1DF-ED3BB2C7541B}" destId="{C7425A26-DF8A-484D-86E6-5976C2841198}" srcOrd="0" destOrd="0" presId="urn:microsoft.com/office/officeart/2005/8/layout/hProcess11"/>
    <dgm:cxn modelId="{979C8D97-B165-4161-B23F-23AF4235D743}" type="presParOf" srcId="{AC7AA805-CB61-4E8A-B1DF-ED3BB2C7541B}" destId="{6E493D1B-906C-402B-ABEA-46ADEA1B5B57}" srcOrd="1" destOrd="0" presId="urn:microsoft.com/office/officeart/2005/8/layout/hProcess11"/>
    <dgm:cxn modelId="{2D4F25B5-A9C8-4DFA-9B2C-D52F3E84421E}" type="presParOf" srcId="{AC7AA805-CB61-4E8A-B1DF-ED3BB2C7541B}" destId="{96F46430-5C2B-4E0E-861B-12BDC1075676}"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3A8A0EE-A98C-46BD-8D48-0A5F7F9BB904}" type="doc">
      <dgm:prSet loTypeId="urn:microsoft.com/office/officeart/2005/8/layout/hProcess11" loCatId="process" qsTypeId="urn:microsoft.com/office/officeart/2005/8/quickstyle/simple1" qsCatId="simple" csTypeId="urn:microsoft.com/office/officeart/2005/8/colors/accent2_4" csCatId="accent2" phldr="1"/>
      <dgm:spPr/>
    </dgm:pt>
    <dgm:pt modelId="{7B0811CD-AD31-46FE-ABCB-B7C0356B892B}">
      <dgm:prSet phldrT="[テキスト]" custT="1"/>
      <dgm:spPr/>
      <dgm:t>
        <a:bodyPr/>
        <a:lstStyle/>
        <a:p>
          <a:r>
            <a:rPr kumimoji="1" lang="ja-JP" altLang="en-US" sz="2400" dirty="0">
              <a:solidFill>
                <a:schemeClr val="bg2"/>
              </a:solidFill>
            </a:rPr>
            <a:t>施設予約時料金表示</a:t>
          </a:r>
          <a:br>
            <a:rPr kumimoji="1" lang="en-US" altLang="ja-JP" sz="2400" dirty="0">
              <a:solidFill>
                <a:schemeClr val="bg2"/>
              </a:solidFill>
            </a:rPr>
          </a:br>
          <a:r>
            <a:rPr kumimoji="1" lang="ja-JP" altLang="en-US" sz="2400" dirty="0">
              <a:solidFill>
                <a:schemeClr val="bg2"/>
              </a:solidFill>
            </a:rPr>
            <a:t>（利用者）</a:t>
          </a:r>
        </a:p>
      </dgm:t>
    </dgm:pt>
    <dgm:pt modelId="{8B0BC141-66AD-4672-B11A-C56422AC72C7}" type="parTrans" cxnId="{6D66445B-D85D-44E4-8465-FF9EAF1901E2}">
      <dgm:prSet/>
      <dgm:spPr/>
      <dgm:t>
        <a:bodyPr/>
        <a:lstStyle/>
        <a:p>
          <a:endParaRPr kumimoji="1" lang="ja-JP" altLang="en-US"/>
        </a:p>
      </dgm:t>
    </dgm:pt>
    <dgm:pt modelId="{51C378E6-54C9-4C37-BEDF-6FCDD24C25CD}" type="sibTrans" cxnId="{6D66445B-D85D-44E4-8465-FF9EAF1901E2}">
      <dgm:prSet/>
      <dgm:spPr/>
      <dgm:t>
        <a:bodyPr/>
        <a:lstStyle/>
        <a:p>
          <a:endParaRPr kumimoji="1" lang="ja-JP" altLang="en-US"/>
        </a:p>
      </dgm:t>
    </dgm:pt>
    <dgm:pt modelId="{53A09C44-6B5D-4442-A354-4DE9194335F8}">
      <dgm:prSet phldrT="[テキスト]" custT="1"/>
      <dgm:spPr/>
      <dgm:t>
        <a:bodyPr/>
        <a:lstStyle/>
        <a:p>
          <a:r>
            <a:rPr kumimoji="1" lang="ja-JP" altLang="en-US" sz="2400" dirty="0">
              <a:solidFill>
                <a:schemeClr val="tx1"/>
              </a:solidFill>
            </a:rPr>
            <a:t>料金合計確認画面</a:t>
          </a:r>
          <a:br>
            <a:rPr kumimoji="1" lang="en-US" altLang="ja-JP" sz="2400" dirty="0">
              <a:solidFill>
                <a:schemeClr val="tx1"/>
              </a:solidFill>
            </a:rPr>
          </a:br>
          <a:r>
            <a:rPr kumimoji="1" lang="ja-JP" altLang="en-US" sz="2400" dirty="0">
              <a:solidFill>
                <a:schemeClr val="tx1"/>
              </a:solidFill>
            </a:rPr>
            <a:t>（利用者）</a:t>
          </a:r>
          <a:endParaRPr kumimoji="1" lang="en-US" altLang="ja-JP" sz="2400" dirty="0">
            <a:solidFill>
              <a:schemeClr val="tx1"/>
            </a:solidFill>
          </a:endParaRPr>
        </a:p>
      </dgm:t>
    </dgm:pt>
    <dgm:pt modelId="{47585EBD-7A59-444C-ACD0-2772B075631C}" type="sibTrans" cxnId="{464704C3-8D74-4E9B-82A0-0C1313BF6B01}">
      <dgm:prSet/>
      <dgm:spPr/>
      <dgm:t>
        <a:bodyPr/>
        <a:lstStyle/>
        <a:p>
          <a:endParaRPr kumimoji="1" lang="ja-JP" altLang="en-US"/>
        </a:p>
      </dgm:t>
    </dgm:pt>
    <dgm:pt modelId="{6D9F2C9A-362E-4250-825D-446DFDEFFAE7}" type="parTrans" cxnId="{464704C3-8D74-4E9B-82A0-0C1313BF6B01}">
      <dgm:prSet/>
      <dgm:spPr/>
      <dgm:t>
        <a:bodyPr/>
        <a:lstStyle/>
        <a:p>
          <a:endParaRPr kumimoji="1" lang="ja-JP" altLang="en-US"/>
        </a:p>
      </dgm:t>
    </dgm:pt>
    <dgm:pt modelId="{E9AC3905-4AF6-49AA-A430-096B4644CB11}">
      <dgm:prSet custT="1"/>
      <dgm:spPr/>
      <dgm:t>
        <a:bodyPr/>
        <a:lstStyle/>
        <a:p>
          <a:r>
            <a:rPr kumimoji="1" lang="ja-JP" altLang="en-US" sz="2400" dirty="0">
              <a:solidFill>
                <a:schemeClr val="bg2"/>
              </a:solidFill>
            </a:rPr>
            <a:t>料金設定画面</a:t>
          </a:r>
        </a:p>
      </dgm:t>
    </dgm:pt>
    <dgm:pt modelId="{1A480D9E-F972-4E0A-9DA5-74CA7E157E56}" type="parTrans" cxnId="{883E75C0-382B-49F6-BCAD-2B0420D53796}">
      <dgm:prSet/>
      <dgm:spPr/>
      <dgm:t>
        <a:bodyPr/>
        <a:lstStyle/>
        <a:p>
          <a:endParaRPr kumimoji="1" lang="ja-JP" altLang="en-US"/>
        </a:p>
      </dgm:t>
    </dgm:pt>
    <dgm:pt modelId="{1E46E34C-36E9-4E43-8D87-BC9836D6CF59}" type="sibTrans" cxnId="{883E75C0-382B-49F6-BCAD-2B0420D53796}">
      <dgm:prSet/>
      <dgm:spPr/>
      <dgm:t>
        <a:bodyPr/>
        <a:lstStyle/>
        <a:p>
          <a:endParaRPr kumimoji="1" lang="ja-JP" altLang="en-US"/>
        </a:p>
      </dgm:t>
    </dgm:pt>
    <dgm:pt modelId="{F76AA589-DEAD-492E-8116-92F109B3AB8B}" type="pres">
      <dgm:prSet presAssocID="{B3A8A0EE-A98C-46BD-8D48-0A5F7F9BB904}" presName="Name0" presStyleCnt="0">
        <dgm:presLayoutVars>
          <dgm:dir/>
          <dgm:resizeHandles val="exact"/>
        </dgm:presLayoutVars>
      </dgm:prSet>
      <dgm:spPr/>
    </dgm:pt>
    <dgm:pt modelId="{2BCF4D20-DBE4-4BE1-8CA0-9317F36B8CFA}" type="pres">
      <dgm:prSet presAssocID="{B3A8A0EE-A98C-46BD-8D48-0A5F7F9BB904}" presName="arrow" presStyleLbl="bgShp" presStyleIdx="0" presStyleCnt="1"/>
      <dgm:spPr/>
    </dgm:pt>
    <dgm:pt modelId="{F28D9683-94BD-4142-B05C-A4672ABDFB10}" type="pres">
      <dgm:prSet presAssocID="{B3A8A0EE-A98C-46BD-8D48-0A5F7F9BB904}" presName="points" presStyleCnt="0"/>
      <dgm:spPr/>
    </dgm:pt>
    <dgm:pt modelId="{78D76103-2EAF-40F8-B5EE-A89881D7D67B}" type="pres">
      <dgm:prSet presAssocID="{E9AC3905-4AF6-49AA-A430-096B4644CB11}" presName="compositeA" presStyleCnt="0"/>
      <dgm:spPr/>
    </dgm:pt>
    <dgm:pt modelId="{132DC642-2F17-4C1E-8913-6395E6711857}" type="pres">
      <dgm:prSet presAssocID="{E9AC3905-4AF6-49AA-A430-096B4644CB11}" presName="textA" presStyleLbl="revTx" presStyleIdx="0" presStyleCnt="3">
        <dgm:presLayoutVars>
          <dgm:bulletEnabled val="1"/>
        </dgm:presLayoutVars>
      </dgm:prSet>
      <dgm:spPr/>
    </dgm:pt>
    <dgm:pt modelId="{19C1414F-4A4C-445B-8EC1-7B156487BF66}" type="pres">
      <dgm:prSet presAssocID="{E9AC3905-4AF6-49AA-A430-096B4644CB11}" presName="circleA" presStyleLbl="node1" presStyleIdx="0" presStyleCnt="3"/>
      <dgm:spPr/>
    </dgm:pt>
    <dgm:pt modelId="{6F813E1E-9340-4987-8878-96A62057EA6D}" type="pres">
      <dgm:prSet presAssocID="{E9AC3905-4AF6-49AA-A430-096B4644CB11}" presName="spaceA" presStyleCnt="0"/>
      <dgm:spPr/>
    </dgm:pt>
    <dgm:pt modelId="{289B4799-8780-4B2A-8926-9FCAC7C5A9E5}" type="pres">
      <dgm:prSet presAssocID="{1E46E34C-36E9-4E43-8D87-BC9836D6CF59}" presName="space" presStyleCnt="0"/>
      <dgm:spPr/>
    </dgm:pt>
    <dgm:pt modelId="{F5834227-5E9B-4F13-9350-4F8F9E8C3837}" type="pres">
      <dgm:prSet presAssocID="{7B0811CD-AD31-46FE-ABCB-B7C0356B892B}" presName="compositeB" presStyleCnt="0"/>
      <dgm:spPr/>
    </dgm:pt>
    <dgm:pt modelId="{420FE2BF-E7DD-4BDF-B083-EB4E3CE0A399}" type="pres">
      <dgm:prSet presAssocID="{7B0811CD-AD31-46FE-ABCB-B7C0356B892B}" presName="textB" presStyleLbl="revTx" presStyleIdx="1" presStyleCnt="3" custScaleX="118093">
        <dgm:presLayoutVars>
          <dgm:bulletEnabled val="1"/>
        </dgm:presLayoutVars>
      </dgm:prSet>
      <dgm:spPr/>
    </dgm:pt>
    <dgm:pt modelId="{57741143-C896-4088-98A8-9C37125C3639}" type="pres">
      <dgm:prSet presAssocID="{7B0811CD-AD31-46FE-ABCB-B7C0356B892B}" presName="circleB" presStyleLbl="node1" presStyleIdx="1" presStyleCnt="3"/>
      <dgm:spPr/>
    </dgm:pt>
    <dgm:pt modelId="{288ED5A7-2770-4A0B-BD5C-C32E856808B4}" type="pres">
      <dgm:prSet presAssocID="{7B0811CD-AD31-46FE-ABCB-B7C0356B892B}" presName="spaceB" presStyleCnt="0"/>
      <dgm:spPr/>
    </dgm:pt>
    <dgm:pt modelId="{F0FA994A-C987-4870-B086-45F14B275AF7}" type="pres">
      <dgm:prSet presAssocID="{51C378E6-54C9-4C37-BEDF-6FCDD24C25CD}" presName="space" presStyleCnt="0"/>
      <dgm:spPr/>
    </dgm:pt>
    <dgm:pt modelId="{AC7AA805-CB61-4E8A-B1DF-ED3BB2C7541B}" type="pres">
      <dgm:prSet presAssocID="{53A09C44-6B5D-4442-A354-4DE9194335F8}" presName="compositeA" presStyleCnt="0"/>
      <dgm:spPr/>
    </dgm:pt>
    <dgm:pt modelId="{C7425A26-DF8A-484D-86E6-5976C2841198}" type="pres">
      <dgm:prSet presAssocID="{53A09C44-6B5D-4442-A354-4DE9194335F8}" presName="textA" presStyleLbl="revTx" presStyleIdx="2" presStyleCnt="3">
        <dgm:presLayoutVars>
          <dgm:bulletEnabled val="1"/>
        </dgm:presLayoutVars>
      </dgm:prSet>
      <dgm:spPr/>
    </dgm:pt>
    <dgm:pt modelId="{6E493D1B-906C-402B-ABEA-46ADEA1B5B57}" type="pres">
      <dgm:prSet presAssocID="{53A09C44-6B5D-4442-A354-4DE9194335F8}" presName="circleA" presStyleLbl="node1" presStyleIdx="2" presStyleCnt="3"/>
      <dgm:spPr/>
    </dgm:pt>
    <dgm:pt modelId="{96F46430-5C2B-4E0E-861B-12BDC1075676}" type="pres">
      <dgm:prSet presAssocID="{53A09C44-6B5D-4442-A354-4DE9194335F8}" presName="spaceA" presStyleCnt="0"/>
      <dgm:spPr/>
    </dgm:pt>
  </dgm:ptLst>
  <dgm:cxnLst>
    <dgm:cxn modelId="{F621521E-8612-49A8-87AE-4E1C9DF67BF6}" type="presOf" srcId="{B3A8A0EE-A98C-46BD-8D48-0A5F7F9BB904}" destId="{F76AA589-DEAD-492E-8116-92F109B3AB8B}" srcOrd="0" destOrd="0" presId="urn:microsoft.com/office/officeart/2005/8/layout/hProcess11"/>
    <dgm:cxn modelId="{F13F4739-FD29-4BD4-A822-117B7FFB0DC1}" type="presOf" srcId="{7B0811CD-AD31-46FE-ABCB-B7C0356B892B}" destId="{420FE2BF-E7DD-4BDF-B083-EB4E3CE0A399}" srcOrd="0" destOrd="0" presId="urn:microsoft.com/office/officeart/2005/8/layout/hProcess11"/>
    <dgm:cxn modelId="{6D66445B-D85D-44E4-8465-FF9EAF1901E2}" srcId="{B3A8A0EE-A98C-46BD-8D48-0A5F7F9BB904}" destId="{7B0811CD-AD31-46FE-ABCB-B7C0356B892B}" srcOrd="1" destOrd="0" parTransId="{8B0BC141-66AD-4672-B11A-C56422AC72C7}" sibTransId="{51C378E6-54C9-4C37-BEDF-6FCDD24C25CD}"/>
    <dgm:cxn modelId="{FDCA8364-EA06-4611-AC59-701406655A7B}" type="presOf" srcId="{53A09C44-6B5D-4442-A354-4DE9194335F8}" destId="{C7425A26-DF8A-484D-86E6-5976C2841198}" srcOrd="0" destOrd="0" presId="urn:microsoft.com/office/officeart/2005/8/layout/hProcess11"/>
    <dgm:cxn modelId="{87BA56A7-361F-441D-ABB9-C43067453F09}" type="presOf" srcId="{E9AC3905-4AF6-49AA-A430-096B4644CB11}" destId="{132DC642-2F17-4C1E-8913-6395E6711857}" srcOrd="0" destOrd="0" presId="urn:microsoft.com/office/officeart/2005/8/layout/hProcess11"/>
    <dgm:cxn modelId="{883E75C0-382B-49F6-BCAD-2B0420D53796}" srcId="{B3A8A0EE-A98C-46BD-8D48-0A5F7F9BB904}" destId="{E9AC3905-4AF6-49AA-A430-096B4644CB11}" srcOrd="0" destOrd="0" parTransId="{1A480D9E-F972-4E0A-9DA5-74CA7E157E56}" sibTransId="{1E46E34C-36E9-4E43-8D87-BC9836D6CF59}"/>
    <dgm:cxn modelId="{464704C3-8D74-4E9B-82A0-0C1313BF6B01}" srcId="{B3A8A0EE-A98C-46BD-8D48-0A5F7F9BB904}" destId="{53A09C44-6B5D-4442-A354-4DE9194335F8}" srcOrd="2" destOrd="0" parTransId="{6D9F2C9A-362E-4250-825D-446DFDEFFAE7}" sibTransId="{47585EBD-7A59-444C-ACD0-2772B075631C}"/>
    <dgm:cxn modelId="{BFF6DADC-81FA-4535-B33E-B64E26A1CEEF}" type="presParOf" srcId="{F76AA589-DEAD-492E-8116-92F109B3AB8B}" destId="{2BCF4D20-DBE4-4BE1-8CA0-9317F36B8CFA}" srcOrd="0" destOrd="0" presId="urn:microsoft.com/office/officeart/2005/8/layout/hProcess11"/>
    <dgm:cxn modelId="{1F9590C3-7E5F-4268-85AC-504358831DD6}" type="presParOf" srcId="{F76AA589-DEAD-492E-8116-92F109B3AB8B}" destId="{F28D9683-94BD-4142-B05C-A4672ABDFB10}" srcOrd="1" destOrd="0" presId="urn:microsoft.com/office/officeart/2005/8/layout/hProcess11"/>
    <dgm:cxn modelId="{EB378931-F20D-4816-9C89-3D93C0E6394E}" type="presParOf" srcId="{F28D9683-94BD-4142-B05C-A4672ABDFB10}" destId="{78D76103-2EAF-40F8-B5EE-A89881D7D67B}" srcOrd="0" destOrd="0" presId="urn:microsoft.com/office/officeart/2005/8/layout/hProcess11"/>
    <dgm:cxn modelId="{D9389BAD-7286-4A1C-B29B-27AD492F5C43}" type="presParOf" srcId="{78D76103-2EAF-40F8-B5EE-A89881D7D67B}" destId="{132DC642-2F17-4C1E-8913-6395E6711857}" srcOrd="0" destOrd="0" presId="urn:microsoft.com/office/officeart/2005/8/layout/hProcess11"/>
    <dgm:cxn modelId="{BB15FCED-3F9B-4551-8DAA-BB77C9921238}" type="presParOf" srcId="{78D76103-2EAF-40F8-B5EE-A89881D7D67B}" destId="{19C1414F-4A4C-445B-8EC1-7B156487BF66}" srcOrd="1" destOrd="0" presId="urn:microsoft.com/office/officeart/2005/8/layout/hProcess11"/>
    <dgm:cxn modelId="{BC026C32-F999-4977-B589-D2A802B27196}" type="presParOf" srcId="{78D76103-2EAF-40F8-B5EE-A89881D7D67B}" destId="{6F813E1E-9340-4987-8878-96A62057EA6D}" srcOrd="2" destOrd="0" presId="urn:microsoft.com/office/officeart/2005/8/layout/hProcess11"/>
    <dgm:cxn modelId="{3CCACA39-A847-451A-862B-58C2A55F33A3}" type="presParOf" srcId="{F28D9683-94BD-4142-B05C-A4672ABDFB10}" destId="{289B4799-8780-4B2A-8926-9FCAC7C5A9E5}" srcOrd="1" destOrd="0" presId="urn:microsoft.com/office/officeart/2005/8/layout/hProcess11"/>
    <dgm:cxn modelId="{0AEE2C23-0944-4078-8AD7-4413C2F3CF96}" type="presParOf" srcId="{F28D9683-94BD-4142-B05C-A4672ABDFB10}" destId="{F5834227-5E9B-4F13-9350-4F8F9E8C3837}" srcOrd="2" destOrd="0" presId="urn:microsoft.com/office/officeart/2005/8/layout/hProcess11"/>
    <dgm:cxn modelId="{0BDE1583-5EFD-40A4-87F4-F8896A69A58C}" type="presParOf" srcId="{F5834227-5E9B-4F13-9350-4F8F9E8C3837}" destId="{420FE2BF-E7DD-4BDF-B083-EB4E3CE0A399}" srcOrd="0" destOrd="0" presId="urn:microsoft.com/office/officeart/2005/8/layout/hProcess11"/>
    <dgm:cxn modelId="{91A91DE3-BBA8-4D17-B847-2912019439C4}" type="presParOf" srcId="{F5834227-5E9B-4F13-9350-4F8F9E8C3837}" destId="{57741143-C896-4088-98A8-9C37125C3639}" srcOrd="1" destOrd="0" presId="urn:microsoft.com/office/officeart/2005/8/layout/hProcess11"/>
    <dgm:cxn modelId="{1061FB6B-9B28-48C1-AE77-ECB88C333202}" type="presParOf" srcId="{F5834227-5E9B-4F13-9350-4F8F9E8C3837}" destId="{288ED5A7-2770-4A0B-BD5C-C32E856808B4}" srcOrd="2" destOrd="0" presId="urn:microsoft.com/office/officeart/2005/8/layout/hProcess11"/>
    <dgm:cxn modelId="{3EEF860B-2EA6-4909-A9A7-E3D37230DFBA}" type="presParOf" srcId="{F28D9683-94BD-4142-B05C-A4672ABDFB10}" destId="{F0FA994A-C987-4870-B086-45F14B275AF7}" srcOrd="3" destOrd="0" presId="urn:microsoft.com/office/officeart/2005/8/layout/hProcess11"/>
    <dgm:cxn modelId="{C7D4BC3C-C44E-48B8-AB24-99E583A7A6EE}" type="presParOf" srcId="{F28D9683-94BD-4142-B05C-A4672ABDFB10}" destId="{AC7AA805-CB61-4E8A-B1DF-ED3BB2C7541B}" srcOrd="4" destOrd="0" presId="urn:microsoft.com/office/officeart/2005/8/layout/hProcess11"/>
    <dgm:cxn modelId="{0100FEB4-46D6-4FE1-BA10-854223495AA0}" type="presParOf" srcId="{AC7AA805-CB61-4E8A-B1DF-ED3BB2C7541B}" destId="{C7425A26-DF8A-484D-86E6-5976C2841198}" srcOrd="0" destOrd="0" presId="urn:microsoft.com/office/officeart/2005/8/layout/hProcess11"/>
    <dgm:cxn modelId="{979C8D97-B165-4161-B23F-23AF4235D743}" type="presParOf" srcId="{AC7AA805-CB61-4E8A-B1DF-ED3BB2C7541B}" destId="{6E493D1B-906C-402B-ABEA-46ADEA1B5B57}" srcOrd="1" destOrd="0" presId="urn:microsoft.com/office/officeart/2005/8/layout/hProcess11"/>
    <dgm:cxn modelId="{2D4F25B5-A9C8-4DFA-9B2C-D52F3E84421E}" type="presParOf" srcId="{AC7AA805-CB61-4E8A-B1DF-ED3BB2C7541B}" destId="{96F46430-5C2B-4E0E-861B-12BDC1075676}"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5DBA0D8-B5A7-4B80-AD51-3CA7533BC5BB}" type="doc">
      <dgm:prSet loTypeId="urn:microsoft.com/office/officeart/2008/layout/VerticalCurvedList" loCatId="list" qsTypeId="urn:microsoft.com/office/officeart/2005/8/quickstyle/simple1" qsCatId="simple" csTypeId="urn:microsoft.com/office/officeart/2005/8/colors/colorful2" csCatId="colorful" phldr="1"/>
      <dgm:spPr/>
      <dgm:t>
        <a:bodyPr/>
        <a:lstStyle/>
        <a:p>
          <a:endParaRPr kumimoji="1" lang="ja-JP" altLang="en-US"/>
        </a:p>
      </dgm:t>
    </dgm:pt>
    <dgm:pt modelId="{DE1B5CFE-99B2-40FE-8CEE-1E8534C87F85}">
      <dgm:prSet phldrT="[テキスト]"/>
      <dgm:spPr/>
      <dgm:t>
        <a:bodyPr/>
        <a:lstStyle/>
        <a:p>
          <a:r>
            <a:rPr kumimoji="1" lang="ja-JP" altLang="en-US" b="1" dirty="0"/>
            <a:t>デジタルサイネージによる視認性の向上</a:t>
          </a:r>
        </a:p>
      </dgm:t>
    </dgm:pt>
    <dgm:pt modelId="{65995438-DF3F-42D8-8096-62BF985A20CD}" type="parTrans" cxnId="{53E5DE3E-9863-4A87-ADC3-96B47EC2590A}">
      <dgm:prSet/>
      <dgm:spPr/>
      <dgm:t>
        <a:bodyPr/>
        <a:lstStyle/>
        <a:p>
          <a:endParaRPr kumimoji="1" lang="ja-JP" altLang="en-US"/>
        </a:p>
      </dgm:t>
    </dgm:pt>
    <dgm:pt modelId="{13C1AF90-BC3E-4C92-9422-835E199A023F}" type="sibTrans" cxnId="{53E5DE3E-9863-4A87-ADC3-96B47EC2590A}">
      <dgm:prSet/>
      <dgm:spPr/>
      <dgm:t>
        <a:bodyPr/>
        <a:lstStyle/>
        <a:p>
          <a:endParaRPr kumimoji="1" lang="ja-JP" altLang="en-US"/>
        </a:p>
      </dgm:t>
    </dgm:pt>
    <dgm:pt modelId="{8C3F8E8F-03FA-4F35-B4EF-E30EAD71B6DD}">
      <dgm:prSet phldrT="[テキスト]"/>
      <dgm:spPr/>
      <dgm:t>
        <a:bodyPr/>
        <a:lstStyle/>
        <a:p>
          <a:r>
            <a:rPr kumimoji="1" lang="ja-JP" altLang="en-US" b="1" dirty="0"/>
            <a:t>カスタマイズによる機能の拡張性</a:t>
          </a:r>
        </a:p>
      </dgm:t>
    </dgm:pt>
    <dgm:pt modelId="{7965EBA6-B1A2-44A3-8F73-28864195BAAD}" type="parTrans" cxnId="{004016A1-7274-4B7F-B8C2-FC77F1D1E4B1}">
      <dgm:prSet/>
      <dgm:spPr/>
      <dgm:t>
        <a:bodyPr/>
        <a:lstStyle/>
        <a:p>
          <a:endParaRPr kumimoji="1" lang="ja-JP" altLang="en-US"/>
        </a:p>
      </dgm:t>
    </dgm:pt>
    <dgm:pt modelId="{8BBA87E3-D9F0-46A8-8921-4501D9BCE259}" type="sibTrans" cxnId="{004016A1-7274-4B7F-B8C2-FC77F1D1E4B1}">
      <dgm:prSet/>
      <dgm:spPr/>
      <dgm:t>
        <a:bodyPr/>
        <a:lstStyle/>
        <a:p>
          <a:endParaRPr kumimoji="1" lang="ja-JP" altLang="en-US"/>
        </a:p>
      </dgm:t>
    </dgm:pt>
    <dgm:pt modelId="{4492F9CC-0F34-4097-AF66-274790E45820}">
      <dgm:prSet phldrT="[テキスト]"/>
      <dgm:spPr/>
      <dgm:t>
        <a:bodyPr/>
        <a:lstStyle/>
        <a:p>
          <a:r>
            <a:rPr kumimoji="1" lang="ja-JP" altLang="en-US" b="1" dirty="0"/>
            <a:t>システム導入者側のコスト幅の調整</a:t>
          </a:r>
        </a:p>
      </dgm:t>
    </dgm:pt>
    <dgm:pt modelId="{20BC522E-915E-425E-A8AE-FB8EEED6332C}" type="parTrans" cxnId="{EB8EC05A-7678-4FE1-8590-41B6552E619D}">
      <dgm:prSet/>
      <dgm:spPr/>
      <dgm:t>
        <a:bodyPr/>
        <a:lstStyle/>
        <a:p>
          <a:endParaRPr kumimoji="1" lang="ja-JP" altLang="en-US"/>
        </a:p>
      </dgm:t>
    </dgm:pt>
    <dgm:pt modelId="{D2670E5A-08A1-473F-89B1-26C7F44FCD94}" type="sibTrans" cxnId="{EB8EC05A-7678-4FE1-8590-41B6552E619D}">
      <dgm:prSet/>
      <dgm:spPr/>
      <dgm:t>
        <a:bodyPr/>
        <a:lstStyle/>
        <a:p>
          <a:endParaRPr kumimoji="1" lang="ja-JP" altLang="en-US"/>
        </a:p>
      </dgm:t>
    </dgm:pt>
    <dgm:pt modelId="{499C8E91-949F-41C0-8B61-0A55EC12A29B}" type="pres">
      <dgm:prSet presAssocID="{25DBA0D8-B5A7-4B80-AD51-3CA7533BC5BB}" presName="Name0" presStyleCnt="0">
        <dgm:presLayoutVars>
          <dgm:chMax val="7"/>
          <dgm:chPref val="7"/>
          <dgm:dir/>
        </dgm:presLayoutVars>
      </dgm:prSet>
      <dgm:spPr/>
    </dgm:pt>
    <dgm:pt modelId="{2B0F2D25-2340-4E7B-8B96-875355836B8F}" type="pres">
      <dgm:prSet presAssocID="{25DBA0D8-B5A7-4B80-AD51-3CA7533BC5BB}" presName="Name1" presStyleCnt="0"/>
      <dgm:spPr/>
    </dgm:pt>
    <dgm:pt modelId="{CB6F5987-5337-41B7-BD43-FA065BB0F936}" type="pres">
      <dgm:prSet presAssocID="{25DBA0D8-B5A7-4B80-AD51-3CA7533BC5BB}" presName="cycle" presStyleCnt="0"/>
      <dgm:spPr/>
    </dgm:pt>
    <dgm:pt modelId="{F389CC97-55E4-4BD5-9466-57B9C33D3770}" type="pres">
      <dgm:prSet presAssocID="{25DBA0D8-B5A7-4B80-AD51-3CA7533BC5BB}" presName="srcNode" presStyleLbl="node1" presStyleIdx="0" presStyleCnt="3"/>
      <dgm:spPr/>
    </dgm:pt>
    <dgm:pt modelId="{7894BBA7-D7FF-4209-AF75-F3AC7EE49331}" type="pres">
      <dgm:prSet presAssocID="{25DBA0D8-B5A7-4B80-AD51-3CA7533BC5BB}" presName="conn" presStyleLbl="parChTrans1D2" presStyleIdx="0" presStyleCnt="1"/>
      <dgm:spPr/>
    </dgm:pt>
    <dgm:pt modelId="{3650CC96-5D7D-4E7E-BF9B-822A5DB5FA0B}" type="pres">
      <dgm:prSet presAssocID="{25DBA0D8-B5A7-4B80-AD51-3CA7533BC5BB}" presName="extraNode" presStyleLbl="node1" presStyleIdx="0" presStyleCnt="3"/>
      <dgm:spPr/>
    </dgm:pt>
    <dgm:pt modelId="{014DFF91-821D-4C73-ACA4-50752BB47CF5}" type="pres">
      <dgm:prSet presAssocID="{25DBA0D8-B5A7-4B80-AD51-3CA7533BC5BB}" presName="dstNode" presStyleLbl="node1" presStyleIdx="0" presStyleCnt="3"/>
      <dgm:spPr/>
    </dgm:pt>
    <dgm:pt modelId="{28F6374B-4B41-4608-ACA7-D969A73F55CE}" type="pres">
      <dgm:prSet presAssocID="{DE1B5CFE-99B2-40FE-8CEE-1E8534C87F85}" presName="text_1" presStyleLbl="node1" presStyleIdx="0" presStyleCnt="3">
        <dgm:presLayoutVars>
          <dgm:bulletEnabled val="1"/>
        </dgm:presLayoutVars>
      </dgm:prSet>
      <dgm:spPr/>
    </dgm:pt>
    <dgm:pt modelId="{6F53A326-BF6B-4796-A8F9-FE2AE124F52D}" type="pres">
      <dgm:prSet presAssocID="{DE1B5CFE-99B2-40FE-8CEE-1E8534C87F85}" presName="accent_1" presStyleCnt="0"/>
      <dgm:spPr/>
    </dgm:pt>
    <dgm:pt modelId="{DC9C99C5-9192-421F-A922-49AA19113F63}" type="pres">
      <dgm:prSet presAssocID="{DE1B5CFE-99B2-40FE-8CEE-1E8534C87F85}" presName="accentRepeatNode" presStyleLbl="solidFgAcc1" presStyleIdx="0" presStyleCnt="3"/>
      <dgm:spPr/>
    </dgm:pt>
    <dgm:pt modelId="{D9B2499D-105A-4E97-8A8C-817CA27AA72D}" type="pres">
      <dgm:prSet presAssocID="{8C3F8E8F-03FA-4F35-B4EF-E30EAD71B6DD}" presName="text_2" presStyleLbl="node1" presStyleIdx="1" presStyleCnt="3">
        <dgm:presLayoutVars>
          <dgm:bulletEnabled val="1"/>
        </dgm:presLayoutVars>
      </dgm:prSet>
      <dgm:spPr/>
    </dgm:pt>
    <dgm:pt modelId="{959C1083-7931-4D24-99DB-664317A53B2C}" type="pres">
      <dgm:prSet presAssocID="{8C3F8E8F-03FA-4F35-B4EF-E30EAD71B6DD}" presName="accent_2" presStyleCnt="0"/>
      <dgm:spPr/>
    </dgm:pt>
    <dgm:pt modelId="{AC8129A0-241D-473F-9079-B5F4AB947B43}" type="pres">
      <dgm:prSet presAssocID="{8C3F8E8F-03FA-4F35-B4EF-E30EAD71B6DD}" presName="accentRepeatNode" presStyleLbl="solidFgAcc1" presStyleIdx="1" presStyleCnt="3"/>
      <dgm:spPr/>
    </dgm:pt>
    <dgm:pt modelId="{1F1CFC43-FC0D-44E5-950E-E38CC51DD8AD}" type="pres">
      <dgm:prSet presAssocID="{4492F9CC-0F34-4097-AF66-274790E45820}" presName="text_3" presStyleLbl="node1" presStyleIdx="2" presStyleCnt="3">
        <dgm:presLayoutVars>
          <dgm:bulletEnabled val="1"/>
        </dgm:presLayoutVars>
      </dgm:prSet>
      <dgm:spPr/>
    </dgm:pt>
    <dgm:pt modelId="{F407C822-A166-417B-946E-9BB1EC9625FA}" type="pres">
      <dgm:prSet presAssocID="{4492F9CC-0F34-4097-AF66-274790E45820}" presName="accent_3" presStyleCnt="0"/>
      <dgm:spPr/>
    </dgm:pt>
    <dgm:pt modelId="{9B648032-C0EF-4E6A-A899-DF5C708F23BC}" type="pres">
      <dgm:prSet presAssocID="{4492F9CC-0F34-4097-AF66-274790E45820}" presName="accentRepeatNode" presStyleLbl="solidFgAcc1" presStyleIdx="2" presStyleCnt="3"/>
      <dgm:spPr/>
    </dgm:pt>
  </dgm:ptLst>
  <dgm:cxnLst>
    <dgm:cxn modelId="{9053150B-C0CC-4EC1-84C2-21F6AB0EAAFC}" type="presOf" srcId="{4492F9CC-0F34-4097-AF66-274790E45820}" destId="{1F1CFC43-FC0D-44E5-950E-E38CC51DD8AD}" srcOrd="0" destOrd="0" presId="urn:microsoft.com/office/officeart/2008/layout/VerticalCurvedList"/>
    <dgm:cxn modelId="{46426A0F-7904-4A8F-B09E-1EBD21A375A8}" type="presOf" srcId="{13C1AF90-BC3E-4C92-9422-835E199A023F}" destId="{7894BBA7-D7FF-4209-AF75-F3AC7EE49331}" srcOrd="0" destOrd="0" presId="urn:microsoft.com/office/officeart/2008/layout/VerticalCurvedList"/>
    <dgm:cxn modelId="{294CAB2E-0E3E-498B-A9E6-9CB5D06C2966}" type="presOf" srcId="{25DBA0D8-B5A7-4B80-AD51-3CA7533BC5BB}" destId="{499C8E91-949F-41C0-8B61-0A55EC12A29B}" srcOrd="0" destOrd="0" presId="urn:microsoft.com/office/officeart/2008/layout/VerticalCurvedList"/>
    <dgm:cxn modelId="{53E5DE3E-9863-4A87-ADC3-96B47EC2590A}" srcId="{25DBA0D8-B5A7-4B80-AD51-3CA7533BC5BB}" destId="{DE1B5CFE-99B2-40FE-8CEE-1E8534C87F85}" srcOrd="0" destOrd="0" parTransId="{65995438-DF3F-42D8-8096-62BF985A20CD}" sibTransId="{13C1AF90-BC3E-4C92-9422-835E199A023F}"/>
    <dgm:cxn modelId="{EB8EC05A-7678-4FE1-8590-41B6552E619D}" srcId="{25DBA0D8-B5A7-4B80-AD51-3CA7533BC5BB}" destId="{4492F9CC-0F34-4097-AF66-274790E45820}" srcOrd="2" destOrd="0" parTransId="{20BC522E-915E-425E-A8AE-FB8EEED6332C}" sibTransId="{D2670E5A-08A1-473F-89B1-26C7F44FCD94}"/>
    <dgm:cxn modelId="{15887C96-6292-497C-A03E-7AB863E7D59C}" type="presOf" srcId="{8C3F8E8F-03FA-4F35-B4EF-E30EAD71B6DD}" destId="{D9B2499D-105A-4E97-8A8C-817CA27AA72D}" srcOrd="0" destOrd="0" presId="urn:microsoft.com/office/officeart/2008/layout/VerticalCurvedList"/>
    <dgm:cxn modelId="{004016A1-7274-4B7F-B8C2-FC77F1D1E4B1}" srcId="{25DBA0D8-B5A7-4B80-AD51-3CA7533BC5BB}" destId="{8C3F8E8F-03FA-4F35-B4EF-E30EAD71B6DD}" srcOrd="1" destOrd="0" parTransId="{7965EBA6-B1A2-44A3-8F73-28864195BAAD}" sibTransId="{8BBA87E3-D9F0-46A8-8921-4501D9BCE259}"/>
    <dgm:cxn modelId="{08FE51FE-378A-474E-8461-23DC5CE850B9}" type="presOf" srcId="{DE1B5CFE-99B2-40FE-8CEE-1E8534C87F85}" destId="{28F6374B-4B41-4608-ACA7-D969A73F55CE}" srcOrd="0" destOrd="0" presId="urn:microsoft.com/office/officeart/2008/layout/VerticalCurvedList"/>
    <dgm:cxn modelId="{0DA8378D-A19D-4DED-B07B-3E4D4A21996E}" type="presParOf" srcId="{499C8E91-949F-41C0-8B61-0A55EC12A29B}" destId="{2B0F2D25-2340-4E7B-8B96-875355836B8F}" srcOrd="0" destOrd="0" presId="urn:microsoft.com/office/officeart/2008/layout/VerticalCurvedList"/>
    <dgm:cxn modelId="{FED56FCA-8F06-41B8-88EC-B8DDBE8E02F5}" type="presParOf" srcId="{2B0F2D25-2340-4E7B-8B96-875355836B8F}" destId="{CB6F5987-5337-41B7-BD43-FA065BB0F936}" srcOrd="0" destOrd="0" presId="urn:microsoft.com/office/officeart/2008/layout/VerticalCurvedList"/>
    <dgm:cxn modelId="{CAD07A62-E763-4EB6-8327-0C3845B6C2C6}" type="presParOf" srcId="{CB6F5987-5337-41B7-BD43-FA065BB0F936}" destId="{F389CC97-55E4-4BD5-9466-57B9C33D3770}" srcOrd="0" destOrd="0" presId="urn:microsoft.com/office/officeart/2008/layout/VerticalCurvedList"/>
    <dgm:cxn modelId="{2F9F88DD-724F-4EA0-9152-B074DB5B66BA}" type="presParOf" srcId="{CB6F5987-5337-41B7-BD43-FA065BB0F936}" destId="{7894BBA7-D7FF-4209-AF75-F3AC7EE49331}" srcOrd="1" destOrd="0" presId="urn:microsoft.com/office/officeart/2008/layout/VerticalCurvedList"/>
    <dgm:cxn modelId="{CEF7AF1A-06B8-4F48-B616-C2B17E62726A}" type="presParOf" srcId="{CB6F5987-5337-41B7-BD43-FA065BB0F936}" destId="{3650CC96-5D7D-4E7E-BF9B-822A5DB5FA0B}" srcOrd="2" destOrd="0" presId="urn:microsoft.com/office/officeart/2008/layout/VerticalCurvedList"/>
    <dgm:cxn modelId="{5C13A2F2-3172-4227-890F-0FB2D8FF8120}" type="presParOf" srcId="{CB6F5987-5337-41B7-BD43-FA065BB0F936}" destId="{014DFF91-821D-4C73-ACA4-50752BB47CF5}" srcOrd="3" destOrd="0" presId="urn:microsoft.com/office/officeart/2008/layout/VerticalCurvedList"/>
    <dgm:cxn modelId="{22E47E8B-B3D4-4F39-9D2C-CEE9742B9AEB}" type="presParOf" srcId="{2B0F2D25-2340-4E7B-8B96-875355836B8F}" destId="{28F6374B-4B41-4608-ACA7-D969A73F55CE}" srcOrd="1" destOrd="0" presId="urn:microsoft.com/office/officeart/2008/layout/VerticalCurvedList"/>
    <dgm:cxn modelId="{C6E1C114-E52B-424A-A0C2-A9F265B5B2D0}" type="presParOf" srcId="{2B0F2D25-2340-4E7B-8B96-875355836B8F}" destId="{6F53A326-BF6B-4796-A8F9-FE2AE124F52D}" srcOrd="2" destOrd="0" presId="urn:microsoft.com/office/officeart/2008/layout/VerticalCurvedList"/>
    <dgm:cxn modelId="{BFAAA679-42D4-4895-B9BA-1E5B331F91D7}" type="presParOf" srcId="{6F53A326-BF6B-4796-A8F9-FE2AE124F52D}" destId="{DC9C99C5-9192-421F-A922-49AA19113F63}" srcOrd="0" destOrd="0" presId="urn:microsoft.com/office/officeart/2008/layout/VerticalCurvedList"/>
    <dgm:cxn modelId="{90B46836-2941-424D-B824-B12408A677F7}" type="presParOf" srcId="{2B0F2D25-2340-4E7B-8B96-875355836B8F}" destId="{D9B2499D-105A-4E97-8A8C-817CA27AA72D}" srcOrd="3" destOrd="0" presId="urn:microsoft.com/office/officeart/2008/layout/VerticalCurvedList"/>
    <dgm:cxn modelId="{7E2F2B45-CF51-4E9C-A4ED-3AD97E0B209B}" type="presParOf" srcId="{2B0F2D25-2340-4E7B-8B96-875355836B8F}" destId="{959C1083-7931-4D24-99DB-664317A53B2C}" srcOrd="4" destOrd="0" presId="urn:microsoft.com/office/officeart/2008/layout/VerticalCurvedList"/>
    <dgm:cxn modelId="{3E43A424-64A9-4A73-A57D-0991EF87DC2B}" type="presParOf" srcId="{959C1083-7931-4D24-99DB-664317A53B2C}" destId="{AC8129A0-241D-473F-9079-B5F4AB947B43}" srcOrd="0" destOrd="0" presId="urn:microsoft.com/office/officeart/2008/layout/VerticalCurvedList"/>
    <dgm:cxn modelId="{23CCA08B-9CE3-4E23-902D-26DDBFA6A933}" type="presParOf" srcId="{2B0F2D25-2340-4E7B-8B96-875355836B8F}" destId="{1F1CFC43-FC0D-44E5-950E-E38CC51DD8AD}" srcOrd="5" destOrd="0" presId="urn:microsoft.com/office/officeart/2008/layout/VerticalCurvedList"/>
    <dgm:cxn modelId="{9EA53914-F081-43E3-BC4C-07F7EDDE1FB7}" type="presParOf" srcId="{2B0F2D25-2340-4E7B-8B96-875355836B8F}" destId="{F407C822-A166-417B-946E-9BB1EC9625FA}" srcOrd="6" destOrd="0" presId="urn:microsoft.com/office/officeart/2008/layout/VerticalCurvedList"/>
    <dgm:cxn modelId="{ACBD5F28-6870-4048-920E-0735DC061CA3}" type="presParOf" srcId="{F407C822-A166-417B-946E-9BB1EC9625FA}" destId="{9B648032-C0EF-4E6A-A899-DF5C708F23BC}"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8BD4598-3208-4811-8052-36988355331B}" type="doc">
      <dgm:prSet loTypeId="urn:microsoft.com/office/officeart/2005/8/layout/hierarchy2" loCatId="hierarchy" qsTypeId="urn:microsoft.com/office/officeart/2005/8/quickstyle/simple1" qsCatId="simple" csTypeId="urn:microsoft.com/office/officeart/2005/8/colors/accent5_2" csCatId="accent5" phldr="1"/>
      <dgm:spPr/>
      <dgm:t>
        <a:bodyPr/>
        <a:lstStyle/>
        <a:p>
          <a:endParaRPr kumimoji="1" lang="ja-JP" altLang="en-US"/>
        </a:p>
      </dgm:t>
    </dgm:pt>
    <dgm:pt modelId="{707A055A-5D52-495F-A36C-B7D0A6D39BA6}">
      <dgm:prSet phldrT="[テキスト]"/>
      <dgm:spPr/>
      <dgm:t>
        <a:bodyPr/>
        <a:lstStyle/>
        <a:p>
          <a:r>
            <a:rPr kumimoji="1" lang="ja-JP" altLang="en-US" dirty="0"/>
            <a:t>施設予約</a:t>
          </a:r>
          <a:br>
            <a:rPr kumimoji="1" lang="en-US" altLang="ja-JP" dirty="0"/>
          </a:br>
          <a:r>
            <a:rPr kumimoji="1" lang="ja-JP" altLang="en-US" dirty="0"/>
            <a:t>システム</a:t>
          </a:r>
        </a:p>
      </dgm:t>
    </dgm:pt>
    <dgm:pt modelId="{681CF887-79E0-4BEB-BF56-A90D420F1844}" type="parTrans" cxnId="{298E146A-4EF3-4107-A129-58A8D3110E3E}">
      <dgm:prSet/>
      <dgm:spPr/>
      <dgm:t>
        <a:bodyPr/>
        <a:lstStyle/>
        <a:p>
          <a:endParaRPr kumimoji="1" lang="ja-JP" altLang="en-US"/>
        </a:p>
      </dgm:t>
    </dgm:pt>
    <dgm:pt modelId="{B7C4B676-D19E-465B-A41F-8632DF083C2D}" type="sibTrans" cxnId="{298E146A-4EF3-4107-A129-58A8D3110E3E}">
      <dgm:prSet/>
      <dgm:spPr/>
      <dgm:t>
        <a:bodyPr/>
        <a:lstStyle/>
        <a:p>
          <a:endParaRPr kumimoji="1" lang="ja-JP" altLang="en-US"/>
        </a:p>
      </dgm:t>
    </dgm:pt>
    <dgm:pt modelId="{01A56A90-54A6-4227-8E68-00E7BEA5BD7F}">
      <dgm:prSet/>
      <dgm:spPr/>
      <dgm:t>
        <a:bodyPr/>
        <a:lstStyle/>
        <a:p>
          <a:r>
            <a:rPr kumimoji="1" lang="ja-JP" altLang="en-US" dirty="0"/>
            <a:t>ログイン</a:t>
          </a:r>
          <a:br>
            <a:rPr kumimoji="1" lang="en-US" altLang="ja-JP" dirty="0"/>
          </a:br>
          <a:r>
            <a:rPr kumimoji="1" lang="ja-JP" altLang="en-US" dirty="0"/>
            <a:t>ログアウト</a:t>
          </a:r>
        </a:p>
      </dgm:t>
    </dgm:pt>
    <dgm:pt modelId="{25CAE9C6-2CFE-47D4-9C98-A9B275CBD346}" type="parTrans" cxnId="{80A15119-971E-484B-9F23-865697C74A3A}">
      <dgm:prSet/>
      <dgm:spPr/>
      <dgm:t>
        <a:bodyPr/>
        <a:lstStyle/>
        <a:p>
          <a:endParaRPr kumimoji="1" lang="ja-JP" altLang="en-US"/>
        </a:p>
      </dgm:t>
    </dgm:pt>
    <dgm:pt modelId="{336953ED-3843-434A-AA44-608D813F208B}" type="sibTrans" cxnId="{80A15119-971E-484B-9F23-865697C74A3A}">
      <dgm:prSet/>
      <dgm:spPr/>
      <dgm:t>
        <a:bodyPr/>
        <a:lstStyle/>
        <a:p>
          <a:endParaRPr kumimoji="1" lang="ja-JP" altLang="en-US"/>
        </a:p>
      </dgm:t>
    </dgm:pt>
    <dgm:pt modelId="{1C09ECAE-F94C-4381-9047-2DD7A6BEC19D}">
      <dgm:prSet/>
      <dgm:spPr/>
      <dgm:t>
        <a:bodyPr/>
        <a:lstStyle/>
        <a:p>
          <a:r>
            <a:rPr kumimoji="1" lang="ja-JP" altLang="en-US" dirty="0"/>
            <a:t>エンドユーザー（利用者）</a:t>
          </a:r>
        </a:p>
      </dgm:t>
    </dgm:pt>
    <dgm:pt modelId="{0434F8B7-3D68-4BAE-A630-11A106C1BAA9}" type="parTrans" cxnId="{21EC0359-6CF8-495A-9BE8-233F69CD89F5}">
      <dgm:prSet/>
      <dgm:spPr/>
      <dgm:t>
        <a:bodyPr/>
        <a:lstStyle/>
        <a:p>
          <a:endParaRPr kumimoji="1" lang="ja-JP" altLang="en-US"/>
        </a:p>
      </dgm:t>
    </dgm:pt>
    <dgm:pt modelId="{883E3FB9-0CA2-46C7-9AE6-C11F52F4E2DC}" type="sibTrans" cxnId="{21EC0359-6CF8-495A-9BE8-233F69CD89F5}">
      <dgm:prSet/>
      <dgm:spPr/>
      <dgm:t>
        <a:bodyPr/>
        <a:lstStyle/>
        <a:p>
          <a:endParaRPr kumimoji="1" lang="ja-JP" altLang="en-US"/>
        </a:p>
      </dgm:t>
    </dgm:pt>
    <dgm:pt modelId="{DE55C261-9A2E-4B85-9D71-240F403138E6}" type="pres">
      <dgm:prSet presAssocID="{E8BD4598-3208-4811-8052-36988355331B}" presName="diagram" presStyleCnt="0">
        <dgm:presLayoutVars>
          <dgm:chPref val="1"/>
          <dgm:dir val="rev"/>
          <dgm:animOne val="branch"/>
          <dgm:animLvl val="lvl"/>
          <dgm:resizeHandles val="exact"/>
        </dgm:presLayoutVars>
      </dgm:prSet>
      <dgm:spPr/>
    </dgm:pt>
    <dgm:pt modelId="{086871DA-AB90-43E2-8183-AB1C65807BDC}" type="pres">
      <dgm:prSet presAssocID="{707A055A-5D52-495F-A36C-B7D0A6D39BA6}" presName="root1" presStyleCnt="0"/>
      <dgm:spPr/>
    </dgm:pt>
    <dgm:pt modelId="{F13050EA-430F-4CA0-8A9D-C76AFAFE2692}" type="pres">
      <dgm:prSet presAssocID="{707A055A-5D52-495F-A36C-B7D0A6D39BA6}" presName="LevelOneTextNode" presStyleLbl="node0" presStyleIdx="0" presStyleCnt="1">
        <dgm:presLayoutVars>
          <dgm:chPref val="3"/>
        </dgm:presLayoutVars>
      </dgm:prSet>
      <dgm:spPr/>
    </dgm:pt>
    <dgm:pt modelId="{F610DA4D-2BBA-4579-A7AA-A278A0B1134D}" type="pres">
      <dgm:prSet presAssocID="{707A055A-5D52-495F-A36C-B7D0A6D39BA6}" presName="level2hierChild" presStyleCnt="0"/>
      <dgm:spPr/>
    </dgm:pt>
    <dgm:pt modelId="{5FB32536-AF85-4E60-AA01-011DB75151BB}" type="pres">
      <dgm:prSet presAssocID="{25CAE9C6-2CFE-47D4-9C98-A9B275CBD346}" presName="conn2-1" presStyleLbl="parChTrans1D2" presStyleIdx="0" presStyleCnt="1"/>
      <dgm:spPr/>
    </dgm:pt>
    <dgm:pt modelId="{C0CB2A58-6C8E-46BE-8145-C6C78FFD9B02}" type="pres">
      <dgm:prSet presAssocID="{25CAE9C6-2CFE-47D4-9C98-A9B275CBD346}" presName="connTx" presStyleLbl="parChTrans1D2" presStyleIdx="0" presStyleCnt="1"/>
      <dgm:spPr/>
    </dgm:pt>
    <dgm:pt modelId="{DE5CE3AC-D03F-4A70-AB33-B5E3EE7872F8}" type="pres">
      <dgm:prSet presAssocID="{01A56A90-54A6-4227-8E68-00E7BEA5BD7F}" presName="root2" presStyleCnt="0"/>
      <dgm:spPr/>
    </dgm:pt>
    <dgm:pt modelId="{0548D618-FED6-4D88-BD3E-959F03C46123}" type="pres">
      <dgm:prSet presAssocID="{01A56A90-54A6-4227-8E68-00E7BEA5BD7F}" presName="LevelTwoTextNode" presStyleLbl="node2" presStyleIdx="0" presStyleCnt="1">
        <dgm:presLayoutVars>
          <dgm:chPref val="3"/>
        </dgm:presLayoutVars>
      </dgm:prSet>
      <dgm:spPr/>
    </dgm:pt>
    <dgm:pt modelId="{29362FFC-2219-4385-BA21-38977D402276}" type="pres">
      <dgm:prSet presAssocID="{01A56A90-54A6-4227-8E68-00E7BEA5BD7F}" presName="level3hierChild" presStyleCnt="0"/>
      <dgm:spPr/>
    </dgm:pt>
    <dgm:pt modelId="{B11D34C4-5616-481E-B07E-551332439698}" type="pres">
      <dgm:prSet presAssocID="{0434F8B7-3D68-4BAE-A630-11A106C1BAA9}" presName="conn2-1" presStyleLbl="parChTrans1D3" presStyleIdx="0" presStyleCnt="1"/>
      <dgm:spPr/>
    </dgm:pt>
    <dgm:pt modelId="{2C194DA1-65A2-4435-B94D-540E80978F01}" type="pres">
      <dgm:prSet presAssocID="{0434F8B7-3D68-4BAE-A630-11A106C1BAA9}" presName="connTx" presStyleLbl="parChTrans1D3" presStyleIdx="0" presStyleCnt="1"/>
      <dgm:spPr/>
    </dgm:pt>
    <dgm:pt modelId="{3C7FB0A9-53A2-443F-A56E-DE53F35B61F6}" type="pres">
      <dgm:prSet presAssocID="{1C09ECAE-F94C-4381-9047-2DD7A6BEC19D}" presName="root2" presStyleCnt="0"/>
      <dgm:spPr/>
    </dgm:pt>
    <dgm:pt modelId="{F9BA8DA2-FA33-4057-A4D5-70C5828DC156}" type="pres">
      <dgm:prSet presAssocID="{1C09ECAE-F94C-4381-9047-2DD7A6BEC19D}" presName="LevelTwoTextNode" presStyleLbl="node3" presStyleIdx="0" presStyleCnt="1">
        <dgm:presLayoutVars>
          <dgm:chPref val="3"/>
        </dgm:presLayoutVars>
      </dgm:prSet>
      <dgm:spPr/>
    </dgm:pt>
    <dgm:pt modelId="{11D5152F-A5B2-4CA3-9F1C-144B6F1E77C3}" type="pres">
      <dgm:prSet presAssocID="{1C09ECAE-F94C-4381-9047-2DD7A6BEC19D}" presName="level3hierChild" presStyleCnt="0"/>
      <dgm:spPr/>
    </dgm:pt>
  </dgm:ptLst>
  <dgm:cxnLst>
    <dgm:cxn modelId="{3BB47211-EC3C-4613-8588-D19F3EA9A6F6}" type="presOf" srcId="{E8BD4598-3208-4811-8052-36988355331B}" destId="{DE55C261-9A2E-4B85-9D71-240F403138E6}" srcOrd="0" destOrd="0" presId="urn:microsoft.com/office/officeart/2005/8/layout/hierarchy2"/>
    <dgm:cxn modelId="{80A15119-971E-484B-9F23-865697C74A3A}" srcId="{707A055A-5D52-495F-A36C-B7D0A6D39BA6}" destId="{01A56A90-54A6-4227-8E68-00E7BEA5BD7F}" srcOrd="0" destOrd="0" parTransId="{25CAE9C6-2CFE-47D4-9C98-A9B275CBD346}" sibTransId="{336953ED-3843-434A-AA44-608D813F208B}"/>
    <dgm:cxn modelId="{EDF9022C-7F15-4B24-8D64-6DA3C927A7AF}" type="presOf" srcId="{1C09ECAE-F94C-4381-9047-2DD7A6BEC19D}" destId="{F9BA8DA2-FA33-4057-A4D5-70C5828DC156}" srcOrd="0" destOrd="0" presId="urn:microsoft.com/office/officeart/2005/8/layout/hierarchy2"/>
    <dgm:cxn modelId="{41D82C3A-0FC3-4465-B6A5-85AB91AD5A59}" type="presOf" srcId="{0434F8B7-3D68-4BAE-A630-11A106C1BAA9}" destId="{B11D34C4-5616-481E-B07E-551332439698}" srcOrd="0" destOrd="0" presId="urn:microsoft.com/office/officeart/2005/8/layout/hierarchy2"/>
    <dgm:cxn modelId="{8A89DC5E-8F4B-4ED3-A577-AB7123C71CEB}" type="presOf" srcId="{0434F8B7-3D68-4BAE-A630-11A106C1BAA9}" destId="{2C194DA1-65A2-4435-B94D-540E80978F01}" srcOrd="1" destOrd="0" presId="urn:microsoft.com/office/officeart/2005/8/layout/hierarchy2"/>
    <dgm:cxn modelId="{298E146A-4EF3-4107-A129-58A8D3110E3E}" srcId="{E8BD4598-3208-4811-8052-36988355331B}" destId="{707A055A-5D52-495F-A36C-B7D0A6D39BA6}" srcOrd="0" destOrd="0" parTransId="{681CF887-79E0-4BEB-BF56-A90D420F1844}" sibTransId="{B7C4B676-D19E-465B-A41F-8632DF083C2D}"/>
    <dgm:cxn modelId="{BCD51A4A-94A3-4D57-A287-9784BE65CAF2}" type="presOf" srcId="{25CAE9C6-2CFE-47D4-9C98-A9B275CBD346}" destId="{5FB32536-AF85-4E60-AA01-011DB75151BB}" srcOrd="0" destOrd="0" presId="urn:microsoft.com/office/officeart/2005/8/layout/hierarchy2"/>
    <dgm:cxn modelId="{8577594A-F6A0-4B32-9EA5-5CC1674AE0A7}" type="presOf" srcId="{707A055A-5D52-495F-A36C-B7D0A6D39BA6}" destId="{F13050EA-430F-4CA0-8A9D-C76AFAFE2692}" srcOrd="0" destOrd="0" presId="urn:microsoft.com/office/officeart/2005/8/layout/hierarchy2"/>
    <dgm:cxn modelId="{21EC0359-6CF8-495A-9BE8-233F69CD89F5}" srcId="{01A56A90-54A6-4227-8E68-00E7BEA5BD7F}" destId="{1C09ECAE-F94C-4381-9047-2DD7A6BEC19D}" srcOrd="0" destOrd="0" parTransId="{0434F8B7-3D68-4BAE-A630-11A106C1BAA9}" sibTransId="{883E3FB9-0CA2-46C7-9AE6-C11F52F4E2DC}"/>
    <dgm:cxn modelId="{9566AF8C-52FC-44D7-BCDC-8E805807A79A}" type="presOf" srcId="{25CAE9C6-2CFE-47D4-9C98-A9B275CBD346}" destId="{C0CB2A58-6C8E-46BE-8145-C6C78FFD9B02}" srcOrd="1" destOrd="0" presId="urn:microsoft.com/office/officeart/2005/8/layout/hierarchy2"/>
    <dgm:cxn modelId="{5992BBA8-C05B-48DD-8371-D551E98ABDB8}" type="presOf" srcId="{01A56A90-54A6-4227-8E68-00E7BEA5BD7F}" destId="{0548D618-FED6-4D88-BD3E-959F03C46123}" srcOrd="0" destOrd="0" presId="urn:microsoft.com/office/officeart/2005/8/layout/hierarchy2"/>
    <dgm:cxn modelId="{D3BEFED2-1DD2-4E69-A5BA-8A60E8DAD882}" type="presParOf" srcId="{DE55C261-9A2E-4B85-9D71-240F403138E6}" destId="{086871DA-AB90-43E2-8183-AB1C65807BDC}" srcOrd="0" destOrd="0" presId="urn:microsoft.com/office/officeart/2005/8/layout/hierarchy2"/>
    <dgm:cxn modelId="{6C46C413-3F4B-4214-8817-EA8EE186C059}" type="presParOf" srcId="{086871DA-AB90-43E2-8183-AB1C65807BDC}" destId="{F13050EA-430F-4CA0-8A9D-C76AFAFE2692}" srcOrd="0" destOrd="0" presId="urn:microsoft.com/office/officeart/2005/8/layout/hierarchy2"/>
    <dgm:cxn modelId="{40103D1A-6E2F-474A-BA35-921EFB2B3066}" type="presParOf" srcId="{086871DA-AB90-43E2-8183-AB1C65807BDC}" destId="{F610DA4D-2BBA-4579-A7AA-A278A0B1134D}" srcOrd="1" destOrd="0" presId="urn:microsoft.com/office/officeart/2005/8/layout/hierarchy2"/>
    <dgm:cxn modelId="{A986A1F1-99E7-4415-9BBD-43616A88E441}" type="presParOf" srcId="{F610DA4D-2BBA-4579-A7AA-A278A0B1134D}" destId="{5FB32536-AF85-4E60-AA01-011DB75151BB}" srcOrd="0" destOrd="0" presId="urn:microsoft.com/office/officeart/2005/8/layout/hierarchy2"/>
    <dgm:cxn modelId="{82F61721-15DF-4620-A30C-F2ADC54BA993}" type="presParOf" srcId="{5FB32536-AF85-4E60-AA01-011DB75151BB}" destId="{C0CB2A58-6C8E-46BE-8145-C6C78FFD9B02}" srcOrd="0" destOrd="0" presId="urn:microsoft.com/office/officeart/2005/8/layout/hierarchy2"/>
    <dgm:cxn modelId="{8461CAF9-C8B8-4EBA-AD46-096AEC84F68B}" type="presParOf" srcId="{F610DA4D-2BBA-4579-A7AA-A278A0B1134D}" destId="{DE5CE3AC-D03F-4A70-AB33-B5E3EE7872F8}" srcOrd="1" destOrd="0" presId="urn:microsoft.com/office/officeart/2005/8/layout/hierarchy2"/>
    <dgm:cxn modelId="{B4090094-FA60-42AF-BC3A-C6AD4094D319}" type="presParOf" srcId="{DE5CE3AC-D03F-4A70-AB33-B5E3EE7872F8}" destId="{0548D618-FED6-4D88-BD3E-959F03C46123}" srcOrd="0" destOrd="0" presId="urn:microsoft.com/office/officeart/2005/8/layout/hierarchy2"/>
    <dgm:cxn modelId="{4524C906-410E-425B-9C5E-8B6A254C4CED}" type="presParOf" srcId="{DE5CE3AC-D03F-4A70-AB33-B5E3EE7872F8}" destId="{29362FFC-2219-4385-BA21-38977D402276}" srcOrd="1" destOrd="0" presId="urn:microsoft.com/office/officeart/2005/8/layout/hierarchy2"/>
    <dgm:cxn modelId="{D31F0C94-F74B-4BEA-84C6-C916A8A0EE54}" type="presParOf" srcId="{29362FFC-2219-4385-BA21-38977D402276}" destId="{B11D34C4-5616-481E-B07E-551332439698}" srcOrd="0" destOrd="0" presId="urn:microsoft.com/office/officeart/2005/8/layout/hierarchy2"/>
    <dgm:cxn modelId="{01246411-D8FD-4220-9F05-1294342CF21D}" type="presParOf" srcId="{B11D34C4-5616-481E-B07E-551332439698}" destId="{2C194DA1-65A2-4435-B94D-540E80978F01}" srcOrd="0" destOrd="0" presId="urn:microsoft.com/office/officeart/2005/8/layout/hierarchy2"/>
    <dgm:cxn modelId="{DD9A98B3-4F1F-440B-BA33-39EC5AABD6A9}" type="presParOf" srcId="{29362FFC-2219-4385-BA21-38977D402276}" destId="{3C7FB0A9-53A2-443F-A56E-DE53F35B61F6}" srcOrd="1" destOrd="0" presId="urn:microsoft.com/office/officeart/2005/8/layout/hierarchy2"/>
    <dgm:cxn modelId="{3FF1CAC1-9D77-4CC3-9BDD-E7201117FB4D}" type="presParOf" srcId="{3C7FB0A9-53A2-443F-A56E-DE53F35B61F6}" destId="{F9BA8DA2-FA33-4057-A4D5-70C5828DC156}" srcOrd="0" destOrd="0" presId="urn:microsoft.com/office/officeart/2005/8/layout/hierarchy2"/>
    <dgm:cxn modelId="{6C89B31F-DC8C-4183-A3D5-55BB83C3F115}" type="presParOf" srcId="{3C7FB0A9-53A2-443F-A56E-DE53F35B61F6}" destId="{11D5152F-A5B2-4CA3-9F1C-144B6F1E77C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B24ED7F-47C0-4D80-AFEC-DDEF14E7E6B6}" type="doc">
      <dgm:prSet loTypeId="urn:microsoft.com/office/officeart/2005/8/layout/hierarchy2" loCatId="hierarchy" qsTypeId="urn:microsoft.com/office/officeart/2005/8/quickstyle/simple1" qsCatId="simple" csTypeId="urn:microsoft.com/office/officeart/2005/8/colors/accent5_2" csCatId="accent5" phldr="1"/>
      <dgm:spPr/>
      <dgm:t>
        <a:bodyPr/>
        <a:lstStyle/>
        <a:p>
          <a:endParaRPr kumimoji="1" lang="ja-JP" altLang="en-US"/>
        </a:p>
      </dgm:t>
    </dgm:pt>
    <dgm:pt modelId="{318688E6-6F8A-4AE7-AA68-7A06E0E3B8B0}">
      <dgm:prSet phldrT="[テキスト]"/>
      <dgm:spPr/>
      <dgm:t>
        <a:bodyPr/>
        <a:lstStyle/>
        <a:p>
          <a:r>
            <a:rPr kumimoji="1" lang="ja-JP" altLang="en-US" dirty="0"/>
            <a:t>ログイン</a:t>
          </a:r>
          <a:br>
            <a:rPr kumimoji="1" lang="en-US" altLang="ja-JP" dirty="0"/>
          </a:br>
          <a:r>
            <a:rPr kumimoji="1" lang="ja-JP" altLang="en-US" dirty="0"/>
            <a:t>ログアウト</a:t>
          </a:r>
        </a:p>
      </dgm:t>
    </dgm:pt>
    <dgm:pt modelId="{8A6EFA8F-8BE1-424F-95CF-4185DC7D1468}" type="parTrans" cxnId="{455EE700-CBF1-49F6-BEFF-A50812D5CF42}">
      <dgm:prSet/>
      <dgm:spPr/>
      <dgm:t>
        <a:bodyPr/>
        <a:lstStyle/>
        <a:p>
          <a:endParaRPr kumimoji="1" lang="ja-JP" altLang="en-US"/>
        </a:p>
      </dgm:t>
    </dgm:pt>
    <dgm:pt modelId="{9BFBEADE-02D2-483E-BC4D-710259D72A29}" type="sibTrans" cxnId="{455EE700-CBF1-49F6-BEFF-A50812D5CF42}">
      <dgm:prSet/>
      <dgm:spPr/>
      <dgm:t>
        <a:bodyPr/>
        <a:lstStyle/>
        <a:p>
          <a:endParaRPr kumimoji="1" lang="ja-JP" altLang="en-US"/>
        </a:p>
      </dgm:t>
    </dgm:pt>
    <dgm:pt modelId="{E0B6E433-B8A4-4C3C-B747-D1550F2D8B24}">
      <dgm:prSet phldrT="[テキスト]"/>
      <dgm:spPr/>
      <dgm:t>
        <a:bodyPr/>
        <a:lstStyle/>
        <a:p>
          <a:r>
            <a:rPr kumimoji="1" lang="ja-JP" altLang="en-US" dirty="0"/>
            <a:t>施設管理</a:t>
          </a:r>
          <a:br>
            <a:rPr kumimoji="1" lang="en-US" altLang="ja-JP" dirty="0"/>
          </a:br>
          <a:r>
            <a:rPr kumimoji="1" lang="ja-JP" altLang="en-US" dirty="0"/>
            <a:t>システム</a:t>
          </a:r>
        </a:p>
      </dgm:t>
    </dgm:pt>
    <dgm:pt modelId="{0D345C40-4FEE-4A4F-A79A-1DB34505961F}" type="parTrans" cxnId="{CF7600CE-379E-4DD3-9CD7-7C0576BFD275}">
      <dgm:prSet/>
      <dgm:spPr/>
      <dgm:t>
        <a:bodyPr/>
        <a:lstStyle/>
        <a:p>
          <a:endParaRPr kumimoji="1" lang="ja-JP" altLang="en-US"/>
        </a:p>
      </dgm:t>
    </dgm:pt>
    <dgm:pt modelId="{02A5EE2B-0A54-40FB-B9C6-2A6587F26CF7}" type="sibTrans" cxnId="{CF7600CE-379E-4DD3-9CD7-7C0576BFD275}">
      <dgm:prSet/>
      <dgm:spPr/>
      <dgm:t>
        <a:bodyPr/>
        <a:lstStyle/>
        <a:p>
          <a:endParaRPr kumimoji="1" lang="ja-JP" altLang="en-US"/>
        </a:p>
      </dgm:t>
    </dgm:pt>
    <dgm:pt modelId="{17E881D1-FE76-4E2F-B2BC-94F34C93FE0B}">
      <dgm:prSet phldrT="[テキスト]"/>
      <dgm:spPr/>
      <dgm:t>
        <a:bodyPr/>
        <a:lstStyle/>
        <a:p>
          <a:r>
            <a:rPr kumimoji="1" lang="ja-JP" altLang="en-US" dirty="0"/>
            <a:t>ユーザー管理</a:t>
          </a:r>
          <a:br>
            <a:rPr kumimoji="1" lang="en-US" altLang="ja-JP" dirty="0"/>
          </a:br>
          <a:r>
            <a:rPr kumimoji="1" lang="ja-JP" altLang="en-US" dirty="0"/>
            <a:t>システム</a:t>
          </a:r>
        </a:p>
      </dgm:t>
    </dgm:pt>
    <dgm:pt modelId="{561D8AE3-27C3-4B58-B751-7C1ABE645E73}" type="parTrans" cxnId="{DE685F78-C54C-4925-8DA0-DD16D4D55CB5}">
      <dgm:prSet/>
      <dgm:spPr/>
      <dgm:t>
        <a:bodyPr/>
        <a:lstStyle/>
        <a:p>
          <a:endParaRPr kumimoji="1" lang="ja-JP" altLang="en-US"/>
        </a:p>
      </dgm:t>
    </dgm:pt>
    <dgm:pt modelId="{DD53DC1C-5D6B-4533-9ED1-8B21FA14C611}" type="sibTrans" cxnId="{DE685F78-C54C-4925-8DA0-DD16D4D55CB5}">
      <dgm:prSet/>
      <dgm:spPr/>
      <dgm:t>
        <a:bodyPr/>
        <a:lstStyle/>
        <a:p>
          <a:endParaRPr kumimoji="1" lang="ja-JP" altLang="en-US"/>
        </a:p>
      </dgm:t>
    </dgm:pt>
    <dgm:pt modelId="{C44CC74B-97E4-4CD7-82BF-EBCD9D7EB769}">
      <dgm:prSet phldrT="[テキスト]"/>
      <dgm:spPr/>
      <dgm:t>
        <a:bodyPr/>
        <a:lstStyle/>
        <a:p>
          <a:r>
            <a:rPr kumimoji="1" lang="en-US" altLang="ja-JP" dirty="0"/>
            <a:t>DB</a:t>
          </a:r>
          <a:br>
            <a:rPr kumimoji="1" lang="en-US" altLang="ja-JP" dirty="0"/>
          </a:br>
          <a:r>
            <a:rPr kumimoji="1" lang="ja-JP" altLang="en-US" dirty="0"/>
            <a:t>（ユーザー）</a:t>
          </a:r>
        </a:p>
      </dgm:t>
    </dgm:pt>
    <dgm:pt modelId="{295C9AD6-14BA-41BB-A0E9-0087F40DD35E}" type="parTrans" cxnId="{986C0B19-A5BA-4303-A869-FF43DC892B99}">
      <dgm:prSet/>
      <dgm:spPr/>
      <dgm:t>
        <a:bodyPr/>
        <a:lstStyle/>
        <a:p>
          <a:endParaRPr kumimoji="1" lang="ja-JP" altLang="en-US"/>
        </a:p>
      </dgm:t>
    </dgm:pt>
    <dgm:pt modelId="{A4146227-7ED9-4346-A568-833341990342}" type="sibTrans" cxnId="{986C0B19-A5BA-4303-A869-FF43DC892B99}">
      <dgm:prSet/>
      <dgm:spPr/>
      <dgm:t>
        <a:bodyPr/>
        <a:lstStyle/>
        <a:p>
          <a:endParaRPr kumimoji="1" lang="ja-JP" altLang="en-US"/>
        </a:p>
      </dgm:t>
    </dgm:pt>
    <dgm:pt modelId="{52C914D1-366A-4C33-B6DE-78B8943EE3AC}">
      <dgm:prSet/>
      <dgm:spPr/>
      <dgm:t>
        <a:bodyPr/>
        <a:lstStyle/>
        <a:p>
          <a:r>
            <a:rPr kumimoji="1" lang="ja-JP" altLang="en-US" dirty="0"/>
            <a:t>画面表示</a:t>
          </a:r>
          <a:br>
            <a:rPr kumimoji="1" lang="en-US" altLang="ja-JP" dirty="0"/>
          </a:br>
          <a:r>
            <a:rPr kumimoji="1" lang="ja-JP" altLang="en-US" dirty="0"/>
            <a:t>システム</a:t>
          </a:r>
        </a:p>
      </dgm:t>
    </dgm:pt>
    <dgm:pt modelId="{A2C04E44-B514-4EFD-8DEA-FBC2F78D94AB}" type="parTrans" cxnId="{C94B1458-64DE-4DC5-A78A-5C9D0FF41A3E}">
      <dgm:prSet/>
      <dgm:spPr/>
      <dgm:t>
        <a:bodyPr/>
        <a:lstStyle/>
        <a:p>
          <a:endParaRPr kumimoji="1" lang="ja-JP" altLang="en-US"/>
        </a:p>
      </dgm:t>
    </dgm:pt>
    <dgm:pt modelId="{7364FB81-5D74-4561-A8EC-393CFA0A9C30}" type="sibTrans" cxnId="{C94B1458-64DE-4DC5-A78A-5C9D0FF41A3E}">
      <dgm:prSet/>
      <dgm:spPr/>
      <dgm:t>
        <a:bodyPr/>
        <a:lstStyle/>
        <a:p>
          <a:endParaRPr kumimoji="1" lang="ja-JP" altLang="en-US"/>
        </a:p>
      </dgm:t>
    </dgm:pt>
    <dgm:pt modelId="{1A6D3875-0DE4-4CF5-83C1-D2DD24849C28}">
      <dgm:prSet/>
      <dgm:spPr/>
      <dgm:t>
        <a:bodyPr/>
        <a:lstStyle/>
        <a:p>
          <a:r>
            <a:rPr kumimoji="1" lang="ja-JP" altLang="en-US" dirty="0"/>
            <a:t>デジタル</a:t>
          </a:r>
          <a:br>
            <a:rPr kumimoji="1" lang="en-US" altLang="ja-JP" dirty="0"/>
          </a:br>
          <a:r>
            <a:rPr kumimoji="1" lang="ja-JP" altLang="en-US" dirty="0"/>
            <a:t>サイネージ</a:t>
          </a:r>
        </a:p>
      </dgm:t>
    </dgm:pt>
    <dgm:pt modelId="{C73CBC87-AD39-47A1-985C-95916878A90A}" type="parTrans" cxnId="{435CDEA8-566F-4B6A-8CBC-0490E0C8D813}">
      <dgm:prSet/>
      <dgm:spPr/>
      <dgm:t>
        <a:bodyPr/>
        <a:lstStyle/>
        <a:p>
          <a:endParaRPr kumimoji="1" lang="ja-JP" altLang="en-US"/>
        </a:p>
      </dgm:t>
    </dgm:pt>
    <dgm:pt modelId="{1AEF55A7-3792-47BA-871A-A37C7B8792F8}" type="sibTrans" cxnId="{435CDEA8-566F-4B6A-8CBC-0490E0C8D813}">
      <dgm:prSet/>
      <dgm:spPr/>
      <dgm:t>
        <a:bodyPr/>
        <a:lstStyle/>
        <a:p>
          <a:endParaRPr kumimoji="1" lang="ja-JP" altLang="en-US"/>
        </a:p>
      </dgm:t>
    </dgm:pt>
    <dgm:pt modelId="{8E0B3E1F-F426-424D-B770-A514D4296F92}">
      <dgm:prSet/>
      <dgm:spPr/>
      <dgm:t>
        <a:bodyPr/>
        <a:lstStyle/>
        <a:p>
          <a:r>
            <a:rPr kumimoji="1" lang="en-US" altLang="ja-JP" dirty="0"/>
            <a:t>DB</a:t>
          </a:r>
          <a:br>
            <a:rPr kumimoji="1" lang="en-US" altLang="ja-JP" dirty="0"/>
          </a:br>
          <a:r>
            <a:rPr kumimoji="1" lang="ja-JP" altLang="en-US" dirty="0"/>
            <a:t>（施設管理）</a:t>
          </a:r>
        </a:p>
      </dgm:t>
    </dgm:pt>
    <dgm:pt modelId="{C08FAD7D-DF39-4142-8A54-021CFB1A6CF7}" type="parTrans" cxnId="{3E4FBFFC-D6D6-4E2F-BD78-779EB14A09CB}">
      <dgm:prSet/>
      <dgm:spPr/>
      <dgm:t>
        <a:bodyPr/>
        <a:lstStyle/>
        <a:p>
          <a:endParaRPr kumimoji="1" lang="ja-JP" altLang="en-US"/>
        </a:p>
      </dgm:t>
    </dgm:pt>
    <dgm:pt modelId="{2BD1BCE5-DE70-479A-B28C-F0555C3D7853}" type="sibTrans" cxnId="{3E4FBFFC-D6D6-4E2F-BD78-779EB14A09CB}">
      <dgm:prSet/>
      <dgm:spPr/>
      <dgm:t>
        <a:bodyPr/>
        <a:lstStyle/>
        <a:p>
          <a:endParaRPr kumimoji="1" lang="ja-JP" altLang="en-US"/>
        </a:p>
      </dgm:t>
    </dgm:pt>
    <dgm:pt modelId="{475F51B8-3A34-4B82-9A76-2E04D9C5CD3D}">
      <dgm:prSet/>
      <dgm:spPr/>
      <dgm:t>
        <a:bodyPr/>
        <a:lstStyle/>
        <a:p>
          <a:r>
            <a:rPr kumimoji="1" lang="ja-JP" altLang="en-US" dirty="0"/>
            <a:t>ポータル</a:t>
          </a:r>
          <a:br>
            <a:rPr kumimoji="1" lang="en-US" altLang="ja-JP" dirty="0"/>
          </a:br>
          <a:r>
            <a:rPr kumimoji="1" lang="ja-JP" altLang="en-US" dirty="0"/>
            <a:t>サイト</a:t>
          </a:r>
        </a:p>
      </dgm:t>
    </dgm:pt>
    <dgm:pt modelId="{1A959596-5060-4A21-BDCC-073A5D2E2317}" type="parTrans" cxnId="{F4EF49FB-589D-41B1-873C-60675272211E}">
      <dgm:prSet/>
      <dgm:spPr/>
      <dgm:t>
        <a:bodyPr/>
        <a:lstStyle/>
        <a:p>
          <a:endParaRPr kumimoji="1" lang="ja-JP" altLang="en-US"/>
        </a:p>
      </dgm:t>
    </dgm:pt>
    <dgm:pt modelId="{B517D756-4574-43E4-948B-8A3F1754A176}" type="sibTrans" cxnId="{F4EF49FB-589D-41B1-873C-60675272211E}">
      <dgm:prSet/>
      <dgm:spPr/>
      <dgm:t>
        <a:bodyPr/>
        <a:lstStyle/>
        <a:p>
          <a:endParaRPr kumimoji="1" lang="ja-JP" altLang="en-US"/>
        </a:p>
      </dgm:t>
    </dgm:pt>
    <dgm:pt modelId="{F79ABEBB-4F1B-483E-BD47-8F0DEDD3AEFC}">
      <dgm:prSet/>
      <dgm:spPr/>
      <dgm:t>
        <a:bodyPr/>
        <a:lstStyle/>
        <a:p>
          <a:r>
            <a:rPr kumimoji="1" lang="ja-JP" altLang="en-US" dirty="0"/>
            <a:t>施設管理者</a:t>
          </a:r>
        </a:p>
      </dgm:t>
    </dgm:pt>
    <dgm:pt modelId="{4538330E-A285-4510-AFCC-CFA5EE489414}" type="parTrans" cxnId="{026584E9-06C7-4A20-90AA-0CF628C77413}">
      <dgm:prSet/>
      <dgm:spPr/>
      <dgm:t>
        <a:bodyPr/>
        <a:lstStyle/>
        <a:p>
          <a:endParaRPr kumimoji="1" lang="ja-JP" altLang="en-US"/>
        </a:p>
      </dgm:t>
    </dgm:pt>
    <dgm:pt modelId="{4EC3C790-D78E-4496-8FDB-E466AE27D09A}" type="sibTrans" cxnId="{026584E9-06C7-4A20-90AA-0CF628C77413}">
      <dgm:prSet/>
      <dgm:spPr/>
      <dgm:t>
        <a:bodyPr/>
        <a:lstStyle/>
        <a:p>
          <a:endParaRPr kumimoji="1" lang="ja-JP" altLang="en-US"/>
        </a:p>
      </dgm:t>
    </dgm:pt>
    <dgm:pt modelId="{922E3750-DF46-42CB-9D15-A6800D19F120}" type="pres">
      <dgm:prSet presAssocID="{3B24ED7F-47C0-4D80-AFEC-DDEF14E7E6B6}" presName="diagram" presStyleCnt="0">
        <dgm:presLayoutVars>
          <dgm:chPref val="1"/>
          <dgm:dir/>
          <dgm:animOne val="branch"/>
          <dgm:animLvl val="lvl"/>
          <dgm:resizeHandles val="exact"/>
        </dgm:presLayoutVars>
      </dgm:prSet>
      <dgm:spPr/>
    </dgm:pt>
    <dgm:pt modelId="{A89CDCEE-4F9B-4465-B13A-8922AB2178AE}" type="pres">
      <dgm:prSet presAssocID="{F79ABEBB-4F1B-483E-BD47-8F0DEDD3AEFC}" presName="root1" presStyleCnt="0"/>
      <dgm:spPr/>
    </dgm:pt>
    <dgm:pt modelId="{C1ECCAF6-D77D-4EE8-9CD1-88C3EC14C7FD}" type="pres">
      <dgm:prSet presAssocID="{F79ABEBB-4F1B-483E-BD47-8F0DEDD3AEFC}" presName="LevelOneTextNode" presStyleLbl="node0" presStyleIdx="0" presStyleCnt="1">
        <dgm:presLayoutVars>
          <dgm:chPref val="3"/>
        </dgm:presLayoutVars>
      </dgm:prSet>
      <dgm:spPr/>
    </dgm:pt>
    <dgm:pt modelId="{E86F2A32-8CB8-4909-8A89-459E6BCFED1F}" type="pres">
      <dgm:prSet presAssocID="{F79ABEBB-4F1B-483E-BD47-8F0DEDD3AEFC}" presName="level2hierChild" presStyleCnt="0"/>
      <dgm:spPr/>
    </dgm:pt>
    <dgm:pt modelId="{8E2C32DD-E4C6-40CA-B87E-00E5A2BE6AF2}" type="pres">
      <dgm:prSet presAssocID="{8A6EFA8F-8BE1-424F-95CF-4185DC7D1468}" presName="conn2-1" presStyleLbl="parChTrans1D2" presStyleIdx="0" presStyleCnt="1"/>
      <dgm:spPr/>
    </dgm:pt>
    <dgm:pt modelId="{43F5F36E-18DB-43D6-89BE-EBCFCC4E9FC5}" type="pres">
      <dgm:prSet presAssocID="{8A6EFA8F-8BE1-424F-95CF-4185DC7D1468}" presName="connTx" presStyleLbl="parChTrans1D2" presStyleIdx="0" presStyleCnt="1"/>
      <dgm:spPr/>
    </dgm:pt>
    <dgm:pt modelId="{5F3CC577-FA6B-4BA2-964C-F39301BC98AC}" type="pres">
      <dgm:prSet presAssocID="{318688E6-6F8A-4AE7-AA68-7A06E0E3B8B0}" presName="root2" presStyleCnt="0"/>
      <dgm:spPr/>
    </dgm:pt>
    <dgm:pt modelId="{9DA0362E-7BDA-4882-A0C7-DF942AA1D6DD}" type="pres">
      <dgm:prSet presAssocID="{318688E6-6F8A-4AE7-AA68-7A06E0E3B8B0}" presName="LevelTwoTextNode" presStyleLbl="node2" presStyleIdx="0" presStyleCnt="1">
        <dgm:presLayoutVars>
          <dgm:chPref val="3"/>
        </dgm:presLayoutVars>
      </dgm:prSet>
      <dgm:spPr/>
    </dgm:pt>
    <dgm:pt modelId="{C4E82CDD-04F7-441D-8BA9-814417AC6FFE}" type="pres">
      <dgm:prSet presAssocID="{318688E6-6F8A-4AE7-AA68-7A06E0E3B8B0}" presName="level3hierChild" presStyleCnt="0"/>
      <dgm:spPr/>
    </dgm:pt>
    <dgm:pt modelId="{B61BEBFF-4B0E-4510-BEE5-2365EB4C6756}" type="pres">
      <dgm:prSet presAssocID="{0D345C40-4FEE-4A4F-A79A-1DB34505961F}" presName="conn2-1" presStyleLbl="parChTrans1D3" presStyleIdx="0" presStyleCnt="3"/>
      <dgm:spPr/>
    </dgm:pt>
    <dgm:pt modelId="{DEC4F34C-BF09-4BD3-B81D-85E7C09773D1}" type="pres">
      <dgm:prSet presAssocID="{0D345C40-4FEE-4A4F-A79A-1DB34505961F}" presName="connTx" presStyleLbl="parChTrans1D3" presStyleIdx="0" presStyleCnt="3"/>
      <dgm:spPr/>
    </dgm:pt>
    <dgm:pt modelId="{5A85966E-964D-4B1C-ABA0-DB2916AA66CC}" type="pres">
      <dgm:prSet presAssocID="{E0B6E433-B8A4-4C3C-B747-D1550F2D8B24}" presName="root2" presStyleCnt="0"/>
      <dgm:spPr/>
    </dgm:pt>
    <dgm:pt modelId="{00CD5A36-776B-4A8A-89FC-9F8982CD3367}" type="pres">
      <dgm:prSet presAssocID="{E0B6E433-B8A4-4C3C-B747-D1550F2D8B24}" presName="LevelTwoTextNode" presStyleLbl="node3" presStyleIdx="0" presStyleCnt="3">
        <dgm:presLayoutVars>
          <dgm:chPref val="3"/>
        </dgm:presLayoutVars>
      </dgm:prSet>
      <dgm:spPr/>
    </dgm:pt>
    <dgm:pt modelId="{19178F80-4F79-4BDF-9E1A-EFE4186BF107}" type="pres">
      <dgm:prSet presAssocID="{E0B6E433-B8A4-4C3C-B747-D1550F2D8B24}" presName="level3hierChild" presStyleCnt="0"/>
      <dgm:spPr/>
    </dgm:pt>
    <dgm:pt modelId="{493C963F-E90F-4397-B324-94FF03332FD0}" type="pres">
      <dgm:prSet presAssocID="{A2C04E44-B514-4EFD-8DEA-FBC2F78D94AB}" presName="conn2-1" presStyleLbl="parChTrans1D4" presStyleIdx="0" presStyleCnt="4"/>
      <dgm:spPr/>
    </dgm:pt>
    <dgm:pt modelId="{C6D2A54B-BBE7-40DF-B84E-1206CF3230C0}" type="pres">
      <dgm:prSet presAssocID="{A2C04E44-B514-4EFD-8DEA-FBC2F78D94AB}" presName="connTx" presStyleLbl="parChTrans1D4" presStyleIdx="0" presStyleCnt="4"/>
      <dgm:spPr/>
    </dgm:pt>
    <dgm:pt modelId="{730959EF-B91A-4175-B3FE-53E64F8F74E5}" type="pres">
      <dgm:prSet presAssocID="{52C914D1-366A-4C33-B6DE-78B8943EE3AC}" presName="root2" presStyleCnt="0"/>
      <dgm:spPr/>
    </dgm:pt>
    <dgm:pt modelId="{6E2970E9-A7C7-4F3F-AC5B-D7887AE4B8A6}" type="pres">
      <dgm:prSet presAssocID="{52C914D1-366A-4C33-B6DE-78B8943EE3AC}" presName="LevelTwoTextNode" presStyleLbl="node4" presStyleIdx="0" presStyleCnt="4">
        <dgm:presLayoutVars>
          <dgm:chPref val="3"/>
        </dgm:presLayoutVars>
      </dgm:prSet>
      <dgm:spPr/>
    </dgm:pt>
    <dgm:pt modelId="{9CDD0466-FBC9-4E10-A69E-8855E105422E}" type="pres">
      <dgm:prSet presAssocID="{52C914D1-366A-4C33-B6DE-78B8943EE3AC}" presName="level3hierChild" presStyleCnt="0"/>
      <dgm:spPr/>
    </dgm:pt>
    <dgm:pt modelId="{F95CA413-1E29-4901-B918-95C5B3AFE786}" type="pres">
      <dgm:prSet presAssocID="{C73CBC87-AD39-47A1-985C-95916878A90A}" presName="conn2-1" presStyleLbl="parChTrans1D4" presStyleIdx="1" presStyleCnt="4"/>
      <dgm:spPr/>
    </dgm:pt>
    <dgm:pt modelId="{7A13A935-9D6F-4542-9C7D-98914EA87201}" type="pres">
      <dgm:prSet presAssocID="{C73CBC87-AD39-47A1-985C-95916878A90A}" presName="connTx" presStyleLbl="parChTrans1D4" presStyleIdx="1" presStyleCnt="4"/>
      <dgm:spPr/>
    </dgm:pt>
    <dgm:pt modelId="{3186EC60-C541-4761-87D3-F6228AF49750}" type="pres">
      <dgm:prSet presAssocID="{1A6D3875-0DE4-4CF5-83C1-D2DD24849C28}" presName="root2" presStyleCnt="0"/>
      <dgm:spPr/>
    </dgm:pt>
    <dgm:pt modelId="{040B6018-5500-4EA3-9B43-0D9FE65F9289}" type="pres">
      <dgm:prSet presAssocID="{1A6D3875-0DE4-4CF5-83C1-D2DD24849C28}" presName="LevelTwoTextNode" presStyleLbl="node4" presStyleIdx="1" presStyleCnt="4">
        <dgm:presLayoutVars>
          <dgm:chPref val="3"/>
        </dgm:presLayoutVars>
      </dgm:prSet>
      <dgm:spPr/>
    </dgm:pt>
    <dgm:pt modelId="{6A24EFCC-7976-4E0E-9B33-0677733B18BA}" type="pres">
      <dgm:prSet presAssocID="{1A6D3875-0DE4-4CF5-83C1-D2DD24849C28}" presName="level3hierChild" presStyleCnt="0"/>
      <dgm:spPr/>
    </dgm:pt>
    <dgm:pt modelId="{3FD1368C-D4D6-469F-A228-DFE95100B379}" type="pres">
      <dgm:prSet presAssocID="{C08FAD7D-DF39-4142-8A54-021CFB1A6CF7}" presName="conn2-1" presStyleLbl="parChTrans1D4" presStyleIdx="2" presStyleCnt="4"/>
      <dgm:spPr/>
    </dgm:pt>
    <dgm:pt modelId="{7929E896-ED54-4F7F-BA2B-D5ACDD297739}" type="pres">
      <dgm:prSet presAssocID="{C08FAD7D-DF39-4142-8A54-021CFB1A6CF7}" presName="connTx" presStyleLbl="parChTrans1D4" presStyleIdx="2" presStyleCnt="4"/>
      <dgm:spPr/>
    </dgm:pt>
    <dgm:pt modelId="{27309299-9D45-4A0A-AA0C-F1953E46D4C8}" type="pres">
      <dgm:prSet presAssocID="{8E0B3E1F-F426-424D-B770-A514D4296F92}" presName="root2" presStyleCnt="0"/>
      <dgm:spPr/>
    </dgm:pt>
    <dgm:pt modelId="{262DD54D-64AB-4578-BFEB-F4E95ACEB950}" type="pres">
      <dgm:prSet presAssocID="{8E0B3E1F-F426-424D-B770-A514D4296F92}" presName="LevelTwoTextNode" presStyleLbl="node4" presStyleIdx="2" presStyleCnt="4">
        <dgm:presLayoutVars>
          <dgm:chPref val="3"/>
        </dgm:presLayoutVars>
      </dgm:prSet>
      <dgm:spPr/>
    </dgm:pt>
    <dgm:pt modelId="{EBB32650-7FCB-4AA4-A30C-DF9879B9AEAE}" type="pres">
      <dgm:prSet presAssocID="{8E0B3E1F-F426-424D-B770-A514D4296F92}" presName="level3hierChild" presStyleCnt="0"/>
      <dgm:spPr/>
    </dgm:pt>
    <dgm:pt modelId="{16C7F3C9-9666-4CDE-A6EB-C88CBF0D1175}" type="pres">
      <dgm:prSet presAssocID="{561D8AE3-27C3-4B58-B751-7C1ABE645E73}" presName="conn2-1" presStyleLbl="parChTrans1D3" presStyleIdx="1" presStyleCnt="3"/>
      <dgm:spPr/>
    </dgm:pt>
    <dgm:pt modelId="{5F5F250A-A30D-4B78-B21C-F4506686CCCC}" type="pres">
      <dgm:prSet presAssocID="{561D8AE3-27C3-4B58-B751-7C1ABE645E73}" presName="connTx" presStyleLbl="parChTrans1D3" presStyleIdx="1" presStyleCnt="3"/>
      <dgm:spPr/>
    </dgm:pt>
    <dgm:pt modelId="{A76988F4-AF45-4F2E-AC72-B977FF15A126}" type="pres">
      <dgm:prSet presAssocID="{17E881D1-FE76-4E2F-B2BC-94F34C93FE0B}" presName="root2" presStyleCnt="0"/>
      <dgm:spPr/>
    </dgm:pt>
    <dgm:pt modelId="{A00A4D31-5EC2-4B24-AE7E-1A66F9B0DB54}" type="pres">
      <dgm:prSet presAssocID="{17E881D1-FE76-4E2F-B2BC-94F34C93FE0B}" presName="LevelTwoTextNode" presStyleLbl="node3" presStyleIdx="1" presStyleCnt="3">
        <dgm:presLayoutVars>
          <dgm:chPref val="3"/>
        </dgm:presLayoutVars>
      </dgm:prSet>
      <dgm:spPr/>
    </dgm:pt>
    <dgm:pt modelId="{B206C137-0477-47C1-9FA7-12602ACB56F9}" type="pres">
      <dgm:prSet presAssocID="{17E881D1-FE76-4E2F-B2BC-94F34C93FE0B}" presName="level3hierChild" presStyleCnt="0"/>
      <dgm:spPr/>
    </dgm:pt>
    <dgm:pt modelId="{0789E535-D1B0-48E4-AED7-A96FE34CFFC3}" type="pres">
      <dgm:prSet presAssocID="{295C9AD6-14BA-41BB-A0E9-0087F40DD35E}" presName="conn2-1" presStyleLbl="parChTrans1D4" presStyleIdx="3" presStyleCnt="4"/>
      <dgm:spPr/>
    </dgm:pt>
    <dgm:pt modelId="{A3EC3C13-AD22-467D-A48E-DC06C9CAF518}" type="pres">
      <dgm:prSet presAssocID="{295C9AD6-14BA-41BB-A0E9-0087F40DD35E}" presName="connTx" presStyleLbl="parChTrans1D4" presStyleIdx="3" presStyleCnt="4"/>
      <dgm:spPr/>
    </dgm:pt>
    <dgm:pt modelId="{EA034DFC-1CAB-4054-8DB7-131C01C7FFB9}" type="pres">
      <dgm:prSet presAssocID="{C44CC74B-97E4-4CD7-82BF-EBCD9D7EB769}" presName="root2" presStyleCnt="0"/>
      <dgm:spPr/>
    </dgm:pt>
    <dgm:pt modelId="{1FB3C324-2ABF-4C20-9D71-AA8CA54F0622}" type="pres">
      <dgm:prSet presAssocID="{C44CC74B-97E4-4CD7-82BF-EBCD9D7EB769}" presName="LevelTwoTextNode" presStyleLbl="node4" presStyleIdx="3" presStyleCnt="4">
        <dgm:presLayoutVars>
          <dgm:chPref val="3"/>
        </dgm:presLayoutVars>
      </dgm:prSet>
      <dgm:spPr/>
    </dgm:pt>
    <dgm:pt modelId="{246AE9E3-67D1-440B-9583-627F78BC84AC}" type="pres">
      <dgm:prSet presAssocID="{C44CC74B-97E4-4CD7-82BF-EBCD9D7EB769}" presName="level3hierChild" presStyleCnt="0"/>
      <dgm:spPr/>
    </dgm:pt>
    <dgm:pt modelId="{29EF6C59-98BF-4B23-93F2-BC1B11918176}" type="pres">
      <dgm:prSet presAssocID="{1A959596-5060-4A21-BDCC-073A5D2E2317}" presName="conn2-1" presStyleLbl="parChTrans1D3" presStyleIdx="2" presStyleCnt="3"/>
      <dgm:spPr/>
    </dgm:pt>
    <dgm:pt modelId="{815D4D07-D51F-48EE-A573-9E1573F91B48}" type="pres">
      <dgm:prSet presAssocID="{1A959596-5060-4A21-BDCC-073A5D2E2317}" presName="connTx" presStyleLbl="parChTrans1D3" presStyleIdx="2" presStyleCnt="3"/>
      <dgm:spPr/>
    </dgm:pt>
    <dgm:pt modelId="{76C95C00-3ECE-49BA-BF6D-9641BE348E04}" type="pres">
      <dgm:prSet presAssocID="{475F51B8-3A34-4B82-9A76-2E04D9C5CD3D}" presName="root2" presStyleCnt="0"/>
      <dgm:spPr/>
    </dgm:pt>
    <dgm:pt modelId="{2773366B-72ED-4D52-A609-787697056A9B}" type="pres">
      <dgm:prSet presAssocID="{475F51B8-3A34-4B82-9A76-2E04D9C5CD3D}" presName="LevelTwoTextNode" presStyleLbl="node3" presStyleIdx="2" presStyleCnt="3">
        <dgm:presLayoutVars>
          <dgm:chPref val="3"/>
        </dgm:presLayoutVars>
      </dgm:prSet>
      <dgm:spPr/>
    </dgm:pt>
    <dgm:pt modelId="{11531A2E-D63D-4872-A611-C283BC4AB0CB}" type="pres">
      <dgm:prSet presAssocID="{475F51B8-3A34-4B82-9A76-2E04D9C5CD3D}" presName="level3hierChild" presStyleCnt="0"/>
      <dgm:spPr/>
    </dgm:pt>
  </dgm:ptLst>
  <dgm:cxnLst>
    <dgm:cxn modelId="{455EE700-CBF1-49F6-BEFF-A50812D5CF42}" srcId="{F79ABEBB-4F1B-483E-BD47-8F0DEDD3AEFC}" destId="{318688E6-6F8A-4AE7-AA68-7A06E0E3B8B0}" srcOrd="0" destOrd="0" parTransId="{8A6EFA8F-8BE1-424F-95CF-4185DC7D1468}" sibTransId="{9BFBEADE-02D2-483E-BC4D-710259D72A29}"/>
    <dgm:cxn modelId="{986C0B19-A5BA-4303-A869-FF43DC892B99}" srcId="{17E881D1-FE76-4E2F-B2BC-94F34C93FE0B}" destId="{C44CC74B-97E4-4CD7-82BF-EBCD9D7EB769}" srcOrd="0" destOrd="0" parTransId="{295C9AD6-14BA-41BB-A0E9-0087F40DD35E}" sibTransId="{A4146227-7ED9-4346-A568-833341990342}"/>
    <dgm:cxn modelId="{75A39E22-28A8-4846-9477-6C1C13F7FB64}" type="presOf" srcId="{A2C04E44-B514-4EFD-8DEA-FBC2F78D94AB}" destId="{493C963F-E90F-4397-B324-94FF03332FD0}" srcOrd="0" destOrd="0" presId="urn:microsoft.com/office/officeart/2005/8/layout/hierarchy2"/>
    <dgm:cxn modelId="{F70D962C-E7CA-4FBC-A2A7-B0E8FB3070B4}" type="presOf" srcId="{E0B6E433-B8A4-4C3C-B747-D1550F2D8B24}" destId="{00CD5A36-776B-4A8A-89FC-9F8982CD3367}" srcOrd="0" destOrd="0" presId="urn:microsoft.com/office/officeart/2005/8/layout/hierarchy2"/>
    <dgm:cxn modelId="{19709A36-0822-41CB-95BE-97D9E5A555D0}" type="presOf" srcId="{8A6EFA8F-8BE1-424F-95CF-4185DC7D1468}" destId="{8E2C32DD-E4C6-40CA-B87E-00E5A2BE6AF2}" srcOrd="0" destOrd="0" presId="urn:microsoft.com/office/officeart/2005/8/layout/hierarchy2"/>
    <dgm:cxn modelId="{3D957140-4384-48DC-87E6-B39B846205E3}" type="presOf" srcId="{318688E6-6F8A-4AE7-AA68-7A06E0E3B8B0}" destId="{9DA0362E-7BDA-4882-A0C7-DF942AA1D6DD}" srcOrd="0" destOrd="0" presId="urn:microsoft.com/office/officeart/2005/8/layout/hierarchy2"/>
    <dgm:cxn modelId="{EDAE7067-4842-40BB-9595-6DF69B08517E}" type="presOf" srcId="{C44CC74B-97E4-4CD7-82BF-EBCD9D7EB769}" destId="{1FB3C324-2ABF-4C20-9D71-AA8CA54F0622}" srcOrd="0" destOrd="0" presId="urn:microsoft.com/office/officeart/2005/8/layout/hierarchy2"/>
    <dgm:cxn modelId="{20DBBC49-4852-4642-8BF8-A6F07128A413}" type="presOf" srcId="{C08FAD7D-DF39-4142-8A54-021CFB1A6CF7}" destId="{7929E896-ED54-4F7F-BA2B-D5ACDD297739}" srcOrd="1" destOrd="0" presId="urn:microsoft.com/office/officeart/2005/8/layout/hierarchy2"/>
    <dgm:cxn modelId="{2DEA1C4B-8529-4E65-A478-D8E2AB932710}" type="presOf" srcId="{561D8AE3-27C3-4B58-B751-7C1ABE645E73}" destId="{16C7F3C9-9666-4CDE-A6EB-C88CBF0D1175}" srcOrd="0" destOrd="0" presId="urn:microsoft.com/office/officeart/2005/8/layout/hierarchy2"/>
    <dgm:cxn modelId="{AD122450-1BA2-439D-B6B0-F392D51DFF0A}" type="presOf" srcId="{52C914D1-366A-4C33-B6DE-78B8943EE3AC}" destId="{6E2970E9-A7C7-4F3F-AC5B-D7887AE4B8A6}" srcOrd="0" destOrd="0" presId="urn:microsoft.com/office/officeart/2005/8/layout/hierarchy2"/>
    <dgm:cxn modelId="{9F026471-D60B-4210-B113-9911C28DC40C}" type="presOf" srcId="{0D345C40-4FEE-4A4F-A79A-1DB34505961F}" destId="{B61BEBFF-4B0E-4510-BEE5-2365EB4C6756}" srcOrd="0" destOrd="0" presId="urn:microsoft.com/office/officeart/2005/8/layout/hierarchy2"/>
    <dgm:cxn modelId="{C94B1458-64DE-4DC5-A78A-5C9D0FF41A3E}" srcId="{E0B6E433-B8A4-4C3C-B747-D1550F2D8B24}" destId="{52C914D1-366A-4C33-B6DE-78B8943EE3AC}" srcOrd="0" destOrd="0" parTransId="{A2C04E44-B514-4EFD-8DEA-FBC2F78D94AB}" sibTransId="{7364FB81-5D74-4561-A8EC-393CFA0A9C30}"/>
    <dgm:cxn modelId="{4E932878-417E-4375-9939-617D8E226CBC}" type="presOf" srcId="{C73CBC87-AD39-47A1-985C-95916878A90A}" destId="{F95CA413-1E29-4901-B918-95C5B3AFE786}" srcOrd="0" destOrd="0" presId="urn:microsoft.com/office/officeart/2005/8/layout/hierarchy2"/>
    <dgm:cxn modelId="{DE685F78-C54C-4925-8DA0-DD16D4D55CB5}" srcId="{318688E6-6F8A-4AE7-AA68-7A06E0E3B8B0}" destId="{17E881D1-FE76-4E2F-B2BC-94F34C93FE0B}" srcOrd="1" destOrd="0" parTransId="{561D8AE3-27C3-4B58-B751-7C1ABE645E73}" sibTransId="{DD53DC1C-5D6B-4533-9ED1-8B21FA14C611}"/>
    <dgm:cxn modelId="{D0BD5A7E-9764-47BB-AC69-8CBE2914C706}" type="presOf" srcId="{F79ABEBB-4F1B-483E-BD47-8F0DEDD3AEFC}" destId="{C1ECCAF6-D77D-4EE8-9CD1-88C3EC14C7FD}" srcOrd="0" destOrd="0" presId="urn:microsoft.com/office/officeart/2005/8/layout/hierarchy2"/>
    <dgm:cxn modelId="{52C7B87F-55CA-49A4-8B18-EB1AC148622F}" type="presOf" srcId="{A2C04E44-B514-4EFD-8DEA-FBC2F78D94AB}" destId="{C6D2A54B-BBE7-40DF-B84E-1206CF3230C0}" srcOrd="1" destOrd="0" presId="urn:microsoft.com/office/officeart/2005/8/layout/hierarchy2"/>
    <dgm:cxn modelId="{9347C390-B5FD-49BB-AF77-DE606BA4880F}" type="presOf" srcId="{8A6EFA8F-8BE1-424F-95CF-4185DC7D1468}" destId="{43F5F36E-18DB-43D6-89BE-EBCFCC4E9FC5}" srcOrd="1" destOrd="0" presId="urn:microsoft.com/office/officeart/2005/8/layout/hierarchy2"/>
    <dgm:cxn modelId="{634B8E9B-31D7-4ABC-A5E2-FB3165DBCE36}" type="presOf" srcId="{0D345C40-4FEE-4A4F-A79A-1DB34505961F}" destId="{DEC4F34C-BF09-4BD3-B81D-85E7C09773D1}" srcOrd="1" destOrd="0" presId="urn:microsoft.com/office/officeart/2005/8/layout/hierarchy2"/>
    <dgm:cxn modelId="{85AAC49B-89F2-4EBB-B0B2-C26F949BFC6D}" type="presOf" srcId="{561D8AE3-27C3-4B58-B751-7C1ABE645E73}" destId="{5F5F250A-A30D-4B78-B21C-F4506686CCCC}" srcOrd="1" destOrd="0" presId="urn:microsoft.com/office/officeart/2005/8/layout/hierarchy2"/>
    <dgm:cxn modelId="{435CDEA8-566F-4B6A-8CBC-0490E0C8D813}" srcId="{52C914D1-366A-4C33-B6DE-78B8943EE3AC}" destId="{1A6D3875-0DE4-4CF5-83C1-D2DD24849C28}" srcOrd="0" destOrd="0" parTransId="{C73CBC87-AD39-47A1-985C-95916878A90A}" sibTransId="{1AEF55A7-3792-47BA-871A-A37C7B8792F8}"/>
    <dgm:cxn modelId="{B8F372AB-82B6-4B44-B172-E4B9B27F3963}" type="presOf" srcId="{C73CBC87-AD39-47A1-985C-95916878A90A}" destId="{7A13A935-9D6F-4542-9C7D-98914EA87201}" srcOrd="1" destOrd="0" presId="urn:microsoft.com/office/officeart/2005/8/layout/hierarchy2"/>
    <dgm:cxn modelId="{DEEF7CB5-15F6-48A8-A084-FE978EBCC78E}" type="presOf" srcId="{8E0B3E1F-F426-424D-B770-A514D4296F92}" destId="{262DD54D-64AB-4578-BFEB-F4E95ACEB950}" srcOrd="0" destOrd="0" presId="urn:microsoft.com/office/officeart/2005/8/layout/hierarchy2"/>
    <dgm:cxn modelId="{1A669EB7-B87C-4087-A4EE-7933F4CB224C}" type="presOf" srcId="{295C9AD6-14BA-41BB-A0E9-0087F40DD35E}" destId="{A3EC3C13-AD22-467D-A48E-DC06C9CAF518}" srcOrd="1" destOrd="0" presId="urn:microsoft.com/office/officeart/2005/8/layout/hierarchy2"/>
    <dgm:cxn modelId="{7B161DBF-6900-4BBD-8FB3-52F80A7DBAF2}" type="presOf" srcId="{1A959596-5060-4A21-BDCC-073A5D2E2317}" destId="{29EF6C59-98BF-4B23-93F2-BC1B11918176}" srcOrd="0" destOrd="0" presId="urn:microsoft.com/office/officeart/2005/8/layout/hierarchy2"/>
    <dgm:cxn modelId="{321461C2-67A2-49BC-B43A-75FC92928F60}" type="presOf" srcId="{17E881D1-FE76-4E2F-B2BC-94F34C93FE0B}" destId="{A00A4D31-5EC2-4B24-AE7E-1A66F9B0DB54}" srcOrd="0" destOrd="0" presId="urn:microsoft.com/office/officeart/2005/8/layout/hierarchy2"/>
    <dgm:cxn modelId="{CF7600CE-379E-4DD3-9CD7-7C0576BFD275}" srcId="{318688E6-6F8A-4AE7-AA68-7A06E0E3B8B0}" destId="{E0B6E433-B8A4-4C3C-B747-D1550F2D8B24}" srcOrd="0" destOrd="0" parTransId="{0D345C40-4FEE-4A4F-A79A-1DB34505961F}" sibTransId="{02A5EE2B-0A54-40FB-B9C6-2A6587F26CF7}"/>
    <dgm:cxn modelId="{C651BDCF-EFC8-47DE-BCFE-C820E5596555}" type="presOf" srcId="{475F51B8-3A34-4B82-9A76-2E04D9C5CD3D}" destId="{2773366B-72ED-4D52-A609-787697056A9B}" srcOrd="0" destOrd="0" presId="urn:microsoft.com/office/officeart/2005/8/layout/hierarchy2"/>
    <dgm:cxn modelId="{7ED2E4CF-A074-4047-B337-16F1769E1FD1}" type="presOf" srcId="{295C9AD6-14BA-41BB-A0E9-0087F40DD35E}" destId="{0789E535-D1B0-48E4-AED7-A96FE34CFFC3}" srcOrd="0" destOrd="0" presId="urn:microsoft.com/office/officeart/2005/8/layout/hierarchy2"/>
    <dgm:cxn modelId="{9464B7D8-5427-4904-8FBE-A4E4FD82D68F}" type="presOf" srcId="{1A959596-5060-4A21-BDCC-073A5D2E2317}" destId="{815D4D07-D51F-48EE-A573-9E1573F91B48}" srcOrd="1" destOrd="0" presId="urn:microsoft.com/office/officeart/2005/8/layout/hierarchy2"/>
    <dgm:cxn modelId="{DD804AE7-4AEE-4B9D-8764-7E5D163A4563}" type="presOf" srcId="{1A6D3875-0DE4-4CF5-83C1-D2DD24849C28}" destId="{040B6018-5500-4EA3-9B43-0D9FE65F9289}" srcOrd="0" destOrd="0" presId="urn:microsoft.com/office/officeart/2005/8/layout/hierarchy2"/>
    <dgm:cxn modelId="{026584E9-06C7-4A20-90AA-0CF628C77413}" srcId="{3B24ED7F-47C0-4D80-AFEC-DDEF14E7E6B6}" destId="{F79ABEBB-4F1B-483E-BD47-8F0DEDD3AEFC}" srcOrd="0" destOrd="0" parTransId="{4538330E-A285-4510-AFCC-CFA5EE489414}" sibTransId="{4EC3C790-D78E-4496-8FDB-E466AE27D09A}"/>
    <dgm:cxn modelId="{41E681F5-B453-405F-AB04-1E4F1CFEFC6E}" type="presOf" srcId="{3B24ED7F-47C0-4D80-AFEC-DDEF14E7E6B6}" destId="{922E3750-DF46-42CB-9D15-A6800D19F120}" srcOrd="0" destOrd="0" presId="urn:microsoft.com/office/officeart/2005/8/layout/hierarchy2"/>
    <dgm:cxn modelId="{77B42DF6-ADB0-402B-8959-7E1A62146B45}" type="presOf" srcId="{C08FAD7D-DF39-4142-8A54-021CFB1A6CF7}" destId="{3FD1368C-D4D6-469F-A228-DFE95100B379}" srcOrd="0" destOrd="0" presId="urn:microsoft.com/office/officeart/2005/8/layout/hierarchy2"/>
    <dgm:cxn modelId="{F4EF49FB-589D-41B1-873C-60675272211E}" srcId="{318688E6-6F8A-4AE7-AA68-7A06E0E3B8B0}" destId="{475F51B8-3A34-4B82-9A76-2E04D9C5CD3D}" srcOrd="2" destOrd="0" parTransId="{1A959596-5060-4A21-BDCC-073A5D2E2317}" sibTransId="{B517D756-4574-43E4-948B-8A3F1754A176}"/>
    <dgm:cxn modelId="{3E4FBFFC-D6D6-4E2F-BD78-779EB14A09CB}" srcId="{E0B6E433-B8A4-4C3C-B747-D1550F2D8B24}" destId="{8E0B3E1F-F426-424D-B770-A514D4296F92}" srcOrd="1" destOrd="0" parTransId="{C08FAD7D-DF39-4142-8A54-021CFB1A6CF7}" sibTransId="{2BD1BCE5-DE70-479A-B28C-F0555C3D7853}"/>
    <dgm:cxn modelId="{82AB95CC-4793-4BBC-874E-D38C2C2EAE97}" type="presParOf" srcId="{922E3750-DF46-42CB-9D15-A6800D19F120}" destId="{A89CDCEE-4F9B-4465-B13A-8922AB2178AE}" srcOrd="0" destOrd="0" presId="urn:microsoft.com/office/officeart/2005/8/layout/hierarchy2"/>
    <dgm:cxn modelId="{C68DAD2B-A598-4E29-A106-E80E65B157AF}" type="presParOf" srcId="{A89CDCEE-4F9B-4465-B13A-8922AB2178AE}" destId="{C1ECCAF6-D77D-4EE8-9CD1-88C3EC14C7FD}" srcOrd="0" destOrd="0" presId="urn:microsoft.com/office/officeart/2005/8/layout/hierarchy2"/>
    <dgm:cxn modelId="{ADDEC6E9-D438-4246-B43F-6BAC7706F517}" type="presParOf" srcId="{A89CDCEE-4F9B-4465-B13A-8922AB2178AE}" destId="{E86F2A32-8CB8-4909-8A89-459E6BCFED1F}" srcOrd="1" destOrd="0" presId="urn:microsoft.com/office/officeart/2005/8/layout/hierarchy2"/>
    <dgm:cxn modelId="{D5E406A3-6C82-4E5F-A054-240F731B9A99}" type="presParOf" srcId="{E86F2A32-8CB8-4909-8A89-459E6BCFED1F}" destId="{8E2C32DD-E4C6-40CA-B87E-00E5A2BE6AF2}" srcOrd="0" destOrd="0" presId="urn:microsoft.com/office/officeart/2005/8/layout/hierarchy2"/>
    <dgm:cxn modelId="{9A9C4497-F9B2-4E74-BBBB-D2B3D13A1C69}" type="presParOf" srcId="{8E2C32DD-E4C6-40CA-B87E-00E5A2BE6AF2}" destId="{43F5F36E-18DB-43D6-89BE-EBCFCC4E9FC5}" srcOrd="0" destOrd="0" presId="urn:microsoft.com/office/officeart/2005/8/layout/hierarchy2"/>
    <dgm:cxn modelId="{C110447A-D489-4E71-81B1-2B739532A496}" type="presParOf" srcId="{E86F2A32-8CB8-4909-8A89-459E6BCFED1F}" destId="{5F3CC577-FA6B-4BA2-964C-F39301BC98AC}" srcOrd="1" destOrd="0" presId="urn:microsoft.com/office/officeart/2005/8/layout/hierarchy2"/>
    <dgm:cxn modelId="{E3915CF3-F900-4668-BB94-31FDF5E49604}" type="presParOf" srcId="{5F3CC577-FA6B-4BA2-964C-F39301BC98AC}" destId="{9DA0362E-7BDA-4882-A0C7-DF942AA1D6DD}" srcOrd="0" destOrd="0" presId="urn:microsoft.com/office/officeart/2005/8/layout/hierarchy2"/>
    <dgm:cxn modelId="{CAC7918F-E195-413D-AD4B-CA51E3035CA2}" type="presParOf" srcId="{5F3CC577-FA6B-4BA2-964C-F39301BC98AC}" destId="{C4E82CDD-04F7-441D-8BA9-814417AC6FFE}" srcOrd="1" destOrd="0" presId="urn:microsoft.com/office/officeart/2005/8/layout/hierarchy2"/>
    <dgm:cxn modelId="{940A374F-A01F-4DDD-BE2F-745E405F6645}" type="presParOf" srcId="{C4E82CDD-04F7-441D-8BA9-814417AC6FFE}" destId="{B61BEBFF-4B0E-4510-BEE5-2365EB4C6756}" srcOrd="0" destOrd="0" presId="urn:microsoft.com/office/officeart/2005/8/layout/hierarchy2"/>
    <dgm:cxn modelId="{B8271B26-E147-47F8-82A3-F9452B04F1CA}" type="presParOf" srcId="{B61BEBFF-4B0E-4510-BEE5-2365EB4C6756}" destId="{DEC4F34C-BF09-4BD3-B81D-85E7C09773D1}" srcOrd="0" destOrd="0" presId="urn:microsoft.com/office/officeart/2005/8/layout/hierarchy2"/>
    <dgm:cxn modelId="{B8EFC11E-25E1-48D1-B349-BADF19381EEB}" type="presParOf" srcId="{C4E82CDD-04F7-441D-8BA9-814417AC6FFE}" destId="{5A85966E-964D-4B1C-ABA0-DB2916AA66CC}" srcOrd="1" destOrd="0" presId="urn:microsoft.com/office/officeart/2005/8/layout/hierarchy2"/>
    <dgm:cxn modelId="{AA813D34-2CDE-4A2E-AD6A-960380BC8754}" type="presParOf" srcId="{5A85966E-964D-4B1C-ABA0-DB2916AA66CC}" destId="{00CD5A36-776B-4A8A-89FC-9F8982CD3367}" srcOrd="0" destOrd="0" presId="urn:microsoft.com/office/officeart/2005/8/layout/hierarchy2"/>
    <dgm:cxn modelId="{F3EF0A10-23C5-473F-A695-5E9731E9C085}" type="presParOf" srcId="{5A85966E-964D-4B1C-ABA0-DB2916AA66CC}" destId="{19178F80-4F79-4BDF-9E1A-EFE4186BF107}" srcOrd="1" destOrd="0" presId="urn:microsoft.com/office/officeart/2005/8/layout/hierarchy2"/>
    <dgm:cxn modelId="{F52E5496-4AF2-44C5-B0AB-1E03B5761836}" type="presParOf" srcId="{19178F80-4F79-4BDF-9E1A-EFE4186BF107}" destId="{493C963F-E90F-4397-B324-94FF03332FD0}" srcOrd="0" destOrd="0" presId="urn:microsoft.com/office/officeart/2005/8/layout/hierarchy2"/>
    <dgm:cxn modelId="{E74188CF-E468-45C2-AE1F-1BDA2B9CFA6B}" type="presParOf" srcId="{493C963F-E90F-4397-B324-94FF03332FD0}" destId="{C6D2A54B-BBE7-40DF-B84E-1206CF3230C0}" srcOrd="0" destOrd="0" presId="urn:microsoft.com/office/officeart/2005/8/layout/hierarchy2"/>
    <dgm:cxn modelId="{754274F5-B9C5-4712-962C-84E5A2241FE2}" type="presParOf" srcId="{19178F80-4F79-4BDF-9E1A-EFE4186BF107}" destId="{730959EF-B91A-4175-B3FE-53E64F8F74E5}" srcOrd="1" destOrd="0" presId="urn:microsoft.com/office/officeart/2005/8/layout/hierarchy2"/>
    <dgm:cxn modelId="{91827EC0-02DB-4CD8-A011-A22F22E02D9F}" type="presParOf" srcId="{730959EF-B91A-4175-B3FE-53E64F8F74E5}" destId="{6E2970E9-A7C7-4F3F-AC5B-D7887AE4B8A6}" srcOrd="0" destOrd="0" presId="urn:microsoft.com/office/officeart/2005/8/layout/hierarchy2"/>
    <dgm:cxn modelId="{1D86FE3E-0CCF-4E16-BF54-B5548852BFFA}" type="presParOf" srcId="{730959EF-B91A-4175-B3FE-53E64F8F74E5}" destId="{9CDD0466-FBC9-4E10-A69E-8855E105422E}" srcOrd="1" destOrd="0" presId="urn:microsoft.com/office/officeart/2005/8/layout/hierarchy2"/>
    <dgm:cxn modelId="{F057ABC0-313B-4751-82C5-32FB3426A494}" type="presParOf" srcId="{9CDD0466-FBC9-4E10-A69E-8855E105422E}" destId="{F95CA413-1E29-4901-B918-95C5B3AFE786}" srcOrd="0" destOrd="0" presId="urn:microsoft.com/office/officeart/2005/8/layout/hierarchy2"/>
    <dgm:cxn modelId="{B3E419F4-8D1B-4ED0-9787-DB312BE21E5E}" type="presParOf" srcId="{F95CA413-1E29-4901-B918-95C5B3AFE786}" destId="{7A13A935-9D6F-4542-9C7D-98914EA87201}" srcOrd="0" destOrd="0" presId="urn:microsoft.com/office/officeart/2005/8/layout/hierarchy2"/>
    <dgm:cxn modelId="{EB027007-6655-4ECE-B6DA-F864F1E946F0}" type="presParOf" srcId="{9CDD0466-FBC9-4E10-A69E-8855E105422E}" destId="{3186EC60-C541-4761-87D3-F6228AF49750}" srcOrd="1" destOrd="0" presId="urn:microsoft.com/office/officeart/2005/8/layout/hierarchy2"/>
    <dgm:cxn modelId="{67411E2D-D2B1-4B6D-B695-7413C6E07CED}" type="presParOf" srcId="{3186EC60-C541-4761-87D3-F6228AF49750}" destId="{040B6018-5500-4EA3-9B43-0D9FE65F9289}" srcOrd="0" destOrd="0" presId="urn:microsoft.com/office/officeart/2005/8/layout/hierarchy2"/>
    <dgm:cxn modelId="{023915A5-53F5-4026-8EE6-774F12A87FBF}" type="presParOf" srcId="{3186EC60-C541-4761-87D3-F6228AF49750}" destId="{6A24EFCC-7976-4E0E-9B33-0677733B18BA}" srcOrd="1" destOrd="0" presId="urn:microsoft.com/office/officeart/2005/8/layout/hierarchy2"/>
    <dgm:cxn modelId="{1F29A604-E1E2-4C3D-8167-71BAC6D6068F}" type="presParOf" srcId="{19178F80-4F79-4BDF-9E1A-EFE4186BF107}" destId="{3FD1368C-D4D6-469F-A228-DFE95100B379}" srcOrd="2" destOrd="0" presId="urn:microsoft.com/office/officeart/2005/8/layout/hierarchy2"/>
    <dgm:cxn modelId="{2ABFB411-D689-413C-8496-9C50A3804E96}" type="presParOf" srcId="{3FD1368C-D4D6-469F-A228-DFE95100B379}" destId="{7929E896-ED54-4F7F-BA2B-D5ACDD297739}" srcOrd="0" destOrd="0" presId="urn:microsoft.com/office/officeart/2005/8/layout/hierarchy2"/>
    <dgm:cxn modelId="{1B74CCFC-EF3B-41E5-B81C-AFC162969298}" type="presParOf" srcId="{19178F80-4F79-4BDF-9E1A-EFE4186BF107}" destId="{27309299-9D45-4A0A-AA0C-F1953E46D4C8}" srcOrd="3" destOrd="0" presId="urn:microsoft.com/office/officeart/2005/8/layout/hierarchy2"/>
    <dgm:cxn modelId="{DC31AB24-C1D7-49BD-BC66-017FB208F851}" type="presParOf" srcId="{27309299-9D45-4A0A-AA0C-F1953E46D4C8}" destId="{262DD54D-64AB-4578-BFEB-F4E95ACEB950}" srcOrd="0" destOrd="0" presId="urn:microsoft.com/office/officeart/2005/8/layout/hierarchy2"/>
    <dgm:cxn modelId="{7C2B9FBB-A408-4355-91E2-0AA9ACACCD60}" type="presParOf" srcId="{27309299-9D45-4A0A-AA0C-F1953E46D4C8}" destId="{EBB32650-7FCB-4AA4-A30C-DF9879B9AEAE}" srcOrd="1" destOrd="0" presId="urn:microsoft.com/office/officeart/2005/8/layout/hierarchy2"/>
    <dgm:cxn modelId="{621A8CA8-5095-4B4E-8E02-1B3A8609DC82}" type="presParOf" srcId="{C4E82CDD-04F7-441D-8BA9-814417AC6FFE}" destId="{16C7F3C9-9666-4CDE-A6EB-C88CBF0D1175}" srcOrd="2" destOrd="0" presId="urn:microsoft.com/office/officeart/2005/8/layout/hierarchy2"/>
    <dgm:cxn modelId="{AB4A4B48-FDDF-4795-A586-969BB8B9DB20}" type="presParOf" srcId="{16C7F3C9-9666-4CDE-A6EB-C88CBF0D1175}" destId="{5F5F250A-A30D-4B78-B21C-F4506686CCCC}" srcOrd="0" destOrd="0" presId="urn:microsoft.com/office/officeart/2005/8/layout/hierarchy2"/>
    <dgm:cxn modelId="{F603E65B-B1C5-41D8-8134-432E68E2DDF9}" type="presParOf" srcId="{C4E82CDD-04F7-441D-8BA9-814417AC6FFE}" destId="{A76988F4-AF45-4F2E-AC72-B977FF15A126}" srcOrd="3" destOrd="0" presId="urn:microsoft.com/office/officeart/2005/8/layout/hierarchy2"/>
    <dgm:cxn modelId="{AB67CC4E-8801-4349-9060-9CB0540CB180}" type="presParOf" srcId="{A76988F4-AF45-4F2E-AC72-B977FF15A126}" destId="{A00A4D31-5EC2-4B24-AE7E-1A66F9B0DB54}" srcOrd="0" destOrd="0" presId="urn:microsoft.com/office/officeart/2005/8/layout/hierarchy2"/>
    <dgm:cxn modelId="{75830BEA-F826-427D-8F5D-B01A27DDB306}" type="presParOf" srcId="{A76988F4-AF45-4F2E-AC72-B977FF15A126}" destId="{B206C137-0477-47C1-9FA7-12602ACB56F9}" srcOrd="1" destOrd="0" presId="urn:microsoft.com/office/officeart/2005/8/layout/hierarchy2"/>
    <dgm:cxn modelId="{4B7C08B9-BBBE-4D5F-9EBE-AB39917E8C24}" type="presParOf" srcId="{B206C137-0477-47C1-9FA7-12602ACB56F9}" destId="{0789E535-D1B0-48E4-AED7-A96FE34CFFC3}" srcOrd="0" destOrd="0" presId="urn:microsoft.com/office/officeart/2005/8/layout/hierarchy2"/>
    <dgm:cxn modelId="{5E04A462-3A6A-488E-A096-5BA5B9739002}" type="presParOf" srcId="{0789E535-D1B0-48E4-AED7-A96FE34CFFC3}" destId="{A3EC3C13-AD22-467D-A48E-DC06C9CAF518}" srcOrd="0" destOrd="0" presId="urn:microsoft.com/office/officeart/2005/8/layout/hierarchy2"/>
    <dgm:cxn modelId="{257083F0-2074-4392-BBDB-686F14D50A9F}" type="presParOf" srcId="{B206C137-0477-47C1-9FA7-12602ACB56F9}" destId="{EA034DFC-1CAB-4054-8DB7-131C01C7FFB9}" srcOrd="1" destOrd="0" presId="urn:microsoft.com/office/officeart/2005/8/layout/hierarchy2"/>
    <dgm:cxn modelId="{69EDAA74-CEDE-4D6C-B9C5-5706471745BF}" type="presParOf" srcId="{EA034DFC-1CAB-4054-8DB7-131C01C7FFB9}" destId="{1FB3C324-2ABF-4C20-9D71-AA8CA54F0622}" srcOrd="0" destOrd="0" presId="urn:microsoft.com/office/officeart/2005/8/layout/hierarchy2"/>
    <dgm:cxn modelId="{4BF0CE75-3A5F-4EB2-9A6B-6833D49ABF05}" type="presParOf" srcId="{EA034DFC-1CAB-4054-8DB7-131C01C7FFB9}" destId="{246AE9E3-67D1-440B-9583-627F78BC84AC}" srcOrd="1" destOrd="0" presId="urn:microsoft.com/office/officeart/2005/8/layout/hierarchy2"/>
    <dgm:cxn modelId="{24CCFE33-CBBA-4D81-9372-3A177EBBD19A}" type="presParOf" srcId="{C4E82CDD-04F7-441D-8BA9-814417AC6FFE}" destId="{29EF6C59-98BF-4B23-93F2-BC1B11918176}" srcOrd="4" destOrd="0" presId="urn:microsoft.com/office/officeart/2005/8/layout/hierarchy2"/>
    <dgm:cxn modelId="{73FEBE92-0968-449B-ADFA-ECC389233167}" type="presParOf" srcId="{29EF6C59-98BF-4B23-93F2-BC1B11918176}" destId="{815D4D07-D51F-48EE-A573-9E1573F91B48}" srcOrd="0" destOrd="0" presId="urn:microsoft.com/office/officeart/2005/8/layout/hierarchy2"/>
    <dgm:cxn modelId="{18B04302-87B3-4909-B46F-46F545D8C7DF}" type="presParOf" srcId="{C4E82CDD-04F7-441D-8BA9-814417AC6FFE}" destId="{76C95C00-3ECE-49BA-BF6D-9641BE348E04}" srcOrd="5" destOrd="0" presId="urn:microsoft.com/office/officeart/2005/8/layout/hierarchy2"/>
    <dgm:cxn modelId="{9F4FE642-1223-48E5-87BF-5FA5C2A8E555}" type="presParOf" srcId="{76C95C00-3ECE-49BA-BF6D-9641BE348E04}" destId="{2773366B-72ED-4D52-A609-787697056A9B}" srcOrd="0" destOrd="0" presId="urn:microsoft.com/office/officeart/2005/8/layout/hierarchy2"/>
    <dgm:cxn modelId="{ABAC92E8-883D-42DB-BFA1-EB9235810A55}" type="presParOf" srcId="{76C95C00-3ECE-49BA-BF6D-9641BE348E04}" destId="{11531A2E-D63D-4872-A611-C283BC4AB0CB}"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EAACC29C-5FAE-4FA4-A683-317FFF1B0EDE}" type="doc">
      <dgm:prSet loTypeId="urn:microsoft.com/office/officeart/2005/8/layout/hierarchy2" loCatId="hierarchy" qsTypeId="urn:microsoft.com/office/officeart/2005/8/quickstyle/simple1" qsCatId="simple" csTypeId="urn:microsoft.com/office/officeart/2005/8/colors/accent5_2" csCatId="accent5" phldr="1"/>
      <dgm:spPr/>
      <dgm:t>
        <a:bodyPr/>
        <a:lstStyle/>
        <a:p>
          <a:endParaRPr kumimoji="1" lang="ja-JP" altLang="en-US"/>
        </a:p>
      </dgm:t>
    </dgm:pt>
    <dgm:pt modelId="{581ABA25-3A4C-40A8-BC24-FB3644FBCED6}">
      <dgm:prSet phldrT="[テキスト]"/>
      <dgm:spPr/>
      <dgm:t>
        <a:bodyPr/>
        <a:lstStyle/>
        <a:p>
          <a:r>
            <a:rPr kumimoji="1" lang="ja-JP" altLang="en-US" dirty="0"/>
            <a:t>開発者</a:t>
          </a:r>
        </a:p>
      </dgm:t>
    </dgm:pt>
    <dgm:pt modelId="{A826E8D2-4AEA-4DFD-87D6-9546F33623D6}" type="parTrans" cxnId="{3A10223B-4798-4EF9-A44A-14D0597BE010}">
      <dgm:prSet/>
      <dgm:spPr/>
      <dgm:t>
        <a:bodyPr/>
        <a:lstStyle/>
        <a:p>
          <a:endParaRPr kumimoji="1" lang="ja-JP" altLang="en-US"/>
        </a:p>
      </dgm:t>
    </dgm:pt>
    <dgm:pt modelId="{16B83A9C-B88E-488B-B1C2-12709C78F5C8}" type="sibTrans" cxnId="{3A10223B-4798-4EF9-A44A-14D0597BE010}">
      <dgm:prSet/>
      <dgm:spPr/>
      <dgm:t>
        <a:bodyPr/>
        <a:lstStyle/>
        <a:p>
          <a:endParaRPr kumimoji="1" lang="ja-JP" altLang="en-US"/>
        </a:p>
      </dgm:t>
    </dgm:pt>
    <dgm:pt modelId="{11652474-309B-4766-B393-35123F475C93}">
      <dgm:prSet phldrT="[テキスト]"/>
      <dgm:spPr/>
      <dgm:t>
        <a:bodyPr/>
        <a:lstStyle/>
        <a:p>
          <a:r>
            <a:rPr kumimoji="1" lang="ja-JP" altLang="en-US" dirty="0"/>
            <a:t>ポータル</a:t>
          </a:r>
          <a:br>
            <a:rPr kumimoji="1" lang="en-US" altLang="ja-JP" dirty="0"/>
          </a:br>
          <a:r>
            <a:rPr kumimoji="1" lang="ja-JP" altLang="en-US" dirty="0"/>
            <a:t>サイト</a:t>
          </a:r>
        </a:p>
      </dgm:t>
    </dgm:pt>
    <dgm:pt modelId="{5A6BC25A-4191-4F41-9AC6-B0E3E8881029}" type="parTrans" cxnId="{90A3CE6D-520D-4613-BB1A-5D19CBB5F2CA}">
      <dgm:prSet/>
      <dgm:spPr/>
      <dgm:t>
        <a:bodyPr/>
        <a:lstStyle/>
        <a:p>
          <a:endParaRPr kumimoji="1" lang="ja-JP" altLang="en-US"/>
        </a:p>
      </dgm:t>
    </dgm:pt>
    <dgm:pt modelId="{2025EB77-94B6-4757-B141-FD21D49E8684}" type="sibTrans" cxnId="{90A3CE6D-520D-4613-BB1A-5D19CBB5F2CA}">
      <dgm:prSet/>
      <dgm:spPr/>
      <dgm:t>
        <a:bodyPr/>
        <a:lstStyle/>
        <a:p>
          <a:endParaRPr kumimoji="1" lang="ja-JP" altLang="en-US"/>
        </a:p>
      </dgm:t>
    </dgm:pt>
    <dgm:pt modelId="{02862427-337B-4F3D-878D-B834F401D97A}">
      <dgm:prSet phldrT="[テキスト]"/>
      <dgm:spPr/>
      <dgm:t>
        <a:bodyPr/>
        <a:lstStyle/>
        <a:p>
          <a:r>
            <a:rPr kumimoji="1" lang="en-US" altLang="ja-JP" dirty="0"/>
            <a:t>DB</a:t>
          </a:r>
          <a:br>
            <a:rPr kumimoji="1" lang="en-US" altLang="ja-JP" dirty="0"/>
          </a:br>
          <a:r>
            <a:rPr kumimoji="1" lang="ja-JP" altLang="en-US" dirty="0"/>
            <a:t>（追加機能）</a:t>
          </a:r>
        </a:p>
      </dgm:t>
    </dgm:pt>
    <dgm:pt modelId="{C69A111A-3DEF-47A1-8D6D-3A44896A6AF2}" type="parTrans" cxnId="{1A138D5C-A7FA-4B54-8850-967CB0F953FB}">
      <dgm:prSet/>
      <dgm:spPr/>
      <dgm:t>
        <a:bodyPr/>
        <a:lstStyle/>
        <a:p>
          <a:endParaRPr kumimoji="1" lang="ja-JP" altLang="en-US"/>
        </a:p>
      </dgm:t>
    </dgm:pt>
    <dgm:pt modelId="{0C882196-E47F-4915-829A-9A828BA56423}" type="sibTrans" cxnId="{1A138D5C-A7FA-4B54-8850-967CB0F953FB}">
      <dgm:prSet/>
      <dgm:spPr/>
      <dgm:t>
        <a:bodyPr/>
        <a:lstStyle/>
        <a:p>
          <a:endParaRPr kumimoji="1" lang="ja-JP" altLang="en-US"/>
        </a:p>
      </dgm:t>
    </dgm:pt>
    <dgm:pt modelId="{9A8FF4EB-F791-442C-B9E1-E28C7B1E8151}" type="pres">
      <dgm:prSet presAssocID="{EAACC29C-5FAE-4FA4-A683-317FFF1B0EDE}" presName="diagram" presStyleCnt="0">
        <dgm:presLayoutVars>
          <dgm:chPref val="1"/>
          <dgm:dir/>
          <dgm:animOne val="branch"/>
          <dgm:animLvl val="lvl"/>
          <dgm:resizeHandles val="exact"/>
        </dgm:presLayoutVars>
      </dgm:prSet>
      <dgm:spPr/>
    </dgm:pt>
    <dgm:pt modelId="{E6AF8041-EB01-42A7-B30A-D6520EFB3A2E}" type="pres">
      <dgm:prSet presAssocID="{581ABA25-3A4C-40A8-BC24-FB3644FBCED6}" presName="root1" presStyleCnt="0"/>
      <dgm:spPr/>
    </dgm:pt>
    <dgm:pt modelId="{315E9E0C-5969-4144-8435-3C16D6323DA3}" type="pres">
      <dgm:prSet presAssocID="{581ABA25-3A4C-40A8-BC24-FB3644FBCED6}" presName="LevelOneTextNode" presStyleLbl="node0" presStyleIdx="0" presStyleCnt="1">
        <dgm:presLayoutVars>
          <dgm:chPref val="3"/>
        </dgm:presLayoutVars>
      </dgm:prSet>
      <dgm:spPr/>
    </dgm:pt>
    <dgm:pt modelId="{64261A6B-B9C0-44B0-A9C3-40386E844F37}" type="pres">
      <dgm:prSet presAssocID="{581ABA25-3A4C-40A8-BC24-FB3644FBCED6}" presName="level2hierChild" presStyleCnt="0"/>
      <dgm:spPr/>
    </dgm:pt>
    <dgm:pt modelId="{1853B0A2-3B77-422F-8570-295491F54C22}" type="pres">
      <dgm:prSet presAssocID="{5A6BC25A-4191-4F41-9AC6-B0E3E8881029}" presName="conn2-1" presStyleLbl="parChTrans1D2" presStyleIdx="0" presStyleCnt="1"/>
      <dgm:spPr/>
    </dgm:pt>
    <dgm:pt modelId="{A6A141DE-0F35-4435-A176-CB569C0181FA}" type="pres">
      <dgm:prSet presAssocID="{5A6BC25A-4191-4F41-9AC6-B0E3E8881029}" presName="connTx" presStyleLbl="parChTrans1D2" presStyleIdx="0" presStyleCnt="1"/>
      <dgm:spPr/>
    </dgm:pt>
    <dgm:pt modelId="{C7B0AEDF-EB14-4F45-B9E9-DA650C444902}" type="pres">
      <dgm:prSet presAssocID="{11652474-309B-4766-B393-35123F475C93}" presName="root2" presStyleCnt="0"/>
      <dgm:spPr/>
    </dgm:pt>
    <dgm:pt modelId="{5F42DE7A-801D-45B2-8B5B-206437DAC6DA}" type="pres">
      <dgm:prSet presAssocID="{11652474-309B-4766-B393-35123F475C93}" presName="LevelTwoTextNode" presStyleLbl="node2" presStyleIdx="0" presStyleCnt="1">
        <dgm:presLayoutVars>
          <dgm:chPref val="3"/>
        </dgm:presLayoutVars>
      </dgm:prSet>
      <dgm:spPr/>
    </dgm:pt>
    <dgm:pt modelId="{C4A9843E-9CAF-4156-B364-E3A516F3D611}" type="pres">
      <dgm:prSet presAssocID="{11652474-309B-4766-B393-35123F475C93}" presName="level3hierChild" presStyleCnt="0"/>
      <dgm:spPr/>
    </dgm:pt>
    <dgm:pt modelId="{8AECC787-6104-47FD-AAD0-4B91116E037D}" type="pres">
      <dgm:prSet presAssocID="{C69A111A-3DEF-47A1-8D6D-3A44896A6AF2}" presName="conn2-1" presStyleLbl="parChTrans1D3" presStyleIdx="0" presStyleCnt="1"/>
      <dgm:spPr/>
    </dgm:pt>
    <dgm:pt modelId="{791350D4-06E6-4DF0-AD18-D0D12D241B44}" type="pres">
      <dgm:prSet presAssocID="{C69A111A-3DEF-47A1-8D6D-3A44896A6AF2}" presName="connTx" presStyleLbl="parChTrans1D3" presStyleIdx="0" presStyleCnt="1"/>
      <dgm:spPr/>
    </dgm:pt>
    <dgm:pt modelId="{1E38E70C-01C1-4759-9010-52C34A8E3B7F}" type="pres">
      <dgm:prSet presAssocID="{02862427-337B-4F3D-878D-B834F401D97A}" presName="root2" presStyleCnt="0"/>
      <dgm:spPr/>
    </dgm:pt>
    <dgm:pt modelId="{7F0E99F1-08D2-4DC6-A86A-A78D88013951}" type="pres">
      <dgm:prSet presAssocID="{02862427-337B-4F3D-878D-B834F401D97A}" presName="LevelTwoTextNode" presStyleLbl="node3" presStyleIdx="0" presStyleCnt="1">
        <dgm:presLayoutVars>
          <dgm:chPref val="3"/>
        </dgm:presLayoutVars>
      </dgm:prSet>
      <dgm:spPr/>
    </dgm:pt>
    <dgm:pt modelId="{EADA0F87-5DD6-4CEE-B43E-FF0BDCF7073D}" type="pres">
      <dgm:prSet presAssocID="{02862427-337B-4F3D-878D-B834F401D97A}" presName="level3hierChild" presStyleCnt="0"/>
      <dgm:spPr/>
    </dgm:pt>
  </dgm:ptLst>
  <dgm:cxnLst>
    <dgm:cxn modelId="{7E758C04-1B1D-44CC-83A7-AA798421B3AB}" type="presOf" srcId="{02862427-337B-4F3D-878D-B834F401D97A}" destId="{7F0E99F1-08D2-4DC6-A86A-A78D88013951}" srcOrd="0" destOrd="0" presId="urn:microsoft.com/office/officeart/2005/8/layout/hierarchy2"/>
    <dgm:cxn modelId="{698BE021-B99B-4491-84D3-F906FAE4D7AF}" type="presOf" srcId="{5A6BC25A-4191-4F41-9AC6-B0E3E8881029}" destId="{1853B0A2-3B77-422F-8570-295491F54C22}" srcOrd="0" destOrd="0" presId="urn:microsoft.com/office/officeart/2005/8/layout/hierarchy2"/>
    <dgm:cxn modelId="{77C49127-468E-4E08-A752-D879324DF598}" type="presOf" srcId="{581ABA25-3A4C-40A8-BC24-FB3644FBCED6}" destId="{315E9E0C-5969-4144-8435-3C16D6323DA3}" srcOrd="0" destOrd="0" presId="urn:microsoft.com/office/officeart/2005/8/layout/hierarchy2"/>
    <dgm:cxn modelId="{3A10223B-4798-4EF9-A44A-14D0597BE010}" srcId="{EAACC29C-5FAE-4FA4-A683-317FFF1B0EDE}" destId="{581ABA25-3A4C-40A8-BC24-FB3644FBCED6}" srcOrd="0" destOrd="0" parTransId="{A826E8D2-4AEA-4DFD-87D6-9546F33623D6}" sibTransId="{16B83A9C-B88E-488B-B1C2-12709C78F5C8}"/>
    <dgm:cxn modelId="{1A138D5C-A7FA-4B54-8850-967CB0F953FB}" srcId="{11652474-309B-4766-B393-35123F475C93}" destId="{02862427-337B-4F3D-878D-B834F401D97A}" srcOrd="0" destOrd="0" parTransId="{C69A111A-3DEF-47A1-8D6D-3A44896A6AF2}" sibTransId="{0C882196-E47F-4915-829A-9A828BA56423}"/>
    <dgm:cxn modelId="{9CE95562-4575-4D74-A435-39EE6F4D7871}" type="presOf" srcId="{EAACC29C-5FAE-4FA4-A683-317FFF1B0EDE}" destId="{9A8FF4EB-F791-442C-B9E1-E28C7B1E8151}" srcOrd="0" destOrd="0" presId="urn:microsoft.com/office/officeart/2005/8/layout/hierarchy2"/>
    <dgm:cxn modelId="{90A3CE6D-520D-4613-BB1A-5D19CBB5F2CA}" srcId="{581ABA25-3A4C-40A8-BC24-FB3644FBCED6}" destId="{11652474-309B-4766-B393-35123F475C93}" srcOrd="0" destOrd="0" parTransId="{5A6BC25A-4191-4F41-9AC6-B0E3E8881029}" sibTransId="{2025EB77-94B6-4757-B141-FD21D49E8684}"/>
    <dgm:cxn modelId="{6BAE8D4F-D4B1-4DC1-A68A-FCC1E1D40FA7}" type="presOf" srcId="{C69A111A-3DEF-47A1-8D6D-3A44896A6AF2}" destId="{8AECC787-6104-47FD-AAD0-4B91116E037D}" srcOrd="0" destOrd="0" presId="urn:microsoft.com/office/officeart/2005/8/layout/hierarchy2"/>
    <dgm:cxn modelId="{B7EE23C3-7045-402F-BF50-985891CDD470}" type="presOf" srcId="{C69A111A-3DEF-47A1-8D6D-3A44896A6AF2}" destId="{791350D4-06E6-4DF0-AD18-D0D12D241B44}" srcOrd="1" destOrd="0" presId="urn:microsoft.com/office/officeart/2005/8/layout/hierarchy2"/>
    <dgm:cxn modelId="{754CBBC3-7A24-417D-A69E-DEE54FF57864}" type="presOf" srcId="{11652474-309B-4766-B393-35123F475C93}" destId="{5F42DE7A-801D-45B2-8B5B-206437DAC6DA}" srcOrd="0" destOrd="0" presId="urn:microsoft.com/office/officeart/2005/8/layout/hierarchy2"/>
    <dgm:cxn modelId="{7E459BFE-0CCA-4F31-BF09-670F11C2BE77}" type="presOf" srcId="{5A6BC25A-4191-4F41-9AC6-B0E3E8881029}" destId="{A6A141DE-0F35-4435-A176-CB569C0181FA}" srcOrd="1" destOrd="0" presId="urn:microsoft.com/office/officeart/2005/8/layout/hierarchy2"/>
    <dgm:cxn modelId="{E89354F5-9601-4BC3-904A-CA4F3FFE0951}" type="presParOf" srcId="{9A8FF4EB-F791-442C-B9E1-E28C7B1E8151}" destId="{E6AF8041-EB01-42A7-B30A-D6520EFB3A2E}" srcOrd="0" destOrd="0" presId="urn:microsoft.com/office/officeart/2005/8/layout/hierarchy2"/>
    <dgm:cxn modelId="{0F14B7EB-5D21-4328-9DC8-604755D1AE17}" type="presParOf" srcId="{E6AF8041-EB01-42A7-B30A-D6520EFB3A2E}" destId="{315E9E0C-5969-4144-8435-3C16D6323DA3}" srcOrd="0" destOrd="0" presId="urn:microsoft.com/office/officeart/2005/8/layout/hierarchy2"/>
    <dgm:cxn modelId="{E89D211C-E4CC-47AE-9913-6E85BF57F0B7}" type="presParOf" srcId="{E6AF8041-EB01-42A7-B30A-D6520EFB3A2E}" destId="{64261A6B-B9C0-44B0-A9C3-40386E844F37}" srcOrd="1" destOrd="0" presId="urn:microsoft.com/office/officeart/2005/8/layout/hierarchy2"/>
    <dgm:cxn modelId="{BBDBEF5B-D75F-469D-9DAC-2150169395AC}" type="presParOf" srcId="{64261A6B-B9C0-44B0-A9C3-40386E844F37}" destId="{1853B0A2-3B77-422F-8570-295491F54C22}" srcOrd="0" destOrd="0" presId="urn:microsoft.com/office/officeart/2005/8/layout/hierarchy2"/>
    <dgm:cxn modelId="{79CABCB3-2729-4519-9110-C15C97C7951F}" type="presParOf" srcId="{1853B0A2-3B77-422F-8570-295491F54C22}" destId="{A6A141DE-0F35-4435-A176-CB569C0181FA}" srcOrd="0" destOrd="0" presId="urn:microsoft.com/office/officeart/2005/8/layout/hierarchy2"/>
    <dgm:cxn modelId="{F2BFFF5E-5EDA-49E5-9656-8373176E781C}" type="presParOf" srcId="{64261A6B-B9C0-44B0-A9C3-40386E844F37}" destId="{C7B0AEDF-EB14-4F45-B9E9-DA650C444902}" srcOrd="1" destOrd="0" presId="urn:microsoft.com/office/officeart/2005/8/layout/hierarchy2"/>
    <dgm:cxn modelId="{47A9A084-6DC3-4CC8-983F-2F024C2D953C}" type="presParOf" srcId="{C7B0AEDF-EB14-4F45-B9E9-DA650C444902}" destId="{5F42DE7A-801D-45B2-8B5B-206437DAC6DA}" srcOrd="0" destOrd="0" presId="urn:microsoft.com/office/officeart/2005/8/layout/hierarchy2"/>
    <dgm:cxn modelId="{A1259548-C11D-448A-8B96-0B5A7A2B6E01}" type="presParOf" srcId="{C7B0AEDF-EB14-4F45-B9E9-DA650C444902}" destId="{C4A9843E-9CAF-4156-B364-E3A516F3D611}" srcOrd="1" destOrd="0" presId="urn:microsoft.com/office/officeart/2005/8/layout/hierarchy2"/>
    <dgm:cxn modelId="{C3CF14D7-AD4C-4F4B-9314-1E0221C0217A}" type="presParOf" srcId="{C4A9843E-9CAF-4156-B364-E3A516F3D611}" destId="{8AECC787-6104-47FD-AAD0-4B91116E037D}" srcOrd="0" destOrd="0" presId="urn:microsoft.com/office/officeart/2005/8/layout/hierarchy2"/>
    <dgm:cxn modelId="{C4962DCA-3B20-478D-8652-B7E7FBEC89E8}" type="presParOf" srcId="{8AECC787-6104-47FD-AAD0-4B91116E037D}" destId="{791350D4-06E6-4DF0-AD18-D0D12D241B44}" srcOrd="0" destOrd="0" presId="urn:microsoft.com/office/officeart/2005/8/layout/hierarchy2"/>
    <dgm:cxn modelId="{C4B617E8-28F0-450F-9724-06E69277BD2E}" type="presParOf" srcId="{C4A9843E-9CAF-4156-B364-E3A516F3D611}" destId="{1E38E70C-01C1-4759-9010-52C34A8E3B7F}" srcOrd="1" destOrd="0" presId="urn:microsoft.com/office/officeart/2005/8/layout/hierarchy2"/>
    <dgm:cxn modelId="{BDA1D385-C536-4AC9-A22D-92A327D43317}" type="presParOf" srcId="{1E38E70C-01C1-4759-9010-52C34A8E3B7F}" destId="{7F0E99F1-08D2-4DC6-A86A-A78D88013951}" srcOrd="0" destOrd="0" presId="urn:microsoft.com/office/officeart/2005/8/layout/hierarchy2"/>
    <dgm:cxn modelId="{7F644CD9-B6DC-44E3-9C0B-171CC628E0FE}" type="presParOf" srcId="{1E38E70C-01C1-4759-9010-52C34A8E3B7F}" destId="{EADA0F87-5DD6-4CEE-B43E-FF0BDCF7073D}"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081D67E0-1869-4808-BD5C-5FC0E986EF49}" type="doc">
      <dgm:prSet loTypeId="urn:microsoft.com/office/officeart/2005/8/layout/radial6" loCatId="relationship" qsTypeId="urn:microsoft.com/office/officeart/2005/8/quickstyle/simple1" qsCatId="simple" csTypeId="urn:microsoft.com/office/officeart/2005/8/colors/colorful1" csCatId="colorful" phldr="1"/>
      <dgm:spPr/>
      <dgm:t>
        <a:bodyPr/>
        <a:lstStyle/>
        <a:p>
          <a:endParaRPr kumimoji="1" lang="ja-JP" altLang="en-US"/>
        </a:p>
      </dgm:t>
    </dgm:pt>
    <dgm:pt modelId="{1C550CAC-E02A-4F33-ABD1-B1E1B412839E}">
      <dgm:prSet phldrT="[テキスト]"/>
      <dgm:spPr/>
      <dgm:t>
        <a:bodyPr/>
        <a:lstStyle/>
        <a:p>
          <a:r>
            <a:rPr kumimoji="1" lang="en-US" altLang="ja-JP" b="1" dirty="0"/>
            <a:t>SQL</a:t>
          </a:r>
          <a:br>
            <a:rPr kumimoji="1" lang="en-US" altLang="ja-JP" b="1" dirty="0"/>
          </a:br>
          <a:r>
            <a:rPr kumimoji="1" lang="en-US" altLang="ja-JP" b="1" dirty="0"/>
            <a:t>server</a:t>
          </a:r>
          <a:endParaRPr kumimoji="1" lang="ja-JP" altLang="en-US" b="1" dirty="0"/>
        </a:p>
      </dgm:t>
    </dgm:pt>
    <dgm:pt modelId="{9F9D88C5-02F3-4874-94D2-639D3BD9A941}" type="parTrans" cxnId="{80C95130-C0F1-47D1-830F-44FA1058C2C1}">
      <dgm:prSet/>
      <dgm:spPr/>
      <dgm:t>
        <a:bodyPr/>
        <a:lstStyle/>
        <a:p>
          <a:endParaRPr kumimoji="1" lang="ja-JP" altLang="en-US"/>
        </a:p>
      </dgm:t>
    </dgm:pt>
    <dgm:pt modelId="{6770DF64-51AC-42A2-ABFF-F85D3B9AEAD0}" type="sibTrans" cxnId="{80C95130-C0F1-47D1-830F-44FA1058C2C1}">
      <dgm:prSet/>
      <dgm:spPr/>
      <dgm:t>
        <a:bodyPr/>
        <a:lstStyle/>
        <a:p>
          <a:endParaRPr kumimoji="1" lang="ja-JP" altLang="en-US"/>
        </a:p>
      </dgm:t>
    </dgm:pt>
    <dgm:pt modelId="{C9C45F3E-432A-4349-8609-8F4133F38CEC}">
      <dgm:prSet phldrT="[テキスト]"/>
      <dgm:spPr/>
      <dgm:t>
        <a:bodyPr/>
        <a:lstStyle/>
        <a:p>
          <a:r>
            <a:rPr kumimoji="1" lang="en-US" altLang="ja-JP" b="1" dirty="0"/>
            <a:t>JavaScript</a:t>
          </a:r>
          <a:endParaRPr kumimoji="1" lang="ja-JP" altLang="en-US" b="1" dirty="0"/>
        </a:p>
      </dgm:t>
    </dgm:pt>
    <dgm:pt modelId="{C796E51F-1081-4662-A8D1-4A0B41628CEA}" type="parTrans" cxnId="{4B5B01C7-4ADE-4970-BE7E-DC6BE227A12D}">
      <dgm:prSet/>
      <dgm:spPr/>
      <dgm:t>
        <a:bodyPr/>
        <a:lstStyle/>
        <a:p>
          <a:endParaRPr kumimoji="1" lang="ja-JP" altLang="en-US"/>
        </a:p>
      </dgm:t>
    </dgm:pt>
    <dgm:pt modelId="{208A45D9-08E6-485B-83B4-9FA3BBC436F3}" type="sibTrans" cxnId="{4B5B01C7-4ADE-4970-BE7E-DC6BE227A12D}">
      <dgm:prSet/>
      <dgm:spPr/>
      <dgm:t>
        <a:bodyPr/>
        <a:lstStyle/>
        <a:p>
          <a:endParaRPr kumimoji="1" lang="ja-JP" altLang="en-US"/>
        </a:p>
      </dgm:t>
    </dgm:pt>
    <dgm:pt modelId="{9137A948-4060-41BB-991B-FD69B25CA872}">
      <dgm:prSet phldrT="[テキスト]"/>
      <dgm:spPr/>
      <dgm:t>
        <a:bodyPr/>
        <a:lstStyle/>
        <a:p>
          <a:r>
            <a:rPr kumimoji="1" lang="en-US" altLang="ja-JP" b="1" dirty="0"/>
            <a:t>PHP</a:t>
          </a:r>
          <a:endParaRPr kumimoji="1" lang="ja-JP" altLang="en-US" b="1" dirty="0"/>
        </a:p>
      </dgm:t>
    </dgm:pt>
    <dgm:pt modelId="{8DF1EBCA-DCCC-4CF5-B12F-90966C32041B}" type="parTrans" cxnId="{B3CD205C-B955-4C38-B58E-23412A24658E}">
      <dgm:prSet/>
      <dgm:spPr/>
      <dgm:t>
        <a:bodyPr/>
        <a:lstStyle/>
        <a:p>
          <a:endParaRPr kumimoji="1" lang="ja-JP" altLang="en-US"/>
        </a:p>
      </dgm:t>
    </dgm:pt>
    <dgm:pt modelId="{56EADB95-5855-4E0E-A5B1-2E91CE504910}" type="sibTrans" cxnId="{B3CD205C-B955-4C38-B58E-23412A24658E}">
      <dgm:prSet/>
      <dgm:spPr/>
      <dgm:t>
        <a:bodyPr/>
        <a:lstStyle/>
        <a:p>
          <a:endParaRPr kumimoji="1" lang="ja-JP" altLang="en-US"/>
        </a:p>
      </dgm:t>
    </dgm:pt>
    <dgm:pt modelId="{9FF7350B-9FFB-4B8F-9A84-EB16B3247450}">
      <dgm:prSet phldrT="[テキスト]"/>
      <dgm:spPr/>
      <dgm:t>
        <a:bodyPr/>
        <a:lstStyle/>
        <a:p>
          <a:r>
            <a:rPr kumimoji="1" lang="en-US" altLang="ja-JP" b="1" dirty="0"/>
            <a:t>CSS</a:t>
          </a:r>
          <a:endParaRPr kumimoji="1" lang="ja-JP" altLang="en-US" b="1" dirty="0"/>
        </a:p>
      </dgm:t>
    </dgm:pt>
    <dgm:pt modelId="{6CCFF29D-28A8-4F34-B5B1-40019BBBBF7F}" type="parTrans" cxnId="{A37DD81D-2191-4571-80BE-C048573EF34D}">
      <dgm:prSet/>
      <dgm:spPr/>
      <dgm:t>
        <a:bodyPr/>
        <a:lstStyle/>
        <a:p>
          <a:endParaRPr kumimoji="1" lang="ja-JP" altLang="en-US"/>
        </a:p>
      </dgm:t>
    </dgm:pt>
    <dgm:pt modelId="{5722FBB4-2963-426D-9FA8-E1CB8F48FB56}" type="sibTrans" cxnId="{A37DD81D-2191-4571-80BE-C048573EF34D}">
      <dgm:prSet/>
      <dgm:spPr/>
      <dgm:t>
        <a:bodyPr/>
        <a:lstStyle/>
        <a:p>
          <a:endParaRPr kumimoji="1" lang="ja-JP" altLang="en-US"/>
        </a:p>
      </dgm:t>
    </dgm:pt>
    <dgm:pt modelId="{DB1822DA-7DBA-4F10-AA89-3FDCD8AAC447}">
      <dgm:prSet phldrT="[テキスト]"/>
      <dgm:spPr/>
      <dgm:t>
        <a:bodyPr/>
        <a:lstStyle/>
        <a:p>
          <a:r>
            <a:rPr kumimoji="1" lang="en-US" altLang="ja-JP" b="1" dirty="0"/>
            <a:t>HTML</a:t>
          </a:r>
          <a:endParaRPr kumimoji="1" lang="ja-JP" altLang="en-US" b="1" dirty="0"/>
        </a:p>
      </dgm:t>
    </dgm:pt>
    <dgm:pt modelId="{32589E0B-E1D7-4684-8417-D3F934A12FC7}" type="parTrans" cxnId="{83C5CBB8-A8B7-42B3-8178-6EA5198E8571}">
      <dgm:prSet/>
      <dgm:spPr/>
      <dgm:t>
        <a:bodyPr/>
        <a:lstStyle/>
        <a:p>
          <a:endParaRPr kumimoji="1" lang="ja-JP" altLang="en-US"/>
        </a:p>
      </dgm:t>
    </dgm:pt>
    <dgm:pt modelId="{46B045EB-D93D-427E-9259-3689248A02B5}" type="sibTrans" cxnId="{83C5CBB8-A8B7-42B3-8178-6EA5198E8571}">
      <dgm:prSet/>
      <dgm:spPr/>
      <dgm:t>
        <a:bodyPr/>
        <a:lstStyle/>
        <a:p>
          <a:endParaRPr kumimoji="1" lang="ja-JP" altLang="en-US"/>
        </a:p>
      </dgm:t>
    </dgm:pt>
    <dgm:pt modelId="{A6963714-2DE9-46AF-A8F0-B6BFD83A1AE6}" type="pres">
      <dgm:prSet presAssocID="{081D67E0-1869-4808-BD5C-5FC0E986EF49}" presName="Name0" presStyleCnt="0">
        <dgm:presLayoutVars>
          <dgm:chMax val="1"/>
          <dgm:dir/>
          <dgm:animLvl val="ctr"/>
          <dgm:resizeHandles val="exact"/>
        </dgm:presLayoutVars>
      </dgm:prSet>
      <dgm:spPr/>
    </dgm:pt>
    <dgm:pt modelId="{5939A7C0-1435-4122-93A2-07A0970CE4B9}" type="pres">
      <dgm:prSet presAssocID="{1C550CAC-E02A-4F33-ABD1-B1E1B412839E}" presName="centerShape" presStyleLbl="node0" presStyleIdx="0" presStyleCnt="1"/>
      <dgm:spPr/>
    </dgm:pt>
    <dgm:pt modelId="{74B5DA8A-B8BD-4303-BB20-69D4A98E5780}" type="pres">
      <dgm:prSet presAssocID="{C9C45F3E-432A-4349-8609-8F4133F38CEC}" presName="node" presStyleLbl="node1" presStyleIdx="0" presStyleCnt="4">
        <dgm:presLayoutVars>
          <dgm:bulletEnabled val="1"/>
        </dgm:presLayoutVars>
      </dgm:prSet>
      <dgm:spPr/>
    </dgm:pt>
    <dgm:pt modelId="{AED52D32-B927-4B24-AF50-43EEAAC162EF}" type="pres">
      <dgm:prSet presAssocID="{C9C45F3E-432A-4349-8609-8F4133F38CEC}" presName="dummy" presStyleCnt="0"/>
      <dgm:spPr/>
    </dgm:pt>
    <dgm:pt modelId="{33FD0E4F-FC10-42E2-9A59-71A3E06796D3}" type="pres">
      <dgm:prSet presAssocID="{208A45D9-08E6-485B-83B4-9FA3BBC436F3}" presName="sibTrans" presStyleLbl="sibTrans2D1" presStyleIdx="0" presStyleCnt="4"/>
      <dgm:spPr/>
    </dgm:pt>
    <dgm:pt modelId="{E711FB0B-B2B4-4560-91D5-EFC703517972}" type="pres">
      <dgm:prSet presAssocID="{9137A948-4060-41BB-991B-FD69B25CA872}" presName="node" presStyleLbl="node1" presStyleIdx="1" presStyleCnt="4">
        <dgm:presLayoutVars>
          <dgm:bulletEnabled val="1"/>
        </dgm:presLayoutVars>
      </dgm:prSet>
      <dgm:spPr/>
    </dgm:pt>
    <dgm:pt modelId="{24FB7C44-4D9C-416F-88D5-58F1D2307967}" type="pres">
      <dgm:prSet presAssocID="{9137A948-4060-41BB-991B-FD69B25CA872}" presName="dummy" presStyleCnt="0"/>
      <dgm:spPr/>
    </dgm:pt>
    <dgm:pt modelId="{F7A55F52-8DD1-4B4F-B0EE-596E5AC88377}" type="pres">
      <dgm:prSet presAssocID="{56EADB95-5855-4E0E-A5B1-2E91CE504910}" presName="sibTrans" presStyleLbl="sibTrans2D1" presStyleIdx="1" presStyleCnt="4"/>
      <dgm:spPr/>
    </dgm:pt>
    <dgm:pt modelId="{E6D03926-6DC5-4E6B-B4C2-D92A59A2AE46}" type="pres">
      <dgm:prSet presAssocID="{9FF7350B-9FFB-4B8F-9A84-EB16B3247450}" presName="node" presStyleLbl="node1" presStyleIdx="2" presStyleCnt="4">
        <dgm:presLayoutVars>
          <dgm:bulletEnabled val="1"/>
        </dgm:presLayoutVars>
      </dgm:prSet>
      <dgm:spPr/>
    </dgm:pt>
    <dgm:pt modelId="{DB5248A6-0EB7-430C-9F30-178D77EE26CC}" type="pres">
      <dgm:prSet presAssocID="{9FF7350B-9FFB-4B8F-9A84-EB16B3247450}" presName="dummy" presStyleCnt="0"/>
      <dgm:spPr/>
    </dgm:pt>
    <dgm:pt modelId="{373922B3-8031-427D-AC6E-AD7651F8D8D1}" type="pres">
      <dgm:prSet presAssocID="{5722FBB4-2963-426D-9FA8-E1CB8F48FB56}" presName="sibTrans" presStyleLbl="sibTrans2D1" presStyleIdx="2" presStyleCnt="4"/>
      <dgm:spPr/>
    </dgm:pt>
    <dgm:pt modelId="{69B0CCEB-6766-4FB0-B5FB-AF48670A30AB}" type="pres">
      <dgm:prSet presAssocID="{DB1822DA-7DBA-4F10-AA89-3FDCD8AAC447}" presName="node" presStyleLbl="node1" presStyleIdx="3" presStyleCnt="4">
        <dgm:presLayoutVars>
          <dgm:bulletEnabled val="1"/>
        </dgm:presLayoutVars>
      </dgm:prSet>
      <dgm:spPr/>
    </dgm:pt>
    <dgm:pt modelId="{68E24604-3752-4B65-A394-73022CE4E08E}" type="pres">
      <dgm:prSet presAssocID="{DB1822DA-7DBA-4F10-AA89-3FDCD8AAC447}" presName="dummy" presStyleCnt="0"/>
      <dgm:spPr/>
    </dgm:pt>
    <dgm:pt modelId="{3A632537-40BB-4FF5-975D-062123CB96AD}" type="pres">
      <dgm:prSet presAssocID="{46B045EB-D93D-427E-9259-3689248A02B5}" presName="sibTrans" presStyleLbl="sibTrans2D1" presStyleIdx="3" presStyleCnt="4"/>
      <dgm:spPr/>
    </dgm:pt>
  </dgm:ptLst>
  <dgm:cxnLst>
    <dgm:cxn modelId="{C539F315-3940-47EA-B08B-A4A65C7B8C7D}" type="presOf" srcId="{208A45D9-08E6-485B-83B4-9FA3BBC436F3}" destId="{33FD0E4F-FC10-42E2-9A59-71A3E06796D3}" srcOrd="0" destOrd="0" presId="urn:microsoft.com/office/officeart/2005/8/layout/radial6"/>
    <dgm:cxn modelId="{E9FB6517-96C6-4B69-908F-22FEB0EF2FFD}" type="presOf" srcId="{46B045EB-D93D-427E-9259-3689248A02B5}" destId="{3A632537-40BB-4FF5-975D-062123CB96AD}" srcOrd="0" destOrd="0" presId="urn:microsoft.com/office/officeart/2005/8/layout/radial6"/>
    <dgm:cxn modelId="{A37DD81D-2191-4571-80BE-C048573EF34D}" srcId="{1C550CAC-E02A-4F33-ABD1-B1E1B412839E}" destId="{9FF7350B-9FFB-4B8F-9A84-EB16B3247450}" srcOrd="2" destOrd="0" parTransId="{6CCFF29D-28A8-4F34-B5B1-40019BBBBF7F}" sibTransId="{5722FBB4-2963-426D-9FA8-E1CB8F48FB56}"/>
    <dgm:cxn modelId="{0C57382F-60F3-46DA-98FC-514D24BA2B0D}" type="presOf" srcId="{9FF7350B-9FFB-4B8F-9A84-EB16B3247450}" destId="{E6D03926-6DC5-4E6B-B4C2-D92A59A2AE46}" srcOrd="0" destOrd="0" presId="urn:microsoft.com/office/officeart/2005/8/layout/radial6"/>
    <dgm:cxn modelId="{80C95130-C0F1-47D1-830F-44FA1058C2C1}" srcId="{081D67E0-1869-4808-BD5C-5FC0E986EF49}" destId="{1C550CAC-E02A-4F33-ABD1-B1E1B412839E}" srcOrd="0" destOrd="0" parTransId="{9F9D88C5-02F3-4874-94D2-639D3BD9A941}" sibTransId="{6770DF64-51AC-42A2-ABFF-F85D3B9AEAD0}"/>
    <dgm:cxn modelId="{B3CD205C-B955-4C38-B58E-23412A24658E}" srcId="{1C550CAC-E02A-4F33-ABD1-B1E1B412839E}" destId="{9137A948-4060-41BB-991B-FD69B25CA872}" srcOrd="1" destOrd="0" parTransId="{8DF1EBCA-DCCC-4CF5-B12F-90966C32041B}" sibTransId="{56EADB95-5855-4E0E-A5B1-2E91CE504910}"/>
    <dgm:cxn modelId="{18661A65-60D6-4B2B-A568-15765A84A339}" type="presOf" srcId="{56EADB95-5855-4E0E-A5B1-2E91CE504910}" destId="{F7A55F52-8DD1-4B4F-B0EE-596E5AC88377}" srcOrd="0" destOrd="0" presId="urn:microsoft.com/office/officeart/2005/8/layout/radial6"/>
    <dgm:cxn modelId="{BA210152-A280-4407-A908-41E623501D84}" type="presOf" srcId="{C9C45F3E-432A-4349-8609-8F4133F38CEC}" destId="{74B5DA8A-B8BD-4303-BB20-69D4A98E5780}" srcOrd="0" destOrd="0" presId="urn:microsoft.com/office/officeart/2005/8/layout/radial6"/>
    <dgm:cxn modelId="{0E32DE76-0081-4103-9746-534E6B4EA020}" type="presOf" srcId="{1C550CAC-E02A-4F33-ABD1-B1E1B412839E}" destId="{5939A7C0-1435-4122-93A2-07A0970CE4B9}" srcOrd="0" destOrd="0" presId="urn:microsoft.com/office/officeart/2005/8/layout/radial6"/>
    <dgm:cxn modelId="{785FB29F-51EB-4234-BE09-FC618885B836}" type="presOf" srcId="{5722FBB4-2963-426D-9FA8-E1CB8F48FB56}" destId="{373922B3-8031-427D-AC6E-AD7651F8D8D1}" srcOrd="0" destOrd="0" presId="urn:microsoft.com/office/officeart/2005/8/layout/radial6"/>
    <dgm:cxn modelId="{00CEA2B2-0640-4DE5-838D-E311BE569233}" type="presOf" srcId="{081D67E0-1869-4808-BD5C-5FC0E986EF49}" destId="{A6963714-2DE9-46AF-A8F0-B6BFD83A1AE6}" srcOrd="0" destOrd="0" presId="urn:microsoft.com/office/officeart/2005/8/layout/radial6"/>
    <dgm:cxn modelId="{83C5CBB8-A8B7-42B3-8178-6EA5198E8571}" srcId="{1C550CAC-E02A-4F33-ABD1-B1E1B412839E}" destId="{DB1822DA-7DBA-4F10-AA89-3FDCD8AAC447}" srcOrd="3" destOrd="0" parTransId="{32589E0B-E1D7-4684-8417-D3F934A12FC7}" sibTransId="{46B045EB-D93D-427E-9259-3689248A02B5}"/>
    <dgm:cxn modelId="{4B5B01C7-4ADE-4970-BE7E-DC6BE227A12D}" srcId="{1C550CAC-E02A-4F33-ABD1-B1E1B412839E}" destId="{C9C45F3E-432A-4349-8609-8F4133F38CEC}" srcOrd="0" destOrd="0" parTransId="{C796E51F-1081-4662-A8D1-4A0B41628CEA}" sibTransId="{208A45D9-08E6-485B-83B4-9FA3BBC436F3}"/>
    <dgm:cxn modelId="{107CF7D1-6F52-4118-B2BC-47626FE63DBD}" type="presOf" srcId="{9137A948-4060-41BB-991B-FD69B25CA872}" destId="{E711FB0B-B2B4-4560-91D5-EFC703517972}" srcOrd="0" destOrd="0" presId="urn:microsoft.com/office/officeart/2005/8/layout/radial6"/>
    <dgm:cxn modelId="{38D9D1D9-6529-4983-9BC5-188226AB54E9}" type="presOf" srcId="{DB1822DA-7DBA-4F10-AA89-3FDCD8AAC447}" destId="{69B0CCEB-6766-4FB0-B5FB-AF48670A30AB}" srcOrd="0" destOrd="0" presId="urn:microsoft.com/office/officeart/2005/8/layout/radial6"/>
    <dgm:cxn modelId="{A9D69707-2F39-4F64-9DA4-EDAB453D985C}" type="presParOf" srcId="{A6963714-2DE9-46AF-A8F0-B6BFD83A1AE6}" destId="{5939A7C0-1435-4122-93A2-07A0970CE4B9}" srcOrd="0" destOrd="0" presId="urn:microsoft.com/office/officeart/2005/8/layout/radial6"/>
    <dgm:cxn modelId="{A020F7FB-8F67-4E83-8695-C8DC9E3B62C1}" type="presParOf" srcId="{A6963714-2DE9-46AF-A8F0-B6BFD83A1AE6}" destId="{74B5DA8A-B8BD-4303-BB20-69D4A98E5780}" srcOrd="1" destOrd="0" presId="urn:microsoft.com/office/officeart/2005/8/layout/radial6"/>
    <dgm:cxn modelId="{1B059DF9-E6CD-43ED-953B-26A3027D50A4}" type="presParOf" srcId="{A6963714-2DE9-46AF-A8F0-B6BFD83A1AE6}" destId="{AED52D32-B927-4B24-AF50-43EEAAC162EF}" srcOrd="2" destOrd="0" presId="urn:microsoft.com/office/officeart/2005/8/layout/radial6"/>
    <dgm:cxn modelId="{25D4C749-6B98-4D63-A4D9-47275CA5B7E9}" type="presParOf" srcId="{A6963714-2DE9-46AF-A8F0-B6BFD83A1AE6}" destId="{33FD0E4F-FC10-42E2-9A59-71A3E06796D3}" srcOrd="3" destOrd="0" presId="urn:microsoft.com/office/officeart/2005/8/layout/radial6"/>
    <dgm:cxn modelId="{64034001-E5A5-4F83-A71E-8D37913A36F8}" type="presParOf" srcId="{A6963714-2DE9-46AF-A8F0-B6BFD83A1AE6}" destId="{E711FB0B-B2B4-4560-91D5-EFC703517972}" srcOrd="4" destOrd="0" presId="urn:microsoft.com/office/officeart/2005/8/layout/radial6"/>
    <dgm:cxn modelId="{9C30A29B-8B9A-47A3-986F-5A75795481AD}" type="presParOf" srcId="{A6963714-2DE9-46AF-A8F0-B6BFD83A1AE6}" destId="{24FB7C44-4D9C-416F-88D5-58F1D2307967}" srcOrd="5" destOrd="0" presId="urn:microsoft.com/office/officeart/2005/8/layout/radial6"/>
    <dgm:cxn modelId="{512173D7-1446-4AE1-B63F-65B323A5384C}" type="presParOf" srcId="{A6963714-2DE9-46AF-A8F0-B6BFD83A1AE6}" destId="{F7A55F52-8DD1-4B4F-B0EE-596E5AC88377}" srcOrd="6" destOrd="0" presId="urn:microsoft.com/office/officeart/2005/8/layout/radial6"/>
    <dgm:cxn modelId="{56392544-2536-49D4-85DF-D0FC0F578B95}" type="presParOf" srcId="{A6963714-2DE9-46AF-A8F0-B6BFD83A1AE6}" destId="{E6D03926-6DC5-4E6B-B4C2-D92A59A2AE46}" srcOrd="7" destOrd="0" presId="urn:microsoft.com/office/officeart/2005/8/layout/radial6"/>
    <dgm:cxn modelId="{D4AF4A4C-562E-498E-AB46-84C2CFF497E0}" type="presParOf" srcId="{A6963714-2DE9-46AF-A8F0-B6BFD83A1AE6}" destId="{DB5248A6-0EB7-430C-9F30-178D77EE26CC}" srcOrd="8" destOrd="0" presId="urn:microsoft.com/office/officeart/2005/8/layout/radial6"/>
    <dgm:cxn modelId="{70CCA1F8-9449-409A-AEBC-45F807CB4716}" type="presParOf" srcId="{A6963714-2DE9-46AF-A8F0-B6BFD83A1AE6}" destId="{373922B3-8031-427D-AC6E-AD7651F8D8D1}" srcOrd="9" destOrd="0" presId="urn:microsoft.com/office/officeart/2005/8/layout/radial6"/>
    <dgm:cxn modelId="{D7080036-F11F-4A64-85AF-480C566B034A}" type="presParOf" srcId="{A6963714-2DE9-46AF-A8F0-B6BFD83A1AE6}" destId="{69B0CCEB-6766-4FB0-B5FB-AF48670A30AB}" srcOrd="10" destOrd="0" presId="urn:microsoft.com/office/officeart/2005/8/layout/radial6"/>
    <dgm:cxn modelId="{F544BCB0-00B9-4428-A2B8-9501FFCEBAE6}" type="presParOf" srcId="{A6963714-2DE9-46AF-A8F0-B6BFD83A1AE6}" destId="{68E24604-3752-4B65-A394-73022CE4E08E}" srcOrd="11" destOrd="0" presId="urn:microsoft.com/office/officeart/2005/8/layout/radial6"/>
    <dgm:cxn modelId="{CD3DBF86-8E58-4B94-9DF7-6DA0F243BA3C}" type="presParOf" srcId="{A6963714-2DE9-46AF-A8F0-B6BFD83A1AE6}" destId="{3A632537-40BB-4FF5-975D-062123CB96AD}"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0202982B-6439-4243-ABAF-B67B7C5C19A8}"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kumimoji="1" lang="ja-JP" altLang="en-US"/>
        </a:p>
      </dgm:t>
    </dgm:pt>
    <dgm:pt modelId="{0CF41DB1-E20A-4B4F-AC1A-B89C9E9075EF}">
      <dgm:prSet phldrT="[テキスト]"/>
      <dgm:spPr/>
      <dgm:t>
        <a:bodyPr/>
        <a:lstStyle/>
        <a:p>
          <a:r>
            <a:rPr kumimoji="1" lang="en-US" altLang="ja-JP" dirty="0"/>
            <a:t>10</a:t>
          </a:r>
          <a:r>
            <a:rPr kumimoji="1" lang="ja-JP" altLang="en-US" dirty="0"/>
            <a:t>月</a:t>
          </a:r>
        </a:p>
      </dgm:t>
    </dgm:pt>
    <dgm:pt modelId="{481CFBAA-BBB7-4DC0-8964-A2540E10079C}" type="parTrans" cxnId="{0CBF09DF-A443-48C5-B7C4-C937CE776EB3}">
      <dgm:prSet/>
      <dgm:spPr/>
      <dgm:t>
        <a:bodyPr/>
        <a:lstStyle/>
        <a:p>
          <a:endParaRPr kumimoji="1" lang="ja-JP" altLang="en-US"/>
        </a:p>
      </dgm:t>
    </dgm:pt>
    <dgm:pt modelId="{77553C8F-1C63-453E-BE4D-875D53128557}" type="sibTrans" cxnId="{0CBF09DF-A443-48C5-B7C4-C937CE776EB3}">
      <dgm:prSet/>
      <dgm:spPr/>
      <dgm:t>
        <a:bodyPr/>
        <a:lstStyle/>
        <a:p>
          <a:endParaRPr kumimoji="1" lang="ja-JP" altLang="en-US"/>
        </a:p>
      </dgm:t>
    </dgm:pt>
    <dgm:pt modelId="{E7C3E6BD-814D-4927-BDB4-B13E185B22EB}">
      <dgm:prSet phldrT="[テキスト]"/>
      <dgm:spPr/>
      <dgm:t>
        <a:bodyPr/>
        <a:lstStyle/>
        <a:p>
          <a:r>
            <a:rPr kumimoji="1" lang="ja-JP" altLang="en-US" b="1" dirty="0"/>
            <a:t>企画書完成</a:t>
          </a:r>
        </a:p>
      </dgm:t>
    </dgm:pt>
    <dgm:pt modelId="{43CB9334-2D19-4E4D-B55C-7379EA445DFD}" type="parTrans" cxnId="{F7412BCD-C414-45D2-AC32-4FEFEA66638E}">
      <dgm:prSet/>
      <dgm:spPr/>
      <dgm:t>
        <a:bodyPr/>
        <a:lstStyle/>
        <a:p>
          <a:endParaRPr kumimoji="1" lang="ja-JP" altLang="en-US"/>
        </a:p>
      </dgm:t>
    </dgm:pt>
    <dgm:pt modelId="{41A5038A-0781-4679-8387-EA347350B2A4}" type="sibTrans" cxnId="{F7412BCD-C414-45D2-AC32-4FEFEA66638E}">
      <dgm:prSet/>
      <dgm:spPr/>
      <dgm:t>
        <a:bodyPr/>
        <a:lstStyle/>
        <a:p>
          <a:endParaRPr kumimoji="1" lang="ja-JP" altLang="en-US"/>
        </a:p>
      </dgm:t>
    </dgm:pt>
    <dgm:pt modelId="{9EDCAA23-735F-4B92-A43E-A753E8D0764C}">
      <dgm:prSet phldrT="[テキスト]"/>
      <dgm:spPr/>
      <dgm:t>
        <a:bodyPr/>
        <a:lstStyle/>
        <a:p>
          <a:r>
            <a:rPr kumimoji="1" lang="en-US" altLang="ja-JP" dirty="0"/>
            <a:t>11</a:t>
          </a:r>
          <a:r>
            <a:rPr kumimoji="1" lang="ja-JP" altLang="en-US" dirty="0"/>
            <a:t>月</a:t>
          </a:r>
        </a:p>
      </dgm:t>
    </dgm:pt>
    <dgm:pt modelId="{91CA5E2D-BF39-4882-A9EE-A9D068DB2461}" type="parTrans" cxnId="{70051580-DB61-43AA-8D42-5FD518435423}">
      <dgm:prSet/>
      <dgm:spPr/>
      <dgm:t>
        <a:bodyPr/>
        <a:lstStyle/>
        <a:p>
          <a:endParaRPr kumimoji="1" lang="ja-JP" altLang="en-US"/>
        </a:p>
      </dgm:t>
    </dgm:pt>
    <dgm:pt modelId="{A8B6881D-E827-44AE-8561-2CEA8AD0DD13}" type="sibTrans" cxnId="{70051580-DB61-43AA-8D42-5FD518435423}">
      <dgm:prSet/>
      <dgm:spPr/>
      <dgm:t>
        <a:bodyPr/>
        <a:lstStyle/>
        <a:p>
          <a:endParaRPr kumimoji="1" lang="ja-JP" altLang="en-US"/>
        </a:p>
      </dgm:t>
    </dgm:pt>
    <dgm:pt modelId="{4C82E9F4-3EBD-4A92-81A7-44A03C7DCD18}">
      <dgm:prSet phldrT="[テキスト]"/>
      <dgm:spPr/>
      <dgm:t>
        <a:bodyPr/>
        <a:lstStyle/>
        <a:p>
          <a:r>
            <a:rPr kumimoji="1" lang="en-US" altLang="ja-JP" b="1" dirty="0"/>
            <a:t>DB</a:t>
          </a:r>
          <a:r>
            <a:rPr kumimoji="1" lang="ja-JP" altLang="en-US" b="1" dirty="0"/>
            <a:t>設計</a:t>
          </a:r>
          <a:r>
            <a:rPr kumimoji="1" lang="en-US" altLang="ja-JP" b="1" dirty="0"/>
            <a:t>/</a:t>
          </a:r>
          <a:r>
            <a:rPr kumimoji="1" lang="ja-JP" altLang="en-US" b="1" dirty="0"/>
            <a:t>コーディング</a:t>
          </a:r>
        </a:p>
      </dgm:t>
    </dgm:pt>
    <dgm:pt modelId="{8A7E00AB-49DA-4B53-9C2E-6C327D959969}" type="parTrans" cxnId="{6BAA6D26-39C0-443E-9F93-897B5717484B}">
      <dgm:prSet/>
      <dgm:spPr/>
      <dgm:t>
        <a:bodyPr/>
        <a:lstStyle/>
        <a:p>
          <a:endParaRPr kumimoji="1" lang="ja-JP" altLang="en-US"/>
        </a:p>
      </dgm:t>
    </dgm:pt>
    <dgm:pt modelId="{14E306FC-7217-4898-A30E-D960B4BD7210}" type="sibTrans" cxnId="{6BAA6D26-39C0-443E-9F93-897B5717484B}">
      <dgm:prSet/>
      <dgm:spPr/>
      <dgm:t>
        <a:bodyPr/>
        <a:lstStyle/>
        <a:p>
          <a:endParaRPr kumimoji="1" lang="ja-JP" altLang="en-US"/>
        </a:p>
      </dgm:t>
    </dgm:pt>
    <dgm:pt modelId="{49BB5FCE-5F47-481C-B06F-6C9CBC858901}">
      <dgm:prSet phldrT="[テキスト]"/>
      <dgm:spPr/>
      <dgm:t>
        <a:bodyPr/>
        <a:lstStyle/>
        <a:p>
          <a:r>
            <a:rPr kumimoji="1" lang="en-US" altLang="ja-JP" dirty="0"/>
            <a:t>12</a:t>
          </a:r>
          <a:r>
            <a:rPr kumimoji="1" lang="ja-JP" altLang="en-US" dirty="0"/>
            <a:t>月</a:t>
          </a:r>
        </a:p>
      </dgm:t>
    </dgm:pt>
    <dgm:pt modelId="{1AA1BFE6-C0CC-45DD-97F4-9430B7195DC4}" type="parTrans" cxnId="{D42401A2-B12B-4FF6-91B0-8FBE50DE69F1}">
      <dgm:prSet/>
      <dgm:spPr/>
      <dgm:t>
        <a:bodyPr/>
        <a:lstStyle/>
        <a:p>
          <a:endParaRPr kumimoji="1" lang="ja-JP" altLang="en-US"/>
        </a:p>
      </dgm:t>
    </dgm:pt>
    <dgm:pt modelId="{A38B179B-368D-4A82-AA65-46A6F8C186DC}" type="sibTrans" cxnId="{D42401A2-B12B-4FF6-91B0-8FBE50DE69F1}">
      <dgm:prSet/>
      <dgm:spPr/>
      <dgm:t>
        <a:bodyPr/>
        <a:lstStyle/>
        <a:p>
          <a:endParaRPr kumimoji="1" lang="ja-JP" altLang="en-US"/>
        </a:p>
      </dgm:t>
    </dgm:pt>
    <dgm:pt modelId="{0428BC12-9F1E-4FC2-A534-19B665D1A6C8}">
      <dgm:prSet phldrT="[テキスト]"/>
      <dgm:spPr/>
      <dgm:t>
        <a:bodyPr/>
        <a:lstStyle/>
        <a:p>
          <a:r>
            <a:rPr kumimoji="1" lang="en-US" altLang="ja-JP" b="1" dirty="0"/>
            <a:t>β</a:t>
          </a:r>
          <a:r>
            <a:rPr kumimoji="1" lang="ja-JP" altLang="en-US" b="1" dirty="0"/>
            <a:t>版完成</a:t>
          </a:r>
        </a:p>
      </dgm:t>
    </dgm:pt>
    <dgm:pt modelId="{4512D0B8-D412-4EA7-AC2F-F284D371B260}" type="parTrans" cxnId="{3711CF5D-9880-414E-9276-E7DAE3010387}">
      <dgm:prSet/>
      <dgm:spPr/>
      <dgm:t>
        <a:bodyPr/>
        <a:lstStyle/>
        <a:p>
          <a:endParaRPr kumimoji="1" lang="ja-JP" altLang="en-US"/>
        </a:p>
      </dgm:t>
    </dgm:pt>
    <dgm:pt modelId="{F442DF16-FAC4-46B9-8AEA-6272F03EC947}" type="sibTrans" cxnId="{3711CF5D-9880-414E-9276-E7DAE3010387}">
      <dgm:prSet/>
      <dgm:spPr/>
      <dgm:t>
        <a:bodyPr/>
        <a:lstStyle/>
        <a:p>
          <a:endParaRPr kumimoji="1" lang="ja-JP" altLang="en-US"/>
        </a:p>
      </dgm:t>
    </dgm:pt>
    <dgm:pt modelId="{9BE31A45-0737-4C55-B339-59B98CCD0FCE}">
      <dgm:prSet phldrT="[テキスト]"/>
      <dgm:spPr/>
      <dgm:t>
        <a:bodyPr/>
        <a:lstStyle/>
        <a:p>
          <a:r>
            <a:rPr kumimoji="1" lang="en-US" altLang="ja-JP" dirty="0"/>
            <a:t>1</a:t>
          </a:r>
          <a:r>
            <a:rPr kumimoji="1" lang="ja-JP" altLang="en-US" dirty="0"/>
            <a:t>月</a:t>
          </a:r>
        </a:p>
      </dgm:t>
    </dgm:pt>
    <dgm:pt modelId="{1B4F10E8-3841-4B9D-95A4-C27D194B3C37}" type="parTrans" cxnId="{15E9115E-4871-4506-AE2D-15B92422D02B}">
      <dgm:prSet/>
      <dgm:spPr/>
      <dgm:t>
        <a:bodyPr/>
        <a:lstStyle/>
        <a:p>
          <a:endParaRPr kumimoji="1" lang="ja-JP" altLang="en-US"/>
        </a:p>
      </dgm:t>
    </dgm:pt>
    <dgm:pt modelId="{E64F0689-5234-4244-B037-B8066DDE82EC}" type="sibTrans" cxnId="{15E9115E-4871-4506-AE2D-15B92422D02B}">
      <dgm:prSet/>
      <dgm:spPr/>
      <dgm:t>
        <a:bodyPr/>
        <a:lstStyle/>
        <a:p>
          <a:endParaRPr kumimoji="1" lang="ja-JP" altLang="en-US"/>
        </a:p>
      </dgm:t>
    </dgm:pt>
    <dgm:pt modelId="{A409F46F-B52B-416B-8C1E-1BEEC4021762}">
      <dgm:prSet/>
      <dgm:spPr/>
      <dgm:t>
        <a:bodyPr/>
        <a:lstStyle/>
        <a:p>
          <a:r>
            <a:rPr kumimoji="1" lang="ja-JP" altLang="en-US" b="1" dirty="0"/>
            <a:t>デバッグ</a:t>
          </a:r>
          <a:r>
            <a:rPr kumimoji="1" lang="en-US" altLang="ja-JP" b="1" dirty="0"/>
            <a:t>/</a:t>
          </a:r>
          <a:r>
            <a:rPr kumimoji="1" lang="ja-JP" altLang="en-US" b="1" dirty="0"/>
            <a:t>テスト</a:t>
          </a:r>
        </a:p>
      </dgm:t>
    </dgm:pt>
    <dgm:pt modelId="{71F7BF45-22F8-406C-B4B2-0C45BB028B41}" type="parTrans" cxnId="{30EDAAF0-A4B5-47F2-8914-0CB40E9BCFBB}">
      <dgm:prSet/>
      <dgm:spPr/>
      <dgm:t>
        <a:bodyPr/>
        <a:lstStyle/>
        <a:p>
          <a:endParaRPr kumimoji="1" lang="ja-JP" altLang="en-US"/>
        </a:p>
      </dgm:t>
    </dgm:pt>
    <dgm:pt modelId="{62EF6637-1C03-4BE1-9403-C4CAC8B32A63}" type="sibTrans" cxnId="{30EDAAF0-A4B5-47F2-8914-0CB40E9BCFBB}">
      <dgm:prSet/>
      <dgm:spPr/>
      <dgm:t>
        <a:bodyPr/>
        <a:lstStyle/>
        <a:p>
          <a:endParaRPr kumimoji="1" lang="ja-JP" altLang="en-US"/>
        </a:p>
      </dgm:t>
    </dgm:pt>
    <dgm:pt modelId="{CD90FED0-DE6D-43E1-8BAC-E5152F10A9DF}" type="pres">
      <dgm:prSet presAssocID="{0202982B-6439-4243-ABAF-B67B7C5C19A8}" presName="linearFlow" presStyleCnt="0">
        <dgm:presLayoutVars>
          <dgm:dir/>
          <dgm:animLvl val="lvl"/>
          <dgm:resizeHandles val="exact"/>
        </dgm:presLayoutVars>
      </dgm:prSet>
      <dgm:spPr/>
    </dgm:pt>
    <dgm:pt modelId="{32E73798-FB1F-4260-99C6-4B873DB5177B}" type="pres">
      <dgm:prSet presAssocID="{0CF41DB1-E20A-4B4F-AC1A-B89C9E9075EF}" presName="composite" presStyleCnt="0"/>
      <dgm:spPr/>
    </dgm:pt>
    <dgm:pt modelId="{4885F175-1AD9-4054-989E-A5E3BC9B709D}" type="pres">
      <dgm:prSet presAssocID="{0CF41DB1-E20A-4B4F-AC1A-B89C9E9075EF}" presName="parentText" presStyleLbl="alignNode1" presStyleIdx="0" presStyleCnt="4">
        <dgm:presLayoutVars>
          <dgm:chMax val="1"/>
          <dgm:bulletEnabled val="1"/>
        </dgm:presLayoutVars>
      </dgm:prSet>
      <dgm:spPr/>
    </dgm:pt>
    <dgm:pt modelId="{82659CF8-FF0B-4BD0-8859-3AB56DFA3C4C}" type="pres">
      <dgm:prSet presAssocID="{0CF41DB1-E20A-4B4F-AC1A-B89C9E9075EF}" presName="descendantText" presStyleLbl="alignAcc1" presStyleIdx="0" presStyleCnt="4">
        <dgm:presLayoutVars>
          <dgm:bulletEnabled val="1"/>
        </dgm:presLayoutVars>
      </dgm:prSet>
      <dgm:spPr/>
    </dgm:pt>
    <dgm:pt modelId="{809C6187-B089-46FE-837B-AD2CDF3BBC8E}" type="pres">
      <dgm:prSet presAssocID="{77553C8F-1C63-453E-BE4D-875D53128557}" presName="sp" presStyleCnt="0"/>
      <dgm:spPr/>
    </dgm:pt>
    <dgm:pt modelId="{B4D5D8F5-0BBC-4AD9-BD35-5FACF5BA4DFD}" type="pres">
      <dgm:prSet presAssocID="{9EDCAA23-735F-4B92-A43E-A753E8D0764C}" presName="composite" presStyleCnt="0"/>
      <dgm:spPr/>
    </dgm:pt>
    <dgm:pt modelId="{E7616AFA-AC86-434F-987A-4693374B3F55}" type="pres">
      <dgm:prSet presAssocID="{9EDCAA23-735F-4B92-A43E-A753E8D0764C}" presName="parentText" presStyleLbl="alignNode1" presStyleIdx="1" presStyleCnt="4">
        <dgm:presLayoutVars>
          <dgm:chMax val="1"/>
          <dgm:bulletEnabled val="1"/>
        </dgm:presLayoutVars>
      </dgm:prSet>
      <dgm:spPr/>
    </dgm:pt>
    <dgm:pt modelId="{20CA1D6E-AD78-4D21-A4D8-D0C88C6DF97F}" type="pres">
      <dgm:prSet presAssocID="{9EDCAA23-735F-4B92-A43E-A753E8D0764C}" presName="descendantText" presStyleLbl="alignAcc1" presStyleIdx="1" presStyleCnt="4">
        <dgm:presLayoutVars>
          <dgm:bulletEnabled val="1"/>
        </dgm:presLayoutVars>
      </dgm:prSet>
      <dgm:spPr/>
    </dgm:pt>
    <dgm:pt modelId="{0FA92E63-1879-4567-B274-D372A3FC173C}" type="pres">
      <dgm:prSet presAssocID="{A8B6881D-E827-44AE-8561-2CEA8AD0DD13}" presName="sp" presStyleCnt="0"/>
      <dgm:spPr/>
    </dgm:pt>
    <dgm:pt modelId="{13124609-BAFD-4847-8604-FA07F171BE19}" type="pres">
      <dgm:prSet presAssocID="{49BB5FCE-5F47-481C-B06F-6C9CBC858901}" presName="composite" presStyleCnt="0"/>
      <dgm:spPr/>
    </dgm:pt>
    <dgm:pt modelId="{5211DCC6-89AE-42E6-AF00-89C8A3B0B6EB}" type="pres">
      <dgm:prSet presAssocID="{49BB5FCE-5F47-481C-B06F-6C9CBC858901}" presName="parentText" presStyleLbl="alignNode1" presStyleIdx="2" presStyleCnt="4">
        <dgm:presLayoutVars>
          <dgm:chMax val="1"/>
          <dgm:bulletEnabled val="1"/>
        </dgm:presLayoutVars>
      </dgm:prSet>
      <dgm:spPr/>
    </dgm:pt>
    <dgm:pt modelId="{AC3789D2-E3DA-4FDE-BF3E-6645454412DD}" type="pres">
      <dgm:prSet presAssocID="{49BB5FCE-5F47-481C-B06F-6C9CBC858901}" presName="descendantText" presStyleLbl="alignAcc1" presStyleIdx="2" presStyleCnt="4">
        <dgm:presLayoutVars>
          <dgm:bulletEnabled val="1"/>
        </dgm:presLayoutVars>
      </dgm:prSet>
      <dgm:spPr/>
    </dgm:pt>
    <dgm:pt modelId="{56DE7BBC-AB95-4F0E-AEE3-0C6009019E9A}" type="pres">
      <dgm:prSet presAssocID="{A38B179B-368D-4A82-AA65-46A6F8C186DC}" presName="sp" presStyleCnt="0"/>
      <dgm:spPr/>
    </dgm:pt>
    <dgm:pt modelId="{9F519FBD-13C8-4D73-8075-A3B5774564A7}" type="pres">
      <dgm:prSet presAssocID="{9BE31A45-0737-4C55-B339-59B98CCD0FCE}" presName="composite" presStyleCnt="0"/>
      <dgm:spPr/>
    </dgm:pt>
    <dgm:pt modelId="{A92FBADC-C2EA-46F9-BD00-25D15EF9A3E9}" type="pres">
      <dgm:prSet presAssocID="{9BE31A45-0737-4C55-B339-59B98CCD0FCE}" presName="parentText" presStyleLbl="alignNode1" presStyleIdx="3" presStyleCnt="4">
        <dgm:presLayoutVars>
          <dgm:chMax val="1"/>
          <dgm:bulletEnabled val="1"/>
        </dgm:presLayoutVars>
      </dgm:prSet>
      <dgm:spPr/>
    </dgm:pt>
    <dgm:pt modelId="{C72842A7-35E7-4190-8A84-8294B1FE6C02}" type="pres">
      <dgm:prSet presAssocID="{9BE31A45-0737-4C55-B339-59B98CCD0FCE}" presName="descendantText" presStyleLbl="alignAcc1" presStyleIdx="3" presStyleCnt="4">
        <dgm:presLayoutVars>
          <dgm:bulletEnabled val="1"/>
        </dgm:presLayoutVars>
      </dgm:prSet>
      <dgm:spPr/>
    </dgm:pt>
  </dgm:ptLst>
  <dgm:cxnLst>
    <dgm:cxn modelId="{0C996105-AA88-4609-93DA-0A3CA88AD767}" type="presOf" srcId="{0202982B-6439-4243-ABAF-B67B7C5C19A8}" destId="{CD90FED0-DE6D-43E1-8BAC-E5152F10A9DF}" srcOrd="0" destOrd="0" presId="urn:microsoft.com/office/officeart/2005/8/layout/chevron2"/>
    <dgm:cxn modelId="{A1A2F81C-5954-42C4-9B6A-568BC45321EC}" type="presOf" srcId="{E7C3E6BD-814D-4927-BDB4-B13E185B22EB}" destId="{82659CF8-FF0B-4BD0-8859-3AB56DFA3C4C}" srcOrd="0" destOrd="0" presId="urn:microsoft.com/office/officeart/2005/8/layout/chevron2"/>
    <dgm:cxn modelId="{6BAA6D26-39C0-443E-9F93-897B5717484B}" srcId="{9EDCAA23-735F-4B92-A43E-A753E8D0764C}" destId="{4C82E9F4-3EBD-4A92-81A7-44A03C7DCD18}" srcOrd="0" destOrd="0" parTransId="{8A7E00AB-49DA-4B53-9C2E-6C327D959969}" sibTransId="{14E306FC-7217-4898-A30E-D960B4BD7210}"/>
    <dgm:cxn modelId="{70EDAA26-E38B-4EB6-A356-FD9136471771}" type="presOf" srcId="{49BB5FCE-5F47-481C-B06F-6C9CBC858901}" destId="{5211DCC6-89AE-42E6-AF00-89C8A3B0B6EB}" srcOrd="0" destOrd="0" presId="urn:microsoft.com/office/officeart/2005/8/layout/chevron2"/>
    <dgm:cxn modelId="{3711CF5D-9880-414E-9276-E7DAE3010387}" srcId="{9BE31A45-0737-4C55-B339-59B98CCD0FCE}" destId="{0428BC12-9F1E-4FC2-A534-19B665D1A6C8}" srcOrd="0" destOrd="0" parTransId="{4512D0B8-D412-4EA7-AC2F-F284D371B260}" sibTransId="{F442DF16-FAC4-46B9-8AEA-6272F03EC947}"/>
    <dgm:cxn modelId="{15E9115E-4871-4506-AE2D-15B92422D02B}" srcId="{0202982B-6439-4243-ABAF-B67B7C5C19A8}" destId="{9BE31A45-0737-4C55-B339-59B98CCD0FCE}" srcOrd="3" destOrd="0" parTransId="{1B4F10E8-3841-4B9D-95A4-C27D194B3C37}" sibTransId="{E64F0689-5234-4244-B037-B8066DDE82EC}"/>
    <dgm:cxn modelId="{FC6DAC65-8C78-489D-9A08-91D195824FE7}" type="presOf" srcId="{0428BC12-9F1E-4FC2-A534-19B665D1A6C8}" destId="{C72842A7-35E7-4190-8A84-8294B1FE6C02}" srcOrd="0" destOrd="0" presId="urn:microsoft.com/office/officeart/2005/8/layout/chevron2"/>
    <dgm:cxn modelId="{CBDD0F51-1519-4D53-8867-B807D97507A0}" type="presOf" srcId="{0CF41DB1-E20A-4B4F-AC1A-B89C9E9075EF}" destId="{4885F175-1AD9-4054-989E-A5E3BC9B709D}" srcOrd="0" destOrd="0" presId="urn:microsoft.com/office/officeart/2005/8/layout/chevron2"/>
    <dgm:cxn modelId="{70051580-DB61-43AA-8D42-5FD518435423}" srcId="{0202982B-6439-4243-ABAF-B67B7C5C19A8}" destId="{9EDCAA23-735F-4B92-A43E-A753E8D0764C}" srcOrd="1" destOrd="0" parTransId="{91CA5E2D-BF39-4882-A9EE-A9D068DB2461}" sibTransId="{A8B6881D-E827-44AE-8561-2CEA8AD0DD13}"/>
    <dgm:cxn modelId="{6464B483-A3F9-4254-9627-B9991EAE78D4}" type="presOf" srcId="{9EDCAA23-735F-4B92-A43E-A753E8D0764C}" destId="{E7616AFA-AC86-434F-987A-4693374B3F55}" srcOrd="0" destOrd="0" presId="urn:microsoft.com/office/officeart/2005/8/layout/chevron2"/>
    <dgm:cxn modelId="{347C0F84-5C2F-47C1-99F7-B545F79E4413}" type="presOf" srcId="{9BE31A45-0737-4C55-B339-59B98CCD0FCE}" destId="{A92FBADC-C2EA-46F9-BD00-25D15EF9A3E9}" srcOrd="0" destOrd="0" presId="urn:microsoft.com/office/officeart/2005/8/layout/chevron2"/>
    <dgm:cxn modelId="{D42401A2-B12B-4FF6-91B0-8FBE50DE69F1}" srcId="{0202982B-6439-4243-ABAF-B67B7C5C19A8}" destId="{49BB5FCE-5F47-481C-B06F-6C9CBC858901}" srcOrd="2" destOrd="0" parTransId="{1AA1BFE6-C0CC-45DD-97F4-9430B7195DC4}" sibTransId="{A38B179B-368D-4A82-AA65-46A6F8C186DC}"/>
    <dgm:cxn modelId="{7EC91DC3-133F-4C81-8BF8-6E5A6F818186}" type="presOf" srcId="{4C82E9F4-3EBD-4A92-81A7-44A03C7DCD18}" destId="{20CA1D6E-AD78-4D21-A4D8-D0C88C6DF97F}" srcOrd="0" destOrd="0" presId="urn:microsoft.com/office/officeart/2005/8/layout/chevron2"/>
    <dgm:cxn modelId="{F7412BCD-C414-45D2-AC32-4FEFEA66638E}" srcId="{0CF41DB1-E20A-4B4F-AC1A-B89C9E9075EF}" destId="{E7C3E6BD-814D-4927-BDB4-B13E185B22EB}" srcOrd="0" destOrd="0" parTransId="{43CB9334-2D19-4E4D-B55C-7379EA445DFD}" sibTransId="{41A5038A-0781-4679-8387-EA347350B2A4}"/>
    <dgm:cxn modelId="{0CBF09DF-A443-48C5-B7C4-C937CE776EB3}" srcId="{0202982B-6439-4243-ABAF-B67B7C5C19A8}" destId="{0CF41DB1-E20A-4B4F-AC1A-B89C9E9075EF}" srcOrd="0" destOrd="0" parTransId="{481CFBAA-BBB7-4DC0-8964-A2540E10079C}" sibTransId="{77553C8F-1C63-453E-BE4D-875D53128557}"/>
    <dgm:cxn modelId="{30EDAAF0-A4B5-47F2-8914-0CB40E9BCFBB}" srcId="{49BB5FCE-5F47-481C-B06F-6C9CBC858901}" destId="{A409F46F-B52B-416B-8C1E-1BEEC4021762}" srcOrd="0" destOrd="0" parTransId="{71F7BF45-22F8-406C-B4B2-0C45BB028B41}" sibTransId="{62EF6637-1C03-4BE1-9403-C4CAC8B32A63}"/>
    <dgm:cxn modelId="{5F28E1F3-679A-4F47-9E70-444AE94019A1}" type="presOf" srcId="{A409F46F-B52B-416B-8C1E-1BEEC4021762}" destId="{AC3789D2-E3DA-4FDE-BF3E-6645454412DD}" srcOrd="0" destOrd="0" presId="urn:microsoft.com/office/officeart/2005/8/layout/chevron2"/>
    <dgm:cxn modelId="{8437E80B-1305-4AA2-9AC2-BB459060FEE2}" type="presParOf" srcId="{CD90FED0-DE6D-43E1-8BAC-E5152F10A9DF}" destId="{32E73798-FB1F-4260-99C6-4B873DB5177B}" srcOrd="0" destOrd="0" presId="urn:microsoft.com/office/officeart/2005/8/layout/chevron2"/>
    <dgm:cxn modelId="{D8534184-4E89-4680-BCDF-2DC4780C564D}" type="presParOf" srcId="{32E73798-FB1F-4260-99C6-4B873DB5177B}" destId="{4885F175-1AD9-4054-989E-A5E3BC9B709D}" srcOrd="0" destOrd="0" presId="urn:microsoft.com/office/officeart/2005/8/layout/chevron2"/>
    <dgm:cxn modelId="{4A5DF6B0-842F-432A-BDC7-FA800DA86805}" type="presParOf" srcId="{32E73798-FB1F-4260-99C6-4B873DB5177B}" destId="{82659CF8-FF0B-4BD0-8859-3AB56DFA3C4C}" srcOrd="1" destOrd="0" presId="urn:microsoft.com/office/officeart/2005/8/layout/chevron2"/>
    <dgm:cxn modelId="{FD900EBF-5E20-4365-936C-E1D48EDF57DA}" type="presParOf" srcId="{CD90FED0-DE6D-43E1-8BAC-E5152F10A9DF}" destId="{809C6187-B089-46FE-837B-AD2CDF3BBC8E}" srcOrd="1" destOrd="0" presId="urn:microsoft.com/office/officeart/2005/8/layout/chevron2"/>
    <dgm:cxn modelId="{D2FE43C0-F0D0-4D78-B25D-0FA85A55C740}" type="presParOf" srcId="{CD90FED0-DE6D-43E1-8BAC-E5152F10A9DF}" destId="{B4D5D8F5-0BBC-4AD9-BD35-5FACF5BA4DFD}" srcOrd="2" destOrd="0" presId="urn:microsoft.com/office/officeart/2005/8/layout/chevron2"/>
    <dgm:cxn modelId="{C27607DB-7FB0-4927-BD9E-9983B9CC9DDF}" type="presParOf" srcId="{B4D5D8F5-0BBC-4AD9-BD35-5FACF5BA4DFD}" destId="{E7616AFA-AC86-434F-987A-4693374B3F55}" srcOrd="0" destOrd="0" presId="urn:microsoft.com/office/officeart/2005/8/layout/chevron2"/>
    <dgm:cxn modelId="{BEBBF956-4ADD-484E-9AE8-ECC33045F070}" type="presParOf" srcId="{B4D5D8F5-0BBC-4AD9-BD35-5FACF5BA4DFD}" destId="{20CA1D6E-AD78-4D21-A4D8-D0C88C6DF97F}" srcOrd="1" destOrd="0" presId="urn:microsoft.com/office/officeart/2005/8/layout/chevron2"/>
    <dgm:cxn modelId="{B3DEFB8D-97AC-4CC3-AF5D-09C875D22ABB}" type="presParOf" srcId="{CD90FED0-DE6D-43E1-8BAC-E5152F10A9DF}" destId="{0FA92E63-1879-4567-B274-D372A3FC173C}" srcOrd="3" destOrd="0" presId="urn:microsoft.com/office/officeart/2005/8/layout/chevron2"/>
    <dgm:cxn modelId="{1110FBF1-7CAC-43ED-8DD8-11B58330E0C8}" type="presParOf" srcId="{CD90FED0-DE6D-43E1-8BAC-E5152F10A9DF}" destId="{13124609-BAFD-4847-8604-FA07F171BE19}" srcOrd="4" destOrd="0" presId="urn:microsoft.com/office/officeart/2005/8/layout/chevron2"/>
    <dgm:cxn modelId="{84CA3160-D9F3-4EC5-AB8B-8AFF1458BE9D}" type="presParOf" srcId="{13124609-BAFD-4847-8604-FA07F171BE19}" destId="{5211DCC6-89AE-42E6-AF00-89C8A3B0B6EB}" srcOrd="0" destOrd="0" presId="urn:microsoft.com/office/officeart/2005/8/layout/chevron2"/>
    <dgm:cxn modelId="{A762D98A-F662-4606-B374-7557D5C8D8A0}" type="presParOf" srcId="{13124609-BAFD-4847-8604-FA07F171BE19}" destId="{AC3789D2-E3DA-4FDE-BF3E-6645454412DD}" srcOrd="1" destOrd="0" presId="urn:microsoft.com/office/officeart/2005/8/layout/chevron2"/>
    <dgm:cxn modelId="{4B16C33E-4D24-47D0-908C-604BA0820060}" type="presParOf" srcId="{CD90FED0-DE6D-43E1-8BAC-E5152F10A9DF}" destId="{56DE7BBC-AB95-4F0E-AEE3-0C6009019E9A}" srcOrd="5" destOrd="0" presId="urn:microsoft.com/office/officeart/2005/8/layout/chevron2"/>
    <dgm:cxn modelId="{72F6F0EE-E168-4F7F-BD19-7E57C97DB3F5}" type="presParOf" srcId="{CD90FED0-DE6D-43E1-8BAC-E5152F10A9DF}" destId="{9F519FBD-13C8-4D73-8075-A3B5774564A7}" srcOrd="6" destOrd="0" presId="urn:microsoft.com/office/officeart/2005/8/layout/chevron2"/>
    <dgm:cxn modelId="{11227C73-1D05-43B1-9888-F28DD9485E78}" type="presParOf" srcId="{9F519FBD-13C8-4D73-8075-A3B5774564A7}" destId="{A92FBADC-C2EA-46F9-BD00-25D15EF9A3E9}" srcOrd="0" destOrd="0" presId="urn:microsoft.com/office/officeart/2005/8/layout/chevron2"/>
    <dgm:cxn modelId="{3D003863-FD85-45DE-AF2C-73B0E4EF69D6}" type="presParOf" srcId="{9F519FBD-13C8-4D73-8075-A3B5774564A7}" destId="{C72842A7-35E7-4190-8A84-8294B1FE6C02}"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81874A-2C08-46BE-A412-808B1529ECE5}">
      <dsp:nvSpPr>
        <dsp:cNvPr id="0" name=""/>
        <dsp:cNvSpPr/>
      </dsp:nvSpPr>
      <dsp:spPr>
        <a:xfrm>
          <a:off x="1344661" y="1140308"/>
          <a:ext cx="4141440" cy="207072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kumimoji="1" lang="ja-JP" altLang="en-US" sz="3200" b="1" kern="1200" dirty="0">
              <a:solidFill>
                <a:srgbClr val="FF0000"/>
              </a:solidFill>
            </a:rPr>
            <a:t>汎用的</a:t>
          </a:r>
          <a:r>
            <a:rPr kumimoji="1" lang="ja-JP" altLang="en-US" sz="3200" b="1" kern="1200" dirty="0"/>
            <a:t>施設予約</a:t>
          </a:r>
          <a:br>
            <a:rPr kumimoji="1" lang="en-US" altLang="ja-JP" sz="3200" b="1" kern="1200" dirty="0"/>
          </a:br>
          <a:r>
            <a:rPr kumimoji="1" lang="ja-JP" altLang="en-US" sz="3200" b="1" kern="1200" dirty="0"/>
            <a:t>システム</a:t>
          </a:r>
        </a:p>
      </dsp:txBody>
      <dsp:txXfrm>
        <a:off x="1405310" y="1200957"/>
        <a:ext cx="4020142" cy="1949422"/>
      </dsp:txXfrm>
    </dsp:sp>
    <dsp:sp modelId="{AFDF06F4-AD8F-4D72-8858-02BB647810EB}">
      <dsp:nvSpPr>
        <dsp:cNvPr id="0" name=""/>
        <dsp:cNvSpPr/>
      </dsp:nvSpPr>
      <dsp:spPr>
        <a:xfrm rot="18289469">
          <a:off x="5090710" y="1391741"/>
          <a:ext cx="1843593" cy="54438"/>
        </a:xfrm>
        <a:custGeom>
          <a:avLst/>
          <a:gdLst/>
          <a:ahLst/>
          <a:cxnLst/>
          <a:rect l="0" t="0" r="0" b="0"/>
          <a:pathLst>
            <a:path>
              <a:moveTo>
                <a:pt x="0" y="27219"/>
              </a:moveTo>
              <a:lnTo>
                <a:pt x="1843593" y="27219"/>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5966417" y="1372871"/>
        <a:ext cx="92179" cy="92179"/>
      </dsp:txXfrm>
    </dsp:sp>
    <dsp:sp modelId="{1EF4B594-BB0E-49E5-8FA6-AF7D4D212889}">
      <dsp:nvSpPr>
        <dsp:cNvPr id="0" name=""/>
        <dsp:cNvSpPr/>
      </dsp:nvSpPr>
      <dsp:spPr>
        <a:xfrm>
          <a:off x="6538912" y="4247"/>
          <a:ext cx="2632026" cy="1316013"/>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kumimoji="1" lang="ja-JP" altLang="en-US" sz="2800" b="1" kern="1200" dirty="0"/>
            <a:t>企業</a:t>
          </a:r>
        </a:p>
      </dsp:txBody>
      <dsp:txXfrm>
        <a:off x="6577457" y="42792"/>
        <a:ext cx="2554936" cy="1238923"/>
      </dsp:txXfrm>
    </dsp:sp>
    <dsp:sp modelId="{115820DD-AFB2-42D3-A891-47A06E86BA51}">
      <dsp:nvSpPr>
        <dsp:cNvPr id="0" name=""/>
        <dsp:cNvSpPr/>
      </dsp:nvSpPr>
      <dsp:spPr>
        <a:xfrm>
          <a:off x="5486101" y="2148449"/>
          <a:ext cx="1052810" cy="54438"/>
        </a:xfrm>
        <a:custGeom>
          <a:avLst/>
          <a:gdLst/>
          <a:ahLst/>
          <a:cxnLst/>
          <a:rect l="0" t="0" r="0" b="0"/>
          <a:pathLst>
            <a:path>
              <a:moveTo>
                <a:pt x="0" y="27219"/>
              </a:moveTo>
              <a:lnTo>
                <a:pt x="1052810" y="27219"/>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5986186" y="2149348"/>
        <a:ext cx="52640" cy="52640"/>
      </dsp:txXfrm>
    </dsp:sp>
    <dsp:sp modelId="{95F4427C-1767-46F6-9AE8-EC22AD7C5D84}">
      <dsp:nvSpPr>
        <dsp:cNvPr id="0" name=""/>
        <dsp:cNvSpPr/>
      </dsp:nvSpPr>
      <dsp:spPr>
        <a:xfrm>
          <a:off x="6538912" y="1517662"/>
          <a:ext cx="2632026" cy="1316013"/>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kumimoji="1" lang="ja-JP" altLang="en-US" sz="2800" b="1" kern="1200" dirty="0"/>
            <a:t>公共施設</a:t>
          </a:r>
        </a:p>
      </dsp:txBody>
      <dsp:txXfrm>
        <a:off x="6577457" y="1556207"/>
        <a:ext cx="2554936" cy="1238923"/>
      </dsp:txXfrm>
    </dsp:sp>
    <dsp:sp modelId="{57FC3BAE-519E-4BEB-8A6C-1DC6760F4565}">
      <dsp:nvSpPr>
        <dsp:cNvPr id="0" name=""/>
        <dsp:cNvSpPr/>
      </dsp:nvSpPr>
      <dsp:spPr>
        <a:xfrm rot="3310531">
          <a:off x="5090710" y="2905157"/>
          <a:ext cx="1843593" cy="54438"/>
        </a:xfrm>
        <a:custGeom>
          <a:avLst/>
          <a:gdLst/>
          <a:ahLst/>
          <a:cxnLst/>
          <a:rect l="0" t="0" r="0" b="0"/>
          <a:pathLst>
            <a:path>
              <a:moveTo>
                <a:pt x="0" y="27219"/>
              </a:moveTo>
              <a:lnTo>
                <a:pt x="1843593" y="27219"/>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5966417" y="2886286"/>
        <a:ext cx="92179" cy="92179"/>
      </dsp:txXfrm>
    </dsp:sp>
    <dsp:sp modelId="{F93CE3C7-592B-4299-9358-6017A08E4A76}">
      <dsp:nvSpPr>
        <dsp:cNvPr id="0" name=""/>
        <dsp:cNvSpPr/>
      </dsp:nvSpPr>
      <dsp:spPr>
        <a:xfrm>
          <a:off x="6538912" y="3031077"/>
          <a:ext cx="2632026" cy="1316013"/>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kumimoji="1" lang="ja-JP" altLang="en-US" sz="2800" b="1" kern="1200" dirty="0"/>
            <a:t>商業施設</a:t>
          </a:r>
        </a:p>
      </dsp:txBody>
      <dsp:txXfrm>
        <a:off x="6577457" y="3069622"/>
        <a:ext cx="2554936" cy="12389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510E88-F34C-4333-9F88-C6F1544FFF73}">
      <dsp:nvSpPr>
        <dsp:cNvPr id="0" name=""/>
        <dsp:cNvSpPr/>
      </dsp:nvSpPr>
      <dsp:spPr>
        <a:xfrm>
          <a:off x="2803475" y="925"/>
          <a:ext cx="1987649" cy="1291971"/>
        </a:xfrm>
        <a:prstGeom prst="round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altLang="en-US" sz="2000" b="1" kern="1200" dirty="0"/>
            <a:t>ユーザー管理システム</a:t>
          </a:r>
        </a:p>
      </dsp:txBody>
      <dsp:txXfrm>
        <a:off x="2866544" y="63994"/>
        <a:ext cx="1861511" cy="1165833"/>
      </dsp:txXfrm>
    </dsp:sp>
    <dsp:sp modelId="{BA0F53CF-6F24-4B34-BC8E-2200EDC17207}">
      <dsp:nvSpPr>
        <dsp:cNvPr id="0" name=""/>
        <dsp:cNvSpPr/>
      </dsp:nvSpPr>
      <dsp:spPr>
        <a:xfrm>
          <a:off x="2075656" y="646911"/>
          <a:ext cx="3443286" cy="3443286"/>
        </a:xfrm>
        <a:custGeom>
          <a:avLst/>
          <a:gdLst/>
          <a:ahLst/>
          <a:cxnLst/>
          <a:rect l="0" t="0" r="0" b="0"/>
          <a:pathLst>
            <a:path>
              <a:moveTo>
                <a:pt x="2729877" y="326107"/>
              </a:moveTo>
              <a:arcTo wR="1721643" hR="1721643" stAng="18350821" swAng="3643915"/>
            </a:path>
          </a:pathLst>
        </a:custGeom>
        <a:noFill/>
        <a:ln w="6350" cap="flat" cmpd="sng" algn="ctr">
          <a:solidFill>
            <a:schemeClr val="accent1">
              <a:hueOff val="0"/>
              <a:satOff val="0"/>
              <a:lumOff val="0"/>
              <a:alphaOff val="0"/>
            </a:schemeClr>
          </a:solidFill>
          <a:prstDash val="solid"/>
          <a:miter lim="800000"/>
        </a:ln>
        <a:effectLst/>
        <a:sp3d z="-40000" prstMaterial="matte"/>
      </dsp:spPr>
      <dsp:style>
        <a:lnRef idx="1">
          <a:scrgbClr r="0" g="0" b="0"/>
        </a:lnRef>
        <a:fillRef idx="0">
          <a:scrgbClr r="0" g="0" b="0"/>
        </a:fillRef>
        <a:effectRef idx="0">
          <a:scrgbClr r="0" g="0" b="0"/>
        </a:effectRef>
        <a:fontRef idx="minor"/>
      </dsp:style>
    </dsp:sp>
    <dsp:sp modelId="{D2D93877-B6C1-4FC3-9903-EB3CD4AD323B}">
      <dsp:nvSpPr>
        <dsp:cNvPr id="0" name=""/>
        <dsp:cNvSpPr/>
      </dsp:nvSpPr>
      <dsp:spPr>
        <a:xfrm>
          <a:off x="4294462" y="2583390"/>
          <a:ext cx="1987649" cy="1291971"/>
        </a:xfrm>
        <a:prstGeom prst="round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altLang="en-US" sz="1800" b="1" kern="1200" dirty="0"/>
            <a:t>画面表示</a:t>
          </a:r>
          <a:br>
            <a:rPr kumimoji="1" lang="en-US" altLang="ja-JP" sz="1800" b="1" kern="1200" dirty="0"/>
          </a:br>
          <a:r>
            <a:rPr kumimoji="1" lang="ja-JP" altLang="en-US" sz="1800" b="1" kern="1200" dirty="0"/>
            <a:t>システム</a:t>
          </a:r>
        </a:p>
      </dsp:txBody>
      <dsp:txXfrm>
        <a:off x="4357531" y="2646459"/>
        <a:ext cx="1861511" cy="1165833"/>
      </dsp:txXfrm>
    </dsp:sp>
    <dsp:sp modelId="{A065EBA5-A497-425C-9BAB-B3FBD941AD63}">
      <dsp:nvSpPr>
        <dsp:cNvPr id="0" name=""/>
        <dsp:cNvSpPr/>
      </dsp:nvSpPr>
      <dsp:spPr>
        <a:xfrm>
          <a:off x="2075656" y="646911"/>
          <a:ext cx="3443286" cy="3443286"/>
        </a:xfrm>
        <a:custGeom>
          <a:avLst/>
          <a:gdLst/>
          <a:ahLst/>
          <a:cxnLst/>
          <a:rect l="0" t="0" r="0" b="0"/>
          <a:pathLst>
            <a:path>
              <a:moveTo>
                <a:pt x="2539845" y="3236437"/>
              </a:moveTo>
              <a:arcTo wR="1721643" hR="1721643" stAng="3697483" swAng="3405034"/>
            </a:path>
          </a:pathLst>
        </a:custGeom>
        <a:noFill/>
        <a:ln w="6350" cap="flat" cmpd="sng" algn="ctr">
          <a:solidFill>
            <a:schemeClr val="accent1">
              <a:hueOff val="0"/>
              <a:satOff val="0"/>
              <a:lumOff val="0"/>
              <a:alphaOff val="0"/>
            </a:schemeClr>
          </a:solidFill>
          <a:prstDash val="solid"/>
          <a:miter lim="800000"/>
        </a:ln>
        <a:effectLst/>
        <a:sp3d z="-40000" prstMaterial="matte"/>
      </dsp:spPr>
      <dsp:style>
        <a:lnRef idx="1">
          <a:scrgbClr r="0" g="0" b="0"/>
        </a:lnRef>
        <a:fillRef idx="0">
          <a:scrgbClr r="0" g="0" b="0"/>
        </a:fillRef>
        <a:effectRef idx="0">
          <a:scrgbClr r="0" g="0" b="0"/>
        </a:effectRef>
        <a:fontRef idx="minor"/>
      </dsp:style>
    </dsp:sp>
    <dsp:sp modelId="{EC24D673-7D67-4D39-9576-BE0923694F49}">
      <dsp:nvSpPr>
        <dsp:cNvPr id="0" name=""/>
        <dsp:cNvSpPr/>
      </dsp:nvSpPr>
      <dsp:spPr>
        <a:xfrm>
          <a:off x="1312488" y="2583390"/>
          <a:ext cx="1987649" cy="1291971"/>
        </a:xfrm>
        <a:prstGeom prst="round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altLang="en-US" sz="1800" b="1" kern="1200" dirty="0"/>
            <a:t>施設予約管理</a:t>
          </a:r>
          <a:br>
            <a:rPr kumimoji="1" lang="en-US" altLang="ja-JP" sz="1800" b="1" kern="1200" dirty="0"/>
          </a:br>
          <a:r>
            <a:rPr kumimoji="1" lang="ja-JP" altLang="en-US" sz="1800" b="1" kern="1200" dirty="0"/>
            <a:t>システム</a:t>
          </a:r>
        </a:p>
      </dsp:txBody>
      <dsp:txXfrm>
        <a:off x="1375557" y="2646459"/>
        <a:ext cx="1861511" cy="1165833"/>
      </dsp:txXfrm>
    </dsp:sp>
    <dsp:sp modelId="{403A02B6-1D91-4880-AA92-0F6C7BA9C950}">
      <dsp:nvSpPr>
        <dsp:cNvPr id="0" name=""/>
        <dsp:cNvSpPr/>
      </dsp:nvSpPr>
      <dsp:spPr>
        <a:xfrm>
          <a:off x="2075656" y="646911"/>
          <a:ext cx="3443286" cy="3443286"/>
        </a:xfrm>
        <a:custGeom>
          <a:avLst/>
          <a:gdLst/>
          <a:ahLst/>
          <a:cxnLst/>
          <a:rect l="0" t="0" r="0" b="0"/>
          <a:pathLst>
            <a:path>
              <a:moveTo>
                <a:pt x="11337" y="1918895"/>
              </a:moveTo>
              <a:arcTo wR="1721643" hR="1721643" stAng="10405264" swAng="3643915"/>
            </a:path>
          </a:pathLst>
        </a:custGeom>
        <a:noFill/>
        <a:ln w="6350" cap="flat" cmpd="sng" algn="ctr">
          <a:solidFill>
            <a:schemeClr val="accent1">
              <a:hueOff val="0"/>
              <a:satOff val="0"/>
              <a:lumOff val="0"/>
              <a:alphaOff val="0"/>
            </a:schemeClr>
          </a:solidFill>
          <a:prstDash val="solid"/>
          <a:miter lim="800000"/>
        </a:ln>
        <a:effectLst/>
        <a:sp3d z="-40000" prstMaterial="matte"/>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527F17-EB04-40F5-AAE2-2EB24635B796}">
      <dsp:nvSpPr>
        <dsp:cNvPr id="0" name=""/>
        <dsp:cNvSpPr/>
      </dsp:nvSpPr>
      <dsp:spPr>
        <a:xfrm>
          <a:off x="2257162" y="-824968"/>
          <a:ext cx="6001274" cy="6001274"/>
        </a:xfrm>
        <a:prstGeom prst="pie">
          <a:avLst>
            <a:gd name="adj1" fmla="val 16200000"/>
            <a:gd name="adj2" fmla="val 1800000"/>
          </a:avLst>
        </a:prstGeom>
        <a:solidFill>
          <a:schemeClr val="accent5">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kumimoji="1" lang="ja-JP" altLang="en-US" sz="2400" b="1" kern="1200" dirty="0"/>
            <a:t>ユーザー管理</a:t>
          </a:r>
          <a:br>
            <a:rPr kumimoji="1" lang="en-US" altLang="ja-JP" sz="2400" b="1" kern="1200" dirty="0"/>
          </a:br>
          <a:r>
            <a:rPr kumimoji="1" lang="ja-JP" altLang="en-US" sz="2400" b="1" kern="1200" dirty="0"/>
            <a:t>システム</a:t>
          </a:r>
        </a:p>
      </dsp:txBody>
      <dsp:txXfrm>
        <a:off x="5519998" y="282409"/>
        <a:ext cx="2036146" cy="2000424"/>
      </dsp:txXfrm>
    </dsp:sp>
    <dsp:sp modelId="{4432BA65-E329-41E9-9908-B0B431A98775}">
      <dsp:nvSpPr>
        <dsp:cNvPr id="0" name=""/>
        <dsp:cNvSpPr/>
      </dsp:nvSpPr>
      <dsp:spPr>
        <a:xfrm>
          <a:off x="3241825" y="456890"/>
          <a:ext cx="3655123" cy="3655123"/>
        </a:xfrm>
        <a:prstGeom prst="pie">
          <a:avLst>
            <a:gd name="adj1" fmla="val 1800000"/>
            <a:gd name="adj2" fmla="val 9000000"/>
          </a:avLst>
        </a:prstGeom>
        <a:solidFill>
          <a:schemeClr val="accent5">
            <a:shade val="50000"/>
            <a:hueOff val="222839"/>
            <a:satOff val="5970"/>
            <a:lumOff val="263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dirty="0"/>
            <a:t>画面表示システム</a:t>
          </a:r>
        </a:p>
      </dsp:txBody>
      <dsp:txXfrm>
        <a:off x="4242632" y="2763099"/>
        <a:ext cx="1653508" cy="1131347"/>
      </dsp:txXfrm>
    </dsp:sp>
    <dsp:sp modelId="{A877B607-5009-456D-998C-3306F494C737}">
      <dsp:nvSpPr>
        <dsp:cNvPr id="0" name=""/>
        <dsp:cNvSpPr/>
      </dsp:nvSpPr>
      <dsp:spPr>
        <a:xfrm>
          <a:off x="3241825" y="456890"/>
          <a:ext cx="3655123" cy="3655123"/>
        </a:xfrm>
        <a:prstGeom prst="pie">
          <a:avLst>
            <a:gd name="adj1" fmla="val 9000000"/>
            <a:gd name="adj2" fmla="val 16200000"/>
          </a:avLst>
        </a:prstGeom>
        <a:solidFill>
          <a:schemeClr val="accent5">
            <a:shade val="50000"/>
            <a:hueOff val="222839"/>
            <a:satOff val="5970"/>
            <a:lumOff val="263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dirty="0"/>
            <a:t>施設予約管理システム</a:t>
          </a:r>
        </a:p>
      </dsp:txBody>
      <dsp:txXfrm>
        <a:off x="3633445" y="1174861"/>
        <a:ext cx="1240131" cy="12183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C7DBE6-99D4-41DA-A6E9-43351B48390D}">
      <dsp:nvSpPr>
        <dsp:cNvPr id="0" name=""/>
        <dsp:cNvSpPr/>
      </dsp:nvSpPr>
      <dsp:spPr>
        <a:xfrm>
          <a:off x="4372" y="0"/>
          <a:ext cx="3613284"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b" anchorCtr="0">
          <a:noAutofit/>
        </a:bodyPr>
        <a:lstStyle/>
        <a:p>
          <a:pPr marL="0" lvl="0" indent="0" algn="ctr" defTabSz="1155700">
            <a:lnSpc>
              <a:spcPct val="90000"/>
            </a:lnSpc>
            <a:spcBef>
              <a:spcPct val="0"/>
            </a:spcBef>
            <a:spcAft>
              <a:spcPct val="35000"/>
            </a:spcAft>
            <a:buNone/>
          </a:pPr>
          <a:r>
            <a:rPr kumimoji="1" lang="ja-JP" altLang="en-US" sz="2600" kern="1200" dirty="0"/>
            <a:t>ユーザー登録画面</a:t>
          </a:r>
        </a:p>
      </dsp:txBody>
      <dsp:txXfrm>
        <a:off x="4372" y="0"/>
        <a:ext cx="3613284" cy="1740535"/>
      </dsp:txXfrm>
    </dsp:sp>
    <dsp:sp modelId="{BCDAAE4C-606F-4291-BC38-09D460A6B83B}">
      <dsp:nvSpPr>
        <dsp:cNvPr id="0" name=""/>
        <dsp:cNvSpPr/>
      </dsp:nvSpPr>
      <dsp:spPr>
        <a:xfrm>
          <a:off x="1593447"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793EE4-8825-42D5-9DED-2F535149A8D1}">
      <dsp:nvSpPr>
        <dsp:cNvPr id="0" name=""/>
        <dsp:cNvSpPr/>
      </dsp:nvSpPr>
      <dsp:spPr>
        <a:xfrm>
          <a:off x="3756751" y="2610802"/>
          <a:ext cx="2781910"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t" anchorCtr="0">
          <a:noAutofit/>
        </a:bodyPr>
        <a:lstStyle/>
        <a:p>
          <a:pPr marL="0" lvl="0" indent="0" algn="ctr" defTabSz="1155700">
            <a:lnSpc>
              <a:spcPct val="90000"/>
            </a:lnSpc>
            <a:spcBef>
              <a:spcPct val="0"/>
            </a:spcBef>
            <a:spcAft>
              <a:spcPct val="35000"/>
            </a:spcAft>
            <a:buNone/>
          </a:pPr>
          <a:r>
            <a:rPr kumimoji="1" lang="ja-JP" altLang="en-US" sz="2600" kern="1200" dirty="0">
              <a:solidFill>
                <a:schemeClr val="bg2"/>
              </a:solidFill>
            </a:rPr>
            <a:t>ログイン画面</a:t>
          </a:r>
        </a:p>
      </dsp:txBody>
      <dsp:txXfrm>
        <a:off x="3756751" y="2610802"/>
        <a:ext cx="2781910" cy="1740535"/>
      </dsp:txXfrm>
    </dsp:sp>
    <dsp:sp modelId="{DB1B2236-2B7C-4951-A219-B6BAFB6EF5E4}">
      <dsp:nvSpPr>
        <dsp:cNvPr id="0" name=""/>
        <dsp:cNvSpPr/>
      </dsp:nvSpPr>
      <dsp:spPr>
        <a:xfrm>
          <a:off x="4930140"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819B53-82AF-4CE0-A3C3-F24F69189E67}">
      <dsp:nvSpPr>
        <dsp:cNvPr id="0" name=""/>
        <dsp:cNvSpPr/>
      </dsp:nvSpPr>
      <dsp:spPr>
        <a:xfrm>
          <a:off x="6677757" y="0"/>
          <a:ext cx="2781910"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b" anchorCtr="0">
          <a:noAutofit/>
        </a:bodyPr>
        <a:lstStyle/>
        <a:p>
          <a:pPr marL="0" lvl="0" indent="0" algn="ctr" defTabSz="1155700">
            <a:lnSpc>
              <a:spcPct val="90000"/>
            </a:lnSpc>
            <a:spcBef>
              <a:spcPct val="0"/>
            </a:spcBef>
            <a:spcAft>
              <a:spcPct val="35000"/>
            </a:spcAft>
            <a:buNone/>
          </a:pPr>
          <a:r>
            <a:rPr kumimoji="1" lang="ja-JP" altLang="en-US" sz="2600" kern="1200" dirty="0">
              <a:solidFill>
                <a:schemeClr val="bg2"/>
              </a:solidFill>
            </a:rPr>
            <a:t>二段階認証</a:t>
          </a:r>
          <a:br>
            <a:rPr kumimoji="1" lang="en-US" altLang="ja-JP" sz="2600" kern="1200" dirty="0">
              <a:solidFill>
                <a:schemeClr val="bg2"/>
              </a:solidFill>
            </a:rPr>
          </a:br>
          <a:r>
            <a:rPr kumimoji="1" lang="ja-JP" altLang="en-US" sz="2600" kern="1200" dirty="0">
              <a:solidFill>
                <a:schemeClr val="bg2"/>
              </a:solidFill>
            </a:rPr>
            <a:t>パスワード変更</a:t>
          </a:r>
        </a:p>
      </dsp:txBody>
      <dsp:txXfrm>
        <a:off x="6677757" y="0"/>
        <a:ext cx="2781910" cy="1740535"/>
      </dsp:txXfrm>
    </dsp:sp>
    <dsp:sp modelId="{7C8D34BF-0B35-4C50-B5D7-C0A7DEBD0CA4}">
      <dsp:nvSpPr>
        <dsp:cNvPr id="0" name=""/>
        <dsp:cNvSpPr/>
      </dsp:nvSpPr>
      <dsp:spPr>
        <a:xfrm>
          <a:off x="7851145"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C7DBE6-99D4-41DA-A6E9-43351B48390D}">
      <dsp:nvSpPr>
        <dsp:cNvPr id="0" name=""/>
        <dsp:cNvSpPr/>
      </dsp:nvSpPr>
      <dsp:spPr>
        <a:xfrm>
          <a:off x="4372" y="0"/>
          <a:ext cx="3613284"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b" anchorCtr="0">
          <a:noAutofit/>
        </a:bodyPr>
        <a:lstStyle/>
        <a:p>
          <a:pPr marL="0" lvl="0" indent="0" algn="ctr" defTabSz="1155700">
            <a:lnSpc>
              <a:spcPct val="90000"/>
            </a:lnSpc>
            <a:spcBef>
              <a:spcPct val="0"/>
            </a:spcBef>
            <a:spcAft>
              <a:spcPct val="35000"/>
            </a:spcAft>
            <a:buNone/>
          </a:pPr>
          <a:r>
            <a:rPr kumimoji="1" lang="ja-JP" altLang="en-US" sz="2600" kern="1200" dirty="0">
              <a:solidFill>
                <a:schemeClr val="bg2"/>
              </a:solidFill>
            </a:rPr>
            <a:t>ユーザー登録画面</a:t>
          </a:r>
        </a:p>
      </dsp:txBody>
      <dsp:txXfrm>
        <a:off x="4372" y="0"/>
        <a:ext cx="3613284" cy="1740535"/>
      </dsp:txXfrm>
    </dsp:sp>
    <dsp:sp modelId="{BCDAAE4C-606F-4291-BC38-09D460A6B83B}">
      <dsp:nvSpPr>
        <dsp:cNvPr id="0" name=""/>
        <dsp:cNvSpPr/>
      </dsp:nvSpPr>
      <dsp:spPr>
        <a:xfrm>
          <a:off x="1593447"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793EE4-8825-42D5-9DED-2F535149A8D1}">
      <dsp:nvSpPr>
        <dsp:cNvPr id="0" name=""/>
        <dsp:cNvSpPr/>
      </dsp:nvSpPr>
      <dsp:spPr>
        <a:xfrm>
          <a:off x="3756751" y="2610802"/>
          <a:ext cx="2781910"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t" anchorCtr="0">
          <a:noAutofit/>
        </a:bodyPr>
        <a:lstStyle/>
        <a:p>
          <a:pPr marL="0" lvl="0" indent="0" algn="ctr" defTabSz="1155700">
            <a:lnSpc>
              <a:spcPct val="90000"/>
            </a:lnSpc>
            <a:spcBef>
              <a:spcPct val="0"/>
            </a:spcBef>
            <a:spcAft>
              <a:spcPct val="35000"/>
            </a:spcAft>
            <a:buNone/>
          </a:pPr>
          <a:r>
            <a:rPr kumimoji="1" lang="ja-JP" altLang="en-US" sz="2600" kern="1200" dirty="0">
              <a:solidFill>
                <a:schemeClr val="tx1"/>
              </a:solidFill>
            </a:rPr>
            <a:t>ログイン画面</a:t>
          </a:r>
        </a:p>
      </dsp:txBody>
      <dsp:txXfrm>
        <a:off x="3756751" y="2610802"/>
        <a:ext cx="2781910" cy="1740535"/>
      </dsp:txXfrm>
    </dsp:sp>
    <dsp:sp modelId="{DB1B2236-2B7C-4951-A219-B6BAFB6EF5E4}">
      <dsp:nvSpPr>
        <dsp:cNvPr id="0" name=""/>
        <dsp:cNvSpPr/>
      </dsp:nvSpPr>
      <dsp:spPr>
        <a:xfrm>
          <a:off x="4930140"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819B53-82AF-4CE0-A3C3-F24F69189E67}">
      <dsp:nvSpPr>
        <dsp:cNvPr id="0" name=""/>
        <dsp:cNvSpPr/>
      </dsp:nvSpPr>
      <dsp:spPr>
        <a:xfrm>
          <a:off x="6677757" y="0"/>
          <a:ext cx="2781910"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b" anchorCtr="0">
          <a:noAutofit/>
        </a:bodyPr>
        <a:lstStyle/>
        <a:p>
          <a:pPr marL="0" lvl="0" indent="0" algn="ctr" defTabSz="1155700">
            <a:lnSpc>
              <a:spcPct val="90000"/>
            </a:lnSpc>
            <a:spcBef>
              <a:spcPct val="0"/>
            </a:spcBef>
            <a:spcAft>
              <a:spcPct val="35000"/>
            </a:spcAft>
            <a:buNone/>
          </a:pPr>
          <a:r>
            <a:rPr kumimoji="1" lang="ja-JP" altLang="en-US" sz="2600" kern="1200" dirty="0">
              <a:solidFill>
                <a:schemeClr val="bg2"/>
              </a:solidFill>
            </a:rPr>
            <a:t>二段階認証</a:t>
          </a:r>
          <a:br>
            <a:rPr kumimoji="1" lang="en-US" altLang="ja-JP" sz="2600" kern="1200" dirty="0">
              <a:solidFill>
                <a:schemeClr val="bg2"/>
              </a:solidFill>
            </a:rPr>
          </a:br>
          <a:r>
            <a:rPr kumimoji="1" lang="ja-JP" altLang="en-US" sz="2600" kern="1200" dirty="0">
              <a:solidFill>
                <a:schemeClr val="bg2"/>
              </a:solidFill>
            </a:rPr>
            <a:t>パスワード変更</a:t>
          </a:r>
        </a:p>
      </dsp:txBody>
      <dsp:txXfrm>
        <a:off x="6677757" y="0"/>
        <a:ext cx="2781910" cy="1740535"/>
      </dsp:txXfrm>
    </dsp:sp>
    <dsp:sp modelId="{7C8D34BF-0B35-4C50-B5D7-C0A7DEBD0CA4}">
      <dsp:nvSpPr>
        <dsp:cNvPr id="0" name=""/>
        <dsp:cNvSpPr/>
      </dsp:nvSpPr>
      <dsp:spPr>
        <a:xfrm>
          <a:off x="7851145"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C7DBE6-99D4-41DA-A6E9-43351B48390D}">
      <dsp:nvSpPr>
        <dsp:cNvPr id="0" name=""/>
        <dsp:cNvSpPr/>
      </dsp:nvSpPr>
      <dsp:spPr>
        <a:xfrm>
          <a:off x="4372" y="0"/>
          <a:ext cx="3613284"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b" anchorCtr="0">
          <a:noAutofit/>
        </a:bodyPr>
        <a:lstStyle/>
        <a:p>
          <a:pPr marL="0" lvl="0" indent="0" algn="ctr" defTabSz="1155700">
            <a:lnSpc>
              <a:spcPct val="90000"/>
            </a:lnSpc>
            <a:spcBef>
              <a:spcPct val="0"/>
            </a:spcBef>
            <a:spcAft>
              <a:spcPct val="35000"/>
            </a:spcAft>
            <a:buNone/>
          </a:pPr>
          <a:r>
            <a:rPr kumimoji="1" lang="ja-JP" altLang="en-US" sz="2600" kern="1200" dirty="0">
              <a:solidFill>
                <a:schemeClr val="bg2"/>
              </a:solidFill>
            </a:rPr>
            <a:t>ユーザー登録画面</a:t>
          </a:r>
        </a:p>
      </dsp:txBody>
      <dsp:txXfrm>
        <a:off x="4372" y="0"/>
        <a:ext cx="3613284" cy="1740535"/>
      </dsp:txXfrm>
    </dsp:sp>
    <dsp:sp modelId="{BCDAAE4C-606F-4291-BC38-09D460A6B83B}">
      <dsp:nvSpPr>
        <dsp:cNvPr id="0" name=""/>
        <dsp:cNvSpPr/>
      </dsp:nvSpPr>
      <dsp:spPr>
        <a:xfrm>
          <a:off x="1593447"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793EE4-8825-42D5-9DED-2F535149A8D1}">
      <dsp:nvSpPr>
        <dsp:cNvPr id="0" name=""/>
        <dsp:cNvSpPr/>
      </dsp:nvSpPr>
      <dsp:spPr>
        <a:xfrm>
          <a:off x="3756751" y="2610802"/>
          <a:ext cx="2781910"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t" anchorCtr="0">
          <a:noAutofit/>
        </a:bodyPr>
        <a:lstStyle/>
        <a:p>
          <a:pPr marL="0" lvl="0" indent="0" algn="ctr" defTabSz="1155700">
            <a:lnSpc>
              <a:spcPct val="90000"/>
            </a:lnSpc>
            <a:spcBef>
              <a:spcPct val="0"/>
            </a:spcBef>
            <a:spcAft>
              <a:spcPct val="35000"/>
            </a:spcAft>
            <a:buNone/>
          </a:pPr>
          <a:r>
            <a:rPr kumimoji="1" lang="ja-JP" altLang="en-US" sz="2600" kern="1200" dirty="0">
              <a:solidFill>
                <a:schemeClr val="bg2"/>
              </a:solidFill>
            </a:rPr>
            <a:t>ログイン画面</a:t>
          </a:r>
        </a:p>
      </dsp:txBody>
      <dsp:txXfrm>
        <a:off x="3756751" y="2610802"/>
        <a:ext cx="2781910" cy="1740535"/>
      </dsp:txXfrm>
    </dsp:sp>
    <dsp:sp modelId="{DB1B2236-2B7C-4951-A219-B6BAFB6EF5E4}">
      <dsp:nvSpPr>
        <dsp:cNvPr id="0" name=""/>
        <dsp:cNvSpPr/>
      </dsp:nvSpPr>
      <dsp:spPr>
        <a:xfrm>
          <a:off x="4930140"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819B53-82AF-4CE0-A3C3-F24F69189E67}">
      <dsp:nvSpPr>
        <dsp:cNvPr id="0" name=""/>
        <dsp:cNvSpPr/>
      </dsp:nvSpPr>
      <dsp:spPr>
        <a:xfrm>
          <a:off x="6677757" y="0"/>
          <a:ext cx="2781910"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b" anchorCtr="0">
          <a:noAutofit/>
        </a:bodyPr>
        <a:lstStyle/>
        <a:p>
          <a:pPr marL="0" lvl="0" indent="0" algn="ctr" defTabSz="1155700">
            <a:lnSpc>
              <a:spcPct val="90000"/>
            </a:lnSpc>
            <a:spcBef>
              <a:spcPct val="0"/>
            </a:spcBef>
            <a:spcAft>
              <a:spcPct val="35000"/>
            </a:spcAft>
            <a:buNone/>
          </a:pPr>
          <a:r>
            <a:rPr kumimoji="1" lang="ja-JP" altLang="en-US" sz="2600" kern="1200" dirty="0">
              <a:solidFill>
                <a:schemeClr val="tx1"/>
              </a:solidFill>
            </a:rPr>
            <a:t>二段階認証</a:t>
          </a:r>
          <a:br>
            <a:rPr kumimoji="1" lang="en-US" altLang="ja-JP" sz="2600" kern="1200" dirty="0">
              <a:solidFill>
                <a:schemeClr val="tx1"/>
              </a:solidFill>
            </a:rPr>
          </a:br>
          <a:r>
            <a:rPr kumimoji="1" lang="ja-JP" altLang="en-US" sz="2600" kern="1200" dirty="0">
              <a:solidFill>
                <a:schemeClr val="tx1"/>
              </a:solidFill>
            </a:rPr>
            <a:t>パスワード変更</a:t>
          </a:r>
        </a:p>
      </dsp:txBody>
      <dsp:txXfrm>
        <a:off x="6677757" y="0"/>
        <a:ext cx="2781910" cy="1740535"/>
      </dsp:txXfrm>
    </dsp:sp>
    <dsp:sp modelId="{7C8D34BF-0B35-4C50-B5D7-C0A7DEBD0CA4}">
      <dsp:nvSpPr>
        <dsp:cNvPr id="0" name=""/>
        <dsp:cNvSpPr/>
      </dsp:nvSpPr>
      <dsp:spPr>
        <a:xfrm>
          <a:off x="7851145"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527F17-EB04-40F5-AAE2-2EB24635B796}">
      <dsp:nvSpPr>
        <dsp:cNvPr id="0" name=""/>
        <dsp:cNvSpPr/>
      </dsp:nvSpPr>
      <dsp:spPr>
        <a:xfrm rot="14389753">
          <a:off x="2199484" y="-833229"/>
          <a:ext cx="6001274" cy="6001274"/>
        </a:xfrm>
        <a:prstGeom prst="pie">
          <a:avLst>
            <a:gd name="adj1" fmla="val 16200000"/>
            <a:gd name="adj2" fmla="val 1800000"/>
          </a:avLst>
        </a:prstGeom>
        <a:solidFill>
          <a:schemeClr val="accent5">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kumimoji="1" lang="ja-JP" altLang="en-US" sz="2400" b="1" kern="1200" dirty="0"/>
        </a:p>
      </dsp:txBody>
      <dsp:txXfrm>
        <a:off x="2766543" y="509188"/>
        <a:ext cx="2036146" cy="2000424"/>
      </dsp:txXfrm>
    </dsp:sp>
    <dsp:sp modelId="{4432BA65-E329-41E9-9908-B0B431A98775}">
      <dsp:nvSpPr>
        <dsp:cNvPr id="0" name=""/>
        <dsp:cNvSpPr/>
      </dsp:nvSpPr>
      <dsp:spPr>
        <a:xfrm rot="14386291">
          <a:off x="3530141" y="392633"/>
          <a:ext cx="3655123" cy="3655123"/>
        </a:xfrm>
        <a:prstGeom prst="pie">
          <a:avLst>
            <a:gd name="adj1" fmla="val 1800000"/>
            <a:gd name="adj2" fmla="val 9000000"/>
          </a:avLst>
        </a:prstGeom>
        <a:solidFill>
          <a:schemeClr val="accent5">
            <a:shade val="50000"/>
            <a:hueOff val="222839"/>
            <a:satOff val="5970"/>
            <a:lumOff val="263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kumimoji="1" lang="ja-JP" altLang="en-US" sz="1400" kern="1200" dirty="0"/>
        </a:p>
      </dsp:txBody>
      <dsp:txXfrm>
        <a:off x="5433267" y="1128757"/>
        <a:ext cx="1653508" cy="1131347"/>
      </dsp:txXfrm>
    </dsp:sp>
    <dsp:sp modelId="{A877B607-5009-456D-998C-3306F494C737}">
      <dsp:nvSpPr>
        <dsp:cNvPr id="0" name=""/>
        <dsp:cNvSpPr/>
      </dsp:nvSpPr>
      <dsp:spPr>
        <a:xfrm rot="14386291">
          <a:off x="3515703" y="425566"/>
          <a:ext cx="3655123" cy="3655123"/>
        </a:xfrm>
        <a:prstGeom prst="pie">
          <a:avLst>
            <a:gd name="adj1" fmla="val 9000000"/>
            <a:gd name="adj2" fmla="val 16200000"/>
          </a:avLst>
        </a:prstGeom>
        <a:solidFill>
          <a:schemeClr val="accent5">
            <a:shade val="50000"/>
            <a:hueOff val="222839"/>
            <a:satOff val="5970"/>
            <a:lumOff val="263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kumimoji="1" lang="ja-JP" altLang="en-US" sz="1400" kern="1200" dirty="0"/>
        </a:p>
      </dsp:txBody>
      <dsp:txXfrm>
        <a:off x="4701590" y="2600805"/>
        <a:ext cx="1240131" cy="121837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D9F18-A236-4D0C-91AA-4460C31BEE79}">
      <dsp:nvSpPr>
        <dsp:cNvPr id="0" name=""/>
        <dsp:cNvSpPr/>
      </dsp:nvSpPr>
      <dsp:spPr>
        <a:xfrm>
          <a:off x="115" y="0"/>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b" anchorCtr="0">
          <a:noAutofit/>
        </a:bodyPr>
        <a:lstStyle/>
        <a:p>
          <a:pPr marL="0" lvl="0" indent="0" algn="ctr" defTabSz="1244600">
            <a:lnSpc>
              <a:spcPct val="90000"/>
            </a:lnSpc>
            <a:spcBef>
              <a:spcPct val="0"/>
            </a:spcBef>
            <a:spcAft>
              <a:spcPct val="35000"/>
            </a:spcAft>
            <a:buNone/>
          </a:pPr>
          <a:r>
            <a:rPr kumimoji="1" lang="ja-JP" altLang="en-US" sz="2800" kern="1200" dirty="0"/>
            <a:t>施設予約画面（利用者）</a:t>
          </a:r>
        </a:p>
      </dsp:txBody>
      <dsp:txXfrm>
        <a:off x="115" y="0"/>
        <a:ext cx="4616492" cy="1740535"/>
      </dsp:txXfrm>
    </dsp:sp>
    <dsp:sp modelId="{11DDFBC5-3EE1-4B2D-9A1D-8BD4EA48CD34}">
      <dsp:nvSpPr>
        <dsp:cNvPr id="0" name=""/>
        <dsp:cNvSpPr/>
      </dsp:nvSpPr>
      <dsp:spPr>
        <a:xfrm>
          <a:off x="2090794"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826D69-EB8F-4662-8317-AB61AAF06F1E}">
      <dsp:nvSpPr>
        <dsp:cNvPr id="0" name=""/>
        <dsp:cNvSpPr/>
      </dsp:nvSpPr>
      <dsp:spPr>
        <a:xfrm>
          <a:off x="4847432" y="2610802"/>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t" anchorCtr="0">
          <a:noAutofit/>
        </a:bodyPr>
        <a:lstStyle/>
        <a:p>
          <a:pPr marL="0" lvl="0" indent="0" algn="ctr" defTabSz="1244600">
            <a:lnSpc>
              <a:spcPct val="90000"/>
            </a:lnSpc>
            <a:spcBef>
              <a:spcPct val="0"/>
            </a:spcBef>
            <a:spcAft>
              <a:spcPct val="35000"/>
            </a:spcAft>
            <a:buNone/>
          </a:pPr>
          <a:r>
            <a:rPr kumimoji="1" lang="ja-JP" altLang="en-US" sz="2800" kern="1200" dirty="0">
              <a:solidFill>
                <a:schemeClr val="bg2"/>
              </a:solidFill>
            </a:rPr>
            <a:t>施設管理画面（管理者）</a:t>
          </a:r>
          <a:endParaRPr kumimoji="1" lang="en-US" altLang="ja-JP" sz="2800" kern="1200" dirty="0">
            <a:solidFill>
              <a:schemeClr val="bg2"/>
            </a:solidFill>
          </a:endParaRPr>
        </a:p>
      </dsp:txBody>
      <dsp:txXfrm>
        <a:off x="4847432" y="2610802"/>
        <a:ext cx="4616492" cy="1740535"/>
      </dsp:txXfrm>
    </dsp:sp>
    <dsp:sp modelId="{0CBFD5A4-EC06-4D84-9F29-E59B37EACFA8}">
      <dsp:nvSpPr>
        <dsp:cNvPr id="0" name=""/>
        <dsp:cNvSpPr/>
      </dsp:nvSpPr>
      <dsp:spPr>
        <a:xfrm>
          <a:off x="6938111" y="1958102"/>
          <a:ext cx="435133" cy="435133"/>
        </a:xfrm>
        <a:prstGeom prst="ellipse">
          <a:avLst/>
        </a:prstGeom>
        <a:solidFill>
          <a:schemeClr val="accent2">
            <a:shade val="50000"/>
            <a:hueOff val="-591173"/>
            <a:satOff val="7783"/>
            <a:lumOff val="466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D9F18-A236-4D0C-91AA-4460C31BEE79}">
      <dsp:nvSpPr>
        <dsp:cNvPr id="0" name=""/>
        <dsp:cNvSpPr/>
      </dsp:nvSpPr>
      <dsp:spPr>
        <a:xfrm>
          <a:off x="115" y="0"/>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b" anchorCtr="0">
          <a:noAutofit/>
        </a:bodyPr>
        <a:lstStyle/>
        <a:p>
          <a:pPr marL="0" lvl="0" indent="0" algn="ctr" defTabSz="1244600">
            <a:lnSpc>
              <a:spcPct val="90000"/>
            </a:lnSpc>
            <a:spcBef>
              <a:spcPct val="0"/>
            </a:spcBef>
            <a:spcAft>
              <a:spcPct val="35000"/>
            </a:spcAft>
            <a:buNone/>
          </a:pPr>
          <a:r>
            <a:rPr kumimoji="1" lang="ja-JP" altLang="en-US" sz="2800" kern="1200" dirty="0">
              <a:solidFill>
                <a:schemeClr val="bg2"/>
              </a:solidFill>
            </a:rPr>
            <a:t>施設予約画面（利用者）</a:t>
          </a:r>
        </a:p>
      </dsp:txBody>
      <dsp:txXfrm>
        <a:off x="115" y="0"/>
        <a:ext cx="4616492" cy="1740535"/>
      </dsp:txXfrm>
    </dsp:sp>
    <dsp:sp modelId="{11DDFBC5-3EE1-4B2D-9A1D-8BD4EA48CD34}">
      <dsp:nvSpPr>
        <dsp:cNvPr id="0" name=""/>
        <dsp:cNvSpPr/>
      </dsp:nvSpPr>
      <dsp:spPr>
        <a:xfrm>
          <a:off x="2090794"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826D69-EB8F-4662-8317-AB61AAF06F1E}">
      <dsp:nvSpPr>
        <dsp:cNvPr id="0" name=""/>
        <dsp:cNvSpPr/>
      </dsp:nvSpPr>
      <dsp:spPr>
        <a:xfrm>
          <a:off x="4847432" y="2610802"/>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t" anchorCtr="0">
          <a:noAutofit/>
        </a:bodyPr>
        <a:lstStyle/>
        <a:p>
          <a:pPr marL="0" lvl="0" indent="0" algn="ctr" defTabSz="1244600">
            <a:lnSpc>
              <a:spcPct val="90000"/>
            </a:lnSpc>
            <a:spcBef>
              <a:spcPct val="0"/>
            </a:spcBef>
            <a:spcAft>
              <a:spcPct val="35000"/>
            </a:spcAft>
            <a:buNone/>
          </a:pPr>
          <a:r>
            <a:rPr kumimoji="1" lang="ja-JP" altLang="en-US" sz="2800" kern="1200" dirty="0"/>
            <a:t>施設管理画面（管理者）</a:t>
          </a:r>
          <a:endParaRPr kumimoji="1" lang="en-US" altLang="ja-JP" sz="2800" kern="1200" dirty="0"/>
        </a:p>
      </dsp:txBody>
      <dsp:txXfrm>
        <a:off x="4847432" y="2610802"/>
        <a:ext cx="4616492" cy="1740535"/>
      </dsp:txXfrm>
    </dsp:sp>
    <dsp:sp modelId="{0CBFD5A4-EC06-4D84-9F29-E59B37EACFA8}">
      <dsp:nvSpPr>
        <dsp:cNvPr id="0" name=""/>
        <dsp:cNvSpPr/>
      </dsp:nvSpPr>
      <dsp:spPr>
        <a:xfrm>
          <a:off x="6938111" y="1958102"/>
          <a:ext cx="435133" cy="435133"/>
        </a:xfrm>
        <a:prstGeom prst="ellipse">
          <a:avLst/>
        </a:prstGeom>
        <a:solidFill>
          <a:schemeClr val="accent2">
            <a:shade val="50000"/>
            <a:hueOff val="-591173"/>
            <a:satOff val="7783"/>
            <a:lumOff val="466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527F17-EB04-40F5-AAE2-2EB24635B796}">
      <dsp:nvSpPr>
        <dsp:cNvPr id="0" name=""/>
        <dsp:cNvSpPr/>
      </dsp:nvSpPr>
      <dsp:spPr>
        <a:xfrm rot="7144812">
          <a:off x="2018263" y="-1838753"/>
          <a:ext cx="6001274" cy="6001274"/>
        </a:xfrm>
        <a:prstGeom prst="pie">
          <a:avLst>
            <a:gd name="adj1" fmla="val 16200000"/>
            <a:gd name="adj2" fmla="val 1800000"/>
          </a:avLst>
        </a:prstGeom>
        <a:solidFill>
          <a:schemeClr val="accent5">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kumimoji="1" lang="ja-JP" altLang="en-US" sz="2400" b="1" kern="1200" dirty="0"/>
        </a:p>
      </dsp:txBody>
      <dsp:txXfrm>
        <a:off x="4159042" y="1714604"/>
        <a:ext cx="2036146" cy="2000424"/>
      </dsp:txXfrm>
    </dsp:sp>
    <dsp:sp modelId="{4432BA65-E329-41E9-9908-B0B431A98775}">
      <dsp:nvSpPr>
        <dsp:cNvPr id="0" name=""/>
        <dsp:cNvSpPr/>
      </dsp:nvSpPr>
      <dsp:spPr>
        <a:xfrm rot="7176519">
          <a:off x="3183087" y="-846892"/>
          <a:ext cx="3655123" cy="3655123"/>
        </a:xfrm>
        <a:prstGeom prst="pie">
          <a:avLst>
            <a:gd name="adj1" fmla="val 1800000"/>
            <a:gd name="adj2" fmla="val 9000000"/>
          </a:avLst>
        </a:prstGeom>
        <a:solidFill>
          <a:schemeClr val="accent5">
            <a:shade val="50000"/>
            <a:hueOff val="222839"/>
            <a:satOff val="5970"/>
            <a:lumOff val="263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kumimoji="1" lang="ja-JP" altLang="en-US" sz="1400" kern="1200" dirty="0"/>
        </a:p>
      </dsp:txBody>
      <dsp:txXfrm>
        <a:off x="3275940" y="-100974"/>
        <a:ext cx="1653508" cy="1131347"/>
      </dsp:txXfrm>
    </dsp:sp>
    <dsp:sp modelId="{A877B607-5009-456D-998C-3306F494C737}">
      <dsp:nvSpPr>
        <dsp:cNvPr id="0" name=""/>
        <dsp:cNvSpPr/>
      </dsp:nvSpPr>
      <dsp:spPr>
        <a:xfrm rot="7176519">
          <a:off x="3224317" y="-838631"/>
          <a:ext cx="3655123" cy="3655123"/>
        </a:xfrm>
        <a:prstGeom prst="pie">
          <a:avLst>
            <a:gd name="adj1" fmla="val 9000000"/>
            <a:gd name="adj2" fmla="val 16200000"/>
          </a:avLst>
        </a:prstGeom>
        <a:solidFill>
          <a:schemeClr val="accent5">
            <a:shade val="50000"/>
            <a:hueOff val="222839"/>
            <a:satOff val="5970"/>
            <a:lumOff val="263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kumimoji="1" lang="ja-JP" altLang="en-US" sz="1400" kern="1200" dirty="0"/>
        </a:p>
      </dsp:txBody>
      <dsp:txXfrm>
        <a:off x="5269976" y="-82361"/>
        <a:ext cx="1240131" cy="121837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D9F18-A236-4D0C-91AA-4460C31BEE79}">
      <dsp:nvSpPr>
        <dsp:cNvPr id="0" name=""/>
        <dsp:cNvSpPr/>
      </dsp:nvSpPr>
      <dsp:spPr>
        <a:xfrm>
          <a:off x="115" y="0"/>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t>デジタルサイネージ表示例</a:t>
          </a:r>
        </a:p>
      </dsp:txBody>
      <dsp:txXfrm>
        <a:off x="115" y="0"/>
        <a:ext cx="4616492" cy="1740535"/>
      </dsp:txXfrm>
    </dsp:sp>
    <dsp:sp modelId="{11DDFBC5-3EE1-4B2D-9A1D-8BD4EA48CD34}">
      <dsp:nvSpPr>
        <dsp:cNvPr id="0" name=""/>
        <dsp:cNvSpPr/>
      </dsp:nvSpPr>
      <dsp:spPr>
        <a:xfrm>
          <a:off x="2090794"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826D69-EB8F-4662-8317-AB61AAF06F1E}">
      <dsp:nvSpPr>
        <dsp:cNvPr id="0" name=""/>
        <dsp:cNvSpPr/>
      </dsp:nvSpPr>
      <dsp:spPr>
        <a:xfrm>
          <a:off x="4847432" y="2610802"/>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t" anchorCtr="0">
          <a:noAutofit/>
        </a:bodyPr>
        <a:lstStyle/>
        <a:p>
          <a:pPr marL="0" lvl="0" indent="0" algn="ctr" defTabSz="1244600">
            <a:lnSpc>
              <a:spcPct val="90000"/>
            </a:lnSpc>
            <a:spcBef>
              <a:spcPct val="0"/>
            </a:spcBef>
            <a:spcAft>
              <a:spcPct val="35000"/>
            </a:spcAft>
            <a:buNone/>
          </a:pPr>
          <a:r>
            <a:rPr kumimoji="1" lang="ja-JP" altLang="en-US" sz="2800" kern="1200" dirty="0">
              <a:solidFill>
                <a:schemeClr val="bg2"/>
              </a:solidFill>
            </a:rPr>
            <a:t>モニター表示例</a:t>
          </a:r>
          <a:endParaRPr kumimoji="1" lang="en-US" altLang="ja-JP" sz="2800" kern="1200" dirty="0">
            <a:solidFill>
              <a:schemeClr val="bg2"/>
            </a:solidFill>
          </a:endParaRPr>
        </a:p>
      </dsp:txBody>
      <dsp:txXfrm>
        <a:off x="4847432" y="2610802"/>
        <a:ext cx="4616492" cy="1740535"/>
      </dsp:txXfrm>
    </dsp:sp>
    <dsp:sp modelId="{0CBFD5A4-EC06-4D84-9F29-E59B37EACFA8}">
      <dsp:nvSpPr>
        <dsp:cNvPr id="0" name=""/>
        <dsp:cNvSpPr/>
      </dsp:nvSpPr>
      <dsp:spPr>
        <a:xfrm>
          <a:off x="6938111" y="1958102"/>
          <a:ext cx="435133" cy="435133"/>
        </a:xfrm>
        <a:prstGeom prst="ellipse">
          <a:avLst/>
        </a:prstGeom>
        <a:solidFill>
          <a:schemeClr val="accent2">
            <a:shade val="50000"/>
            <a:hueOff val="-591173"/>
            <a:satOff val="7783"/>
            <a:lumOff val="466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D9F18-A236-4D0C-91AA-4460C31BEE79}">
      <dsp:nvSpPr>
        <dsp:cNvPr id="0" name=""/>
        <dsp:cNvSpPr/>
      </dsp:nvSpPr>
      <dsp:spPr>
        <a:xfrm>
          <a:off x="115" y="0"/>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デジタルサイネージ表示例</a:t>
          </a:r>
        </a:p>
      </dsp:txBody>
      <dsp:txXfrm>
        <a:off x="115" y="0"/>
        <a:ext cx="4616492" cy="1740535"/>
      </dsp:txXfrm>
    </dsp:sp>
    <dsp:sp modelId="{11DDFBC5-3EE1-4B2D-9A1D-8BD4EA48CD34}">
      <dsp:nvSpPr>
        <dsp:cNvPr id="0" name=""/>
        <dsp:cNvSpPr/>
      </dsp:nvSpPr>
      <dsp:spPr>
        <a:xfrm>
          <a:off x="2090794"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826D69-EB8F-4662-8317-AB61AAF06F1E}">
      <dsp:nvSpPr>
        <dsp:cNvPr id="0" name=""/>
        <dsp:cNvSpPr/>
      </dsp:nvSpPr>
      <dsp:spPr>
        <a:xfrm>
          <a:off x="4847432" y="2610802"/>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t" anchorCtr="0">
          <a:noAutofit/>
        </a:bodyPr>
        <a:lstStyle/>
        <a:p>
          <a:pPr marL="0" lvl="0" indent="0" algn="ctr" defTabSz="1244600">
            <a:lnSpc>
              <a:spcPct val="90000"/>
            </a:lnSpc>
            <a:spcBef>
              <a:spcPct val="0"/>
            </a:spcBef>
            <a:spcAft>
              <a:spcPct val="35000"/>
            </a:spcAft>
            <a:buNone/>
          </a:pPr>
          <a:r>
            <a:rPr kumimoji="1" lang="ja-JP" altLang="en-US" sz="2800" kern="1200" dirty="0"/>
            <a:t>モニター表示例</a:t>
          </a:r>
          <a:endParaRPr kumimoji="1" lang="en-US" altLang="ja-JP" sz="2800" kern="1200" dirty="0"/>
        </a:p>
      </dsp:txBody>
      <dsp:txXfrm>
        <a:off x="4847432" y="2610802"/>
        <a:ext cx="4616492" cy="1740535"/>
      </dsp:txXfrm>
    </dsp:sp>
    <dsp:sp modelId="{0CBFD5A4-EC06-4D84-9F29-E59B37EACFA8}">
      <dsp:nvSpPr>
        <dsp:cNvPr id="0" name=""/>
        <dsp:cNvSpPr/>
      </dsp:nvSpPr>
      <dsp:spPr>
        <a:xfrm>
          <a:off x="6938111" y="1958102"/>
          <a:ext cx="435133" cy="435133"/>
        </a:xfrm>
        <a:prstGeom prst="ellipse">
          <a:avLst/>
        </a:prstGeom>
        <a:solidFill>
          <a:schemeClr val="accent2">
            <a:shade val="50000"/>
            <a:hueOff val="-591173"/>
            <a:satOff val="7783"/>
            <a:lumOff val="466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D9F18-A236-4D0C-91AA-4460C31BEE79}">
      <dsp:nvSpPr>
        <dsp:cNvPr id="0" name=""/>
        <dsp:cNvSpPr/>
      </dsp:nvSpPr>
      <dsp:spPr>
        <a:xfrm>
          <a:off x="0" y="0"/>
          <a:ext cx="9464040"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tx1"/>
              </a:solidFill>
            </a:rPr>
            <a:t>ポータル画面イメージ</a:t>
          </a:r>
        </a:p>
      </dsp:txBody>
      <dsp:txXfrm>
        <a:off x="0" y="0"/>
        <a:ext cx="9464040" cy="1740535"/>
      </dsp:txXfrm>
    </dsp:sp>
    <dsp:sp modelId="{11DDFBC5-3EE1-4B2D-9A1D-8BD4EA48CD34}">
      <dsp:nvSpPr>
        <dsp:cNvPr id="0" name=""/>
        <dsp:cNvSpPr/>
      </dsp:nvSpPr>
      <dsp:spPr>
        <a:xfrm>
          <a:off x="4514453"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D9F18-A236-4D0C-91AA-4460C31BEE79}">
      <dsp:nvSpPr>
        <dsp:cNvPr id="0" name=""/>
        <dsp:cNvSpPr/>
      </dsp:nvSpPr>
      <dsp:spPr>
        <a:xfrm>
          <a:off x="115" y="0"/>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t>問い合わせチャット画面</a:t>
          </a:r>
          <a:br>
            <a:rPr kumimoji="1" lang="en-US" altLang="ja-JP" sz="2400" kern="1200" dirty="0"/>
          </a:br>
          <a:r>
            <a:rPr kumimoji="1" lang="ja-JP" altLang="en-US" sz="2400" kern="1200" dirty="0"/>
            <a:t>（利用者）</a:t>
          </a:r>
        </a:p>
      </dsp:txBody>
      <dsp:txXfrm>
        <a:off x="115" y="0"/>
        <a:ext cx="4616492" cy="1740535"/>
      </dsp:txXfrm>
    </dsp:sp>
    <dsp:sp modelId="{11DDFBC5-3EE1-4B2D-9A1D-8BD4EA48CD34}">
      <dsp:nvSpPr>
        <dsp:cNvPr id="0" name=""/>
        <dsp:cNvSpPr/>
      </dsp:nvSpPr>
      <dsp:spPr>
        <a:xfrm>
          <a:off x="2090794"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826D69-EB8F-4662-8317-AB61AAF06F1E}">
      <dsp:nvSpPr>
        <dsp:cNvPr id="0" name=""/>
        <dsp:cNvSpPr/>
      </dsp:nvSpPr>
      <dsp:spPr>
        <a:xfrm>
          <a:off x="4847432" y="2610802"/>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問い合わせチャット画面</a:t>
          </a:r>
          <a:br>
            <a:rPr kumimoji="1" lang="en-US" altLang="ja-JP" sz="2400" kern="1200" dirty="0">
              <a:solidFill>
                <a:schemeClr val="bg2"/>
              </a:solidFill>
            </a:rPr>
          </a:br>
          <a:r>
            <a:rPr kumimoji="1" lang="ja-JP" altLang="en-US" sz="2400" kern="1200" dirty="0">
              <a:solidFill>
                <a:schemeClr val="bg2"/>
              </a:solidFill>
            </a:rPr>
            <a:t>（管理者）</a:t>
          </a:r>
          <a:endParaRPr kumimoji="1" lang="en-US" altLang="ja-JP" sz="2400" kern="1200" dirty="0">
            <a:solidFill>
              <a:schemeClr val="bg2"/>
            </a:solidFill>
          </a:endParaRPr>
        </a:p>
      </dsp:txBody>
      <dsp:txXfrm>
        <a:off x="4847432" y="2610802"/>
        <a:ext cx="4616492" cy="1740535"/>
      </dsp:txXfrm>
    </dsp:sp>
    <dsp:sp modelId="{0CBFD5A4-EC06-4D84-9F29-E59B37EACFA8}">
      <dsp:nvSpPr>
        <dsp:cNvPr id="0" name=""/>
        <dsp:cNvSpPr/>
      </dsp:nvSpPr>
      <dsp:spPr>
        <a:xfrm>
          <a:off x="6938111" y="1958102"/>
          <a:ext cx="435133" cy="435133"/>
        </a:xfrm>
        <a:prstGeom prst="ellipse">
          <a:avLst/>
        </a:prstGeom>
        <a:solidFill>
          <a:schemeClr val="accent2">
            <a:shade val="50000"/>
            <a:hueOff val="-591173"/>
            <a:satOff val="7783"/>
            <a:lumOff val="466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D9F18-A236-4D0C-91AA-4460C31BEE79}">
      <dsp:nvSpPr>
        <dsp:cNvPr id="0" name=""/>
        <dsp:cNvSpPr/>
      </dsp:nvSpPr>
      <dsp:spPr>
        <a:xfrm>
          <a:off x="115" y="0"/>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問い合わせチャット画面</a:t>
          </a:r>
          <a:br>
            <a:rPr kumimoji="1" lang="en-US" altLang="ja-JP" sz="2400" kern="1200" dirty="0">
              <a:solidFill>
                <a:schemeClr val="bg2"/>
              </a:solidFill>
            </a:rPr>
          </a:br>
          <a:r>
            <a:rPr kumimoji="1" lang="ja-JP" altLang="en-US" sz="2400" kern="1200" dirty="0">
              <a:solidFill>
                <a:schemeClr val="bg2"/>
              </a:solidFill>
            </a:rPr>
            <a:t>（利用者）</a:t>
          </a:r>
        </a:p>
      </dsp:txBody>
      <dsp:txXfrm>
        <a:off x="115" y="0"/>
        <a:ext cx="4616492" cy="1740535"/>
      </dsp:txXfrm>
    </dsp:sp>
    <dsp:sp modelId="{11DDFBC5-3EE1-4B2D-9A1D-8BD4EA48CD34}">
      <dsp:nvSpPr>
        <dsp:cNvPr id="0" name=""/>
        <dsp:cNvSpPr/>
      </dsp:nvSpPr>
      <dsp:spPr>
        <a:xfrm>
          <a:off x="2090794"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826D69-EB8F-4662-8317-AB61AAF06F1E}">
      <dsp:nvSpPr>
        <dsp:cNvPr id="0" name=""/>
        <dsp:cNvSpPr/>
      </dsp:nvSpPr>
      <dsp:spPr>
        <a:xfrm>
          <a:off x="4847432" y="2610802"/>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kumimoji="1" lang="ja-JP" altLang="en-US" sz="2400" kern="1200" dirty="0"/>
            <a:t>問い合わせチャット画面</a:t>
          </a:r>
          <a:br>
            <a:rPr kumimoji="1" lang="en-US" altLang="ja-JP" sz="2400" kern="1200" dirty="0"/>
          </a:br>
          <a:r>
            <a:rPr kumimoji="1" lang="ja-JP" altLang="en-US" sz="2400" kern="1200" dirty="0"/>
            <a:t>（管理者）</a:t>
          </a:r>
          <a:endParaRPr kumimoji="1" lang="en-US" altLang="ja-JP" sz="2400" kern="1200" dirty="0"/>
        </a:p>
      </dsp:txBody>
      <dsp:txXfrm>
        <a:off x="4847432" y="2610802"/>
        <a:ext cx="4616492" cy="1740535"/>
      </dsp:txXfrm>
    </dsp:sp>
    <dsp:sp modelId="{0CBFD5A4-EC06-4D84-9F29-E59B37EACFA8}">
      <dsp:nvSpPr>
        <dsp:cNvPr id="0" name=""/>
        <dsp:cNvSpPr/>
      </dsp:nvSpPr>
      <dsp:spPr>
        <a:xfrm>
          <a:off x="6938111" y="1958102"/>
          <a:ext cx="435133" cy="435133"/>
        </a:xfrm>
        <a:prstGeom prst="ellipse">
          <a:avLst/>
        </a:prstGeom>
        <a:solidFill>
          <a:schemeClr val="accent2">
            <a:shade val="50000"/>
            <a:hueOff val="-591173"/>
            <a:satOff val="7783"/>
            <a:lumOff val="466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D9F18-A236-4D0C-91AA-4460C31BEE79}">
      <dsp:nvSpPr>
        <dsp:cNvPr id="0" name=""/>
        <dsp:cNvSpPr/>
      </dsp:nvSpPr>
      <dsp:spPr>
        <a:xfrm>
          <a:off x="115" y="0"/>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t>受付</a:t>
          </a:r>
          <a:br>
            <a:rPr kumimoji="1" lang="en-US" altLang="ja-JP" sz="2400" kern="1200" dirty="0"/>
          </a:br>
          <a:r>
            <a:rPr kumimoji="1" lang="ja-JP" altLang="en-US" sz="2400" kern="1200" dirty="0"/>
            <a:t>（デジタルサイネージ）</a:t>
          </a:r>
        </a:p>
      </dsp:txBody>
      <dsp:txXfrm>
        <a:off x="115" y="0"/>
        <a:ext cx="4616492" cy="1740535"/>
      </dsp:txXfrm>
    </dsp:sp>
    <dsp:sp modelId="{11DDFBC5-3EE1-4B2D-9A1D-8BD4EA48CD34}">
      <dsp:nvSpPr>
        <dsp:cNvPr id="0" name=""/>
        <dsp:cNvSpPr/>
      </dsp:nvSpPr>
      <dsp:spPr>
        <a:xfrm>
          <a:off x="2090794" y="1958102"/>
          <a:ext cx="435133" cy="435133"/>
        </a:xfrm>
        <a:prstGeom prst="ellipse">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826D69-EB8F-4662-8317-AB61AAF06F1E}">
      <dsp:nvSpPr>
        <dsp:cNvPr id="0" name=""/>
        <dsp:cNvSpPr/>
      </dsp:nvSpPr>
      <dsp:spPr>
        <a:xfrm>
          <a:off x="4847432" y="2610802"/>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各部屋の出入り口</a:t>
          </a:r>
          <a:br>
            <a:rPr kumimoji="1" lang="en-US" altLang="ja-JP" sz="2400" kern="1200" dirty="0">
              <a:solidFill>
                <a:schemeClr val="bg2"/>
              </a:solidFill>
            </a:rPr>
          </a:br>
          <a:r>
            <a:rPr kumimoji="1" lang="ja-JP" altLang="en-US" sz="2400" kern="1200" dirty="0">
              <a:solidFill>
                <a:schemeClr val="bg2"/>
              </a:solidFill>
            </a:rPr>
            <a:t>（モニター）</a:t>
          </a:r>
          <a:endParaRPr kumimoji="1" lang="en-US" altLang="ja-JP" sz="2400" kern="1200" dirty="0">
            <a:solidFill>
              <a:schemeClr val="bg2"/>
            </a:solidFill>
          </a:endParaRPr>
        </a:p>
      </dsp:txBody>
      <dsp:txXfrm>
        <a:off x="4847432" y="2610802"/>
        <a:ext cx="4616492" cy="1740535"/>
      </dsp:txXfrm>
    </dsp:sp>
    <dsp:sp modelId="{0CBFD5A4-EC06-4D84-9F29-E59B37EACFA8}">
      <dsp:nvSpPr>
        <dsp:cNvPr id="0" name=""/>
        <dsp:cNvSpPr/>
      </dsp:nvSpPr>
      <dsp:spPr>
        <a:xfrm>
          <a:off x="6938111" y="1958102"/>
          <a:ext cx="435133" cy="435133"/>
        </a:xfrm>
        <a:prstGeom prst="ellipse">
          <a:avLst/>
        </a:prstGeom>
        <a:solidFill>
          <a:schemeClr val="accent1">
            <a:shade val="50000"/>
            <a:hueOff val="402493"/>
            <a:satOff val="-9802"/>
            <a:lumOff val="428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D9F18-A236-4D0C-91AA-4460C31BEE79}">
      <dsp:nvSpPr>
        <dsp:cNvPr id="0" name=""/>
        <dsp:cNvSpPr/>
      </dsp:nvSpPr>
      <dsp:spPr>
        <a:xfrm>
          <a:off x="115" y="0"/>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受付</a:t>
          </a:r>
          <a:br>
            <a:rPr kumimoji="1" lang="en-US" altLang="ja-JP" sz="2400" kern="1200" dirty="0">
              <a:solidFill>
                <a:schemeClr val="bg2"/>
              </a:solidFill>
            </a:rPr>
          </a:br>
          <a:r>
            <a:rPr kumimoji="1" lang="ja-JP" altLang="en-US" sz="2400" kern="1200" dirty="0">
              <a:solidFill>
                <a:schemeClr val="bg2"/>
              </a:solidFill>
            </a:rPr>
            <a:t>（デジタルサイネージ）</a:t>
          </a:r>
        </a:p>
      </dsp:txBody>
      <dsp:txXfrm>
        <a:off x="115" y="0"/>
        <a:ext cx="4616492" cy="1740535"/>
      </dsp:txXfrm>
    </dsp:sp>
    <dsp:sp modelId="{11DDFBC5-3EE1-4B2D-9A1D-8BD4EA48CD34}">
      <dsp:nvSpPr>
        <dsp:cNvPr id="0" name=""/>
        <dsp:cNvSpPr/>
      </dsp:nvSpPr>
      <dsp:spPr>
        <a:xfrm>
          <a:off x="2090794" y="1958102"/>
          <a:ext cx="435133" cy="435133"/>
        </a:xfrm>
        <a:prstGeom prst="ellipse">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826D69-EB8F-4662-8317-AB61AAF06F1E}">
      <dsp:nvSpPr>
        <dsp:cNvPr id="0" name=""/>
        <dsp:cNvSpPr/>
      </dsp:nvSpPr>
      <dsp:spPr>
        <a:xfrm>
          <a:off x="4847432" y="2610802"/>
          <a:ext cx="461649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tx1"/>
              </a:solidFill>
            </a:rPr>
            <a:t>各部屋の出入り口</a:t>
          </a:r>
          <a:br>
            <a:rPr kumimoji="1" lang="en-US" altLang="ja-JP" sz="2400" kern="1200" dirty="0">
              <a:solidFill>
                <a:schemeClr val="tx1"/>
              </a:solidFill>
            </a:rPr>
          </a:br>
          <a:r>
            <a:rPr kumimoji="1" lang="ja-JP" altLang="en-US" sz="2400" kern="1200" dirty="0">
              <a:solidFill>
                <a:schemeClr val="tx1"/>
              </a:solidFill>
            </a:rPr>
            <a:t>（モニター）</a:t>
          </a:r>
          <a:endParaRPr kumimoji="1" lang="en-US" altLang="ja-JP" sz="2400" kern="1200" dirty="0">
            <a:solidFill>
              <a:schemeClr val="tx1"/>
            </a:solidFill>
          </a:endParaRPr>
        </a:p>
      </dsp:txBody>
      <dsp:txXfrm>
        <a:off x="4847432" y="2610802"/>
        <a:ext cx="4616492" cy="1740535"/>
      </dsp:txXfrm>
    </dsp:sp>
    <dsp:sp modelId="{0CBFD5A4-EC06-4D84-9F29-E59B37EACFA8}">
      <dsp:nvSpPr>
        <dsp:cNvPr id="0" name=""/>
        <dsp:cNvSpPr/>
      </dsp:nvSpPr>
      <dsp:spPr>
        <a:xfrm>
          <a:off x="6938111" y="1958102"/>
          <a:ext cx="435133" cy="435133"/>
        </a:xfrm>
        <a:prstGeom prst="ellipse">
          <a:avLst/>
        </a:prstGeom>
        <a:solidFill>
          <a:schemeClr val="accent1">
            <a:shade val="50000"/>
            <a:hueOff val="402493"/>
            <a:satOff val="-9802"/>
            <a:lumOff val="428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23BA8A-F357-41C0-B4AC-B7A1875F143D}">
      <dsp:nvSpPr>
        <dsp:cNvPr id="0" name=""/>
        <dsp:cNvSpPr/>
      </dsp:nvSpPr>
      <dsp:spPr>
        <a:xfrm>
          <a:off x="5144108" y="2242422"/>
          <a:ext cx="2740739" cy="2740739"/>
        </a:xfrm>
        <a:prstGeom prst="gear9">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kumimoji="1" lang="ja-JP" altLang="en-US" sz="2400" b="1" kern="1200" dirty="0"/>
            <a:t>施設予約</a:t>
          </a:r>
          <a:br>
            <a:rPr kumimoji="1" lang="en-US" altLang="ja-JP" sz="2400" b="1" kern="1200" dirty="0"/>
          </a:br>
          <a:r>
            <a:rPr kumimoji="1" lang="ja-JP" altLang="en-US" sz="2400" b="1" kern="1200" dirty="0"/>
            <a:t>システム</a:t>
          </a:r>
        </a:p>
      </dsp:txBody>
      <dsp:txXfrm>
        <a:off x="5695118" y="2884427"/>
        <a:ext cx="1638719" cy="1408796"/>
      </dsp:txXfrm>
    </dsp:sp>
    <dsp:sp modelId="{1580318B-5321-40A7-8499-254C740D5099}">
      <dsp:nvSpPr>
        <dsp:cNvPr id="0" name=""/>
        <dsp:cNvSpPr/>
      </dsp:nvSpPr>
      <dsp:spPr>
        <a:xfrm>
          <a:off x="3549497" y="1594611"/>
          <a:ext cx="1993264" cy="1993264"/>
        </a:xfrm>
        <a:prstGeom prst="gear6">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kumimoji="1" lang="ja-JP" altLang="en-US" sz="1800" b="1" kern="1200" dirty="0"/>
            <a:t>料金計算</a:t>
          </a:r>
          <a:br>
            <a:rPr kumimoji="1" lang="en-US" altLang="ja-JP" sz="1800" b="1" kern="1200" dirty="0"/>
          </a:br>
          <a:r>
            <a:rPr kumimoji="1" lang="ja-JP" altLang="en-US" sz="1800" b="1" kern="1200" dirty="0"/>
            <a:t>システム</a:t>
          </a:r>
        </a:p>
      </dsp:txBody>
      <dsp:txXfrm>
        <a:off x="4051307" y="2099454"/>
        <a:ext cx="989644" cy="983578"/>
      </dsp:txXfrm>
    </dsp:sp>
    <dsp:sp modelId="{E60F1C61-A4D7-4EEC-B82C-E080F26D794B}">
      <dsp:nvSpPr>
        <dsp:cNvPr id="0" name=""/>
        <dsp:cNvSpPr/>
      </dsp:nvSpPr>
      <dsp:spPr>
        <a:xfrm rot="20700000">
          <a:off x="4665928" y="219462"/>
          <a:ext cx="1952992" cy="1952992"/>
        </a:xfrm>
        <a:prstGeom prst="gear6">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kumimoji="1" lang="ja-JP" altLang="en-US" sz="1800" b="1" kern="1200" dirty="0"/>
            <a:t>備品管理</a:t>
          </a:r>
          <a:br>
            <a:rPr kumimoji="1" lang="en-US" altLang="ja-JP" sz="1800" b="1" kern="1200" dirty="0"/>
          </a:br>
          <a:r>
            <a:rPr kumimoji="1" lang="ja-JP" altLang="en-US" sz="1800" b="1" kern="1200" dirty="0"/>
            <a:t>システム</a:t>
          </a:r>
        </a:p>
      </dsp:txBody>
      <dsp:txXfrm rot="-20700000">
        <a:off x="5094277" y="647811"/>
        <a:ext cx="1096295" cy="1096295"/>
      </dsp:txXfrm>
    </dsp:sp>
    <dsp:sp modelId="{FA29173E-CFAC-4BFD-A8C6-5EF8FD7788DC}">
      <dsp:nvSpPr>
        <dsp:cNvPr id="0" name=""/>
        <dsp:cNvSpPr/>
      </dsp:nvSpPr>
      <dsp:spPr>
        <a:xfrm>
          <a:off x="4942120" y="1823852"/>
          <a:ext cx="3508146" cy="3508146"/>
        </a:xfrm>
        <a:prstGeom prst="circularArrow">
          <a:avLst>
            <a:gd name="adj1" fmla="val 4687"/>
            <a:gd name="adj2" fmla="val 299029"/>
            <a:gd name="adj3" fmla="val 2532251"/>
            <a:gd name="adj4" fmla="val 15827051"/>
            <a:gd name="adj5" fmla="val 5469"/>
          </a:avLst>
        </a:prstGeom>
        <a:solidFill>
          <a:schemeClr val="bg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2DF6D6BF-A2E9-49B5-879F-A1E8AAFC841B}">
      <dsp:nvSpPr>
        <dsp:cNvPr id="0" name=""/>
        <dsp:cNvSpPr/>
      </dsp:nvSpPr>
      <dsp:spPr>
        <a:xfrm>
          <a:off x="3196493" y="1150192"/>
          <a:ext cx="2548887" cy="2548887"/>
        </a:xfrm>
        <a:prstGeom prst="leftCircularArrow">
          <a:avLst>
            <a:gd name="adj1" fmla="val 6452"/>
            <a:gd name="adj2" fmla="val 429999"/>
            <a:gd name="adj3" fmla="val 10489124"/>
            <a:gd name="adj4" fmla="val 14837806"/>
            <a:gd name="adj5" fmla="val 7527"/>
          </a:avLst>
        </a:prstGeom>
        <a:solidFill>
          <a:schemeClr val="accent3">
            <a:hueOff val="1355300"/>
            <a:satOff val="50000"/>
            <a:lumOff val="-735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49D199-47DB-492D-B513-1A7A50A0C729}">
      <dsp:nvSpPr>
        <dsp:cNvPr id="0" name=""/>
        <dsp:cNvSpPr/>
      </dsp:nvSpPr>
      <dsp:spPr>
        <a:xfrm>
          <a:off x="4214181" y="-211701"/>
          <a:ext cx="2748213" cy="2748213"/>
        </a:xfrm>
        <a:prstGeom prst="circularArrow">
          <a:avLst>
            <a:gd name="adj1" fmla="val 5984"/>
            <a:gd name="adj2" fmla="val 394124"/>
            <a:gd name="adj3" fmla="val 13313824"/>
            <a:gd name="adj4" fmla="val 10508221"/>
            <a:gd name="adj5" fmla="val 6981"/>
          </a:avLst>
        </a:prstGeom>
        <a:solidFill>
          <a:schemeClr val="accent3">
            <a:hueOff val="2710599"/>
            <a:satOff val="100000"/>
            <a:lumOff val="-14706"/>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2DC642-2F17-4C1E-8913-6395E6711857}">
      <dsp:nvSpPr>
        <dsp:cNvPr id="0" name=""/>
        <dsp:cNvSpPr/>
      </dsp:nvSpPr>
      <dsp:spPr>
        <a:xfrm>
          <a:off x="1616" y="0"/>
          <a:ext cx="2883574"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t>料金設定画面</a:t>
          </a:r>
        </a:p>
      </dsp:txBody>
      <dsp:txXfrm>
        <a:off x="1616" y="0"/>
        <a:ext cx="2883574" cy="1740535"/>
      </dsp:txXfrm>
    </dsp:sp>
    <dsp:sp modelId="{19C1414F-4A4C-445B-8EC1-7B156487BF66}">
      <dsp:nvSpPr>
        <dsp:cNvPr id="0" name=""/>
        <dsp:cNvSpPr/>
      </dsp:nvSpPr>
      <dsp:spPr>
        <a:xfrm>
          <a:off x="1225837"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0FE2BF-E7DD-4BDF-B083-EB4E3CE0A399}">
      <dsp:nvSpPr>
        <dsp:cNvPr id="0" name=""/>
        <dsp:cNvSpPr/>
      </dsp:nvSpPr>
      <dsp:spPr>
        <a:xfrm>
          <a:off x="3029370" y="2610802"/>
          <a:ext cx="3405299"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施設予約時料金表示</a:t>
          </a:r>
          <a:br>
            <a:rPr kumimoji="1" lang="en-US" altLang="ja-JP" sz="2400" kern="1200" dirty="0">
              <a:solidFill>
                <a:schemeClr val="bg2"/>
              </a:solidFill>
            </a:rPr>
          </a:br>
          <a:r>
            <a:rPr kumimoji="1" lang="ja-JP" altLang="en-US" sz="2400" kern="1200" dirty="0">
              <a:solidFill>
                <a:schemeClr val="bg2"/>
              </a:solidFill>
            </a:rPr>
            <a:t>（利用者）</a:t>
          </a:r>
        </a:p>
      </dsp:txBody>
      <dsp:txXfrm>
        <a:off x="3029370" y="2610802"/>
        <a:ext cx="3405299" cy="1740535"/>
      </dsp:txXfrm>
    </dsp:sp>
    <dsp:sp modelId="{57741143-C896-4088-98A8-9C37125C3639}">
      <dsp:nvSpPr>
        <dsp:cNvPr id="0" name=""/>
        <dsp:cNvSpPr/>
      </dsp:nvSpPr>
      <dsp:spPr>
        <a:xfrm>
          <a:off x="4514453"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425A26-DF8A-484D-86E6-5976C2841198}">
      <dsp:nvSpPr>
        <dsp:cNvPr id="0" name=""/>
        <dsp:cNvSpPr/>
      </dsp:nvSpPr>
      <dsp:spPr>
        <a:xfrm>
          <a:off x="6578848" y="0"/>
          <a:ext cx="2883574"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料金合計確認画面</a:t>
          </a:r>
          <a:br>
            <a:rPr kumimoji="1" lang="en-US" altLang="ja-JP" sz="2400" kern="1200" dirty="0">
              <a:solidFill>
                <a:schemeClr val="bg2"/>
              </a:solidFill>
            </a:rPr>
          </a:br>
          <a:r>
            <a:rPr kumimoji="1" lang="ja-JP" altLang="en-US" sz="2400" kern="1200" dirty="0">
              <a:solidFill>
                <a:schemeClr val="bg2"/>
              </a:solidFill>
            </a:rPr>
            <a:t>（利用者）</a:t>
          </a:r>
          <a:endParaRPr kumimoji="1" lang="en-US" altLang="ja-JP" sz="2400" kern="1200" dirty="0">
            <a:solidFill>
              <a:schemeClr val="bg2"/>
            </a:solidFill>
          </a:endParaRPr>
        </a:p>
      </dsp:txBody>
      <dsp:txXfrm>
        <a:off x="6578848" y="0"/>
        <a:ext cx="2883574" cy="1740535"/>
      </dsp:txXfrm>
    </dsp:sp>
    <dsp:sp modelId="{6E493D1B-906C-402B-ABEA-46ADEA1B5B57}">
      <dsp:nvSpPr>
        <dsp:cNvPr id="0" name=""/>
        <dsp:cNvSpPr/>
      </dsp:nvSpPr>
      <dsp:spPr>
        <a:xfrm>
          <a:off x="7803069"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2DC642-2F17-4C1E-8913-6395E6711857}">
      <dsp:nvSpPr>
        <dsp:cNvPr id="0" name=""/>
        <dsp:cNvSpPr/>
      </dsp:nvSpPr>
      <dsp:spPr>
        <a:xfrm>
          <a:off x="1616" y="0"/>
          <a:ext cx="2883574"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料金設定画面</a:t>
          </a:r>
        </a:p>
      </dsp:txBody>
      <dsp:txXfrm>
        <a:off x="1616" y="0"/>
        <a:ext cx="2883574" cy="1740535"/>
      </dsp:txXfrm>
    </dsp:sp>
    <dsp:sp modelId="{19C1414F-4A4C-445B-8EC1-7B156487BF66}">
      <dsp:nvSpPr>
        <dsp:cNvPr id="0" name=""/>
        <dsp:cNvSpPr/>
      </dsp:nvSpPr>
      <dsp:spPr>
        <a:xfrm>
          <a:off x="1225837"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0FE2BF-E7DD-4BDF-B083-EB4E3CE0A399}">
      <dsp:nvSpPr>
        <dsp:cNvPr id="0" name=""/>
        <dsp:cNvSpPr/>
      </dsp:nvSpPr>
      <dsp:spPr>
        <a:xfrm>
          <a:off x="3029370" y="2610802"/>
          <a:ext cx="3405299"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tx1"/>
              </a:solidFill>
            </a:rPr>
            <a:t>施設予約時料金表示</a:t>
          </a:r>
          <a:br>
            <a:rPr kumimoji="1" lang="en-US" altLang="ja-JP" sz="2400" kern="1200" dirty="0">
              <a:solidFill>
                <a:schemeClr val="tx1"/>
              </a:solidFill>
            </a:rPr>
          </a:br>
          <a:r>
            <a:rPr kumimoji="1" lang="ja-JP" altLang="en-US" sz="2400" kern="1200" dirty="0">
              <a:solidFill>
                <a:schemeClr val="tx1"/>
              </a:solidFill>
            </a:rPr>
            <a:t>（利用者）</a:t>
          </a:r>
        </a:p>
      </dsp:txBody>
      <dsp:txXfrm>
        <a:off x="3029370" y="2610802"/>
        <a:ext cx="3405299" cy="1740535"/>
      </dsp:txXfrm>
    </dsp:sp>
    <dsp:sp modelId="{57741143-C896-4088-98A8-9C37125C3639}">
      <dsp:nvSpPr>
        <dsp:cNvPr id="0" name=""/>
        <dsp:cNvSpPr/>
      </dsp:nvSpPr>
      <dsp:spPr>
        <a:xfrm>
          <a:off x="4514453"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425A26-DF8A-484D-86E6-5976C2841198}">
      <dsp:nvSpPr>
        <dsp:cNvPr id="0" name=""/>
        <dsp:cNvSpPr/>
      </dsp:nvSpPr>
      <dsp:spPr>
        <a:xfrm>
          <a:off x="6578848" y="0"/>
          <a:ext cx="2883574"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料金合計確認画面</a:t>
          </a:r>
          <a:br>
            <a:rPr kumimoji="1" lang="en-US" altLang="ja-JP" sz="2400" kern="1200" dirty="0">
              <a:solidFill>
                <a:schemeClr val="bg2"/>
              </a:solidFill>
            </a:rPr>
          </a:br>
          <a:r>
            <a:rPr kumimoji="1" lang="ja-JP" altLang="en-US" sz="2400" kern="1200" dirty="0">
              <a:solidFill>
                <a:schemeClr val="bg2"/>
              </a:solidFill>
            </a:rPr>
            <a:t>（利用者）</a:t>
          </a:r>
          <a:endParaRPr kumimoji="1" lang="en-US" altLang="ja-JP" sz="2400" kern="1200" dirty="0">
            <a:solidFill>
              <a:schemeClr val="bg2"/>
            </a:solidFill>
          </a:endParaRPr>
        </a:p>
      </dsp:txBody>
      <dsp:txXfrm>
        <a:off x="6578848" y="0"/>
        <a:ext cx="2883574" cy="1740535"/>
      </dsp:txXfrm>
    </dsp:sp>
    <dsp:sp modelId="{6E493D1B-906C-402B-ABEA-46ADEA1B5B57}">
      <dsp:nvSpPr>
        <dsp:cNvPr id="0" name=""/>
        <dsp:cNvSpPr/>
      </dsp:nvSpPr>
      <dsp:spPr>
        <a:xfrm>
          <a:off x="7803069"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F4D20-DBE4-4BE1-8CA0-9317F36B8CFA}">
      <dsp:nvSpPr>
        <dsp:cNvPr id="0" name=""/>
        <dsp:cNvSpPr/>
      </dsp:nvSpPr>
      <dsp:spPr>
        <a:xfrm>
          <a:off x="0" y="1305401"/>
          <a:ext cx="10515600" cy="1740535"/>
        </a:xfrm>
        <a:prstGeom prst="notchedRightArrow">
          <a:avLst/>
        </a:prstGeom>
        <a:solidFill>
          <a:schemeClr val="accent2">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2DC642-2F17-4C1E-8913-6395E6711857}">
      <dsp:nvSpPr>
        <dsp:cNvPr id="0" name=""/>
        <dsp:cNvSpPr/>
      </dsp:nvSpPr>
      <dsp:spPr>
        <a:xfrm>
          <a:off x="1616" y="0"/>
          <a:ext cx="2883574"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料金設定画面</a:t>
          </a:r>
        </a:p>
      </dsp:txBody>
      <dsp:txXfrm>
        <a:off x="1616" y="0"/>
        <a:ext cx="2883574" cy="1740535"/>
      </dsp:txXfrm>
    </dsp:sp>
    <dsp:sp modelId="{19C1414F-4A4C-445B-8EC1-7B156487BF66}">
      <dsp:nvSpPr>
        <dsp:cNvPr id="0" name=""/>
        <dsp:cNvSpPr/>
      </dsp:nvSpPr>
      <dsp:spPr>
        <a:xfrm>
          <a:off x="1225837" y="1958102"/>
          <a:ext cx="435133" cy="435133"/>
        </a:xfrm>
        <a:prstGeom prst="ellips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0FE2BF-E7DD-4BDF-B083-EB4E3CE0A399}">
      <dsp:nvSpPr>
        <dsp:cNvPr id="0" name=""/>
        <dsp:cNvSpPr/>
      </dsp:nvSpPr>
      <dsp:spPr>
        <a:xfrm>
          <a:off x="3029370" y="2610802"/>
          <a:ext cx="3405299"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bg2"/>
              </a:solidFill>
            </a:rPr>
            <a:t>施設予約時料金表示</a:t>
          </a:r>
          <a:br>
            <a:rPr kumimoji="1" lang="en-US" altLang="ja-JP" sz="2400" kern="1200" dirty="0">
              <a:solidFill>
                <a:schemeClr val="bg2"/>
              </a:solidFill>
            </a:rPr>
          </a:br>
          <a:r>
            <a:rPr kumimoji="1" lang="ja-JP" altLang="en-US" sz="2400" kern="1200" dirty="0">
              <a:solidFill>
                <a:schemeClr val="bg2"/>
              </a:solidFill>
            </a:rPr>
            <a:t>（利用者）</a:t>
          </a:r>
        </a:p>
      </dsp:txBody>
      <dsp:txXfrm>
        <a:off x="3029370" y="2610802"/>
        <a:ext cx="3405299" cy="1740535"/>
      </dsp:txXfrm>
    </dsp:sp>
    <dsp:sp modelId="{57741143-C896-4088-98A8-9C37125C3639}">
      <dsp:nvSpPr>
        <dsp:cNvPr id="0" name=""/>
        <dsp:cNvSpPr/>
      </dsp:nvSpPr>
      <dsp:spPr>
        <a:xfrm>
          <a:off x="4514453"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425A26-DF8A-484D-86E6-5976C2841198}">
      <dsp:nvSpPr>
        <dsp:cNvPr id="0" name=""/>
        <dsp:cNvSpPr/>
      </dsp:nvSpPr>
      <dsp:spPr>
        <a:xfrm>
          <a:off x="6578848" y="0"/>
          <a:ext cx="2883574"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kumimoji="1" lang="ja-JP" altLang="en-US" sz="2400" kern="1200" dirty="0">
              <a:solidFill>
                <a:schemeClr val="tx1"/>
              </a:solidFill>
            </a:rPr>
            <a:t>料金合計確認画面</a:t>
          </a:r>
          <a:br>
            <a:rPr kumimoji="1" lang="en-US" altLang="ja-JP" sz="2400" kern="1200" dirty="0">
              <a:solidFill>
                <a:schemeClr val="tx1"/>
              </a:solidFill>
            </a:rPr>
          </a:br>
          <a:r>
            <a:rPr kumimoji="1" lang="ja-JP" altLang="en-US" sz="2400" kern="1200" dirty="0">
              <a:solidFill>
                <a:schemeClr val="tx1"/>
              </a:solidFill>
            </a:rPr>
            <a:t>（利用者）</a:t>
          </a:r>
          <a:endParaRPr kumimoji="1" lang="en-US" altLang="ja-JP" sz="2400" kern="1200" dirty="0">
            <a:solidFill>
              <a:schemeClr val="tx1"/>
            </a:solidFill>
          </a:endParaRPr>
        </a:p>
      </dsp:txBody>
      <dsp:txXfrm>
        <a:off x="6578848" y="0"/>
        <a:ext cx="2883574" cy="1740535"/>
      </dsp:txXfrm>
    </dsp:sp>
    <dsp:sp modelId="{6E493D1B-906C-402B-ABEA-46ADEA1B5B57}">
      <dsp:nvSpPr>
        <dsp:cNvPr id="0" name=""/>
        <dsp:cNvSpPr/>
      </dsp:nvSpPr>
      <dsp:spPr>
        <a:xfrm>
          <a:off x="7803069" y="1958102"/>
          <a:ext cx="435133" cy="435133"/>
        </a:xfrm>
        <a:prstGeom prst="ellipse">
          <a:avLst/>
        </a:prstGeom>
        <a:solidFill>
          <a:schemeClr val="accent2">
            <a:shade val="50000"/>
            <a:hueOff val="-394115"/>
            <a:satOff val="5189"/>
            <a:lumOff val="3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4BBA7-D7FF-4209-AF75-F3AC7EE49331}">
      <dsp:nvSpPr>
        <dsp:cNvPr id="0" name=""/>
        <dsp:cNvSpPr/>
      </dsp:nvSpPr>
      <dsp:spPr>
        <a:xfrm>
          <a:off x="-4919424" y="-753830"/>
          <a:ext cx="5858998" cy="5858998"/>
        </a:xfrm>
        <a:prstGeom prst="blockArc">
          <a:avLst>
            <a:gd name="adj1" fmla="val 18900000"/>
            <a:gd name="adj2" fmla="val 2700000"/>
            <a:gd name="adj3" fmla="val 369"/>
          </a:avLst>
        </a:pr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F6374B-4B41-4608-ACA7-D969A73F55CE}">
      <dsp:nvSpPr>
        <dsp:cNvPr id="0" name=""/>
        <dsp:cNvSpPr/>
      </dsp:nvSpPr>
      <dsp:spPr>
        <a:xfrm>
          <a:off x="604289" y="435133"/>
          <a:ext cx="9851585" cy="87026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775" tIns="88900" rIns="88900" bIns="88900" numCol="1" spcCol="1270" anchor="ctr" anchorCtr="0">
          <a:noAutofit/>
        </a:bodyPr>
        <a:lstStyle/>
        <a:p>
          <a:pPr marL="0" lvl="0" indent="0" algn="l" defTabSz="1555750">
            <a:lnSpc>
              <a:spcPct val="90000"/>
            </a:lnSpc>
            <a:spcBef>
              <a:spcPct val="0"/>
            </a:spcBef>
            <a:spcAft>
              <a:spcPct val="35000"/>
            </a:spcAft>
            <a:buNone/>
          </a:pPr>
          <a:r>
            <a:rPr kumimoji="1" lang="ja-JP" altLang="en-US" sz="3500" b="1" kern="1200" dirty="0"/>
            <a:t>デジタルサイネージによる視認性の向上</a:t>
          </a:r>
        </a:p>
      </dsp:txBody>
      <dsp:txXfrm>
        <a:off x="604289" y="435133"/>
        <a:ext cx="9851585" cy="870267"/>
      </dsp:txXfrm>
    </dsp:sp>
    <dsp:sp modelId="{DC9C99C5-9192-421F-A922-49AA19113F63}">
      <dsp:nvSpPr>
        <dsp:cNvPr id="0" name=""/>
        <dsp:cNvSpPr/>
      </dsp:nvSpPr>
      <dsp:spPr>
        <a:xfrm>
          <a:off x="60372" y="326350"/>
          <a:ext cx="1087834" cy="1087834"/>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9B2499D-105A-4E97-8A8C-817CA27AA72D}">
      <dsp:nvSpPr>
        <dsp:cNvPr id="0" name=""/>
        <dsp:cNvSpPr/>
      </dsp:nvSpPr>
      <dsp:spPr>
        <a:xfrm>
          <a:off x="920631" y="1740535"/>
          <a:ext cx="9535243" cy="870267"/>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775" tIns="88900" rIns="88900" bIns="88900" numCol="1" spcCol="1270" anchor="ctr" anchorCtr="0">
          <a:noAutofit/>
        </a:bodyPr>
        <a:lstStyle/>
        <a:p>
          <a:pPr marL="0" lvl="0" indent="0" algn="l" defTabSz="1555750">
            <a:lnSpc>
              <a:spcPct val="90000"/>
            </a:lnSpc>
            <a:spcBef>
              <a:spcPct val="0"/>
            </a:spcBef>
            <a:spcAft>
              <a:spcPct val="35000"/>
            </a:spcAft>
            <a:buNone/>
          </a:pPr>
          <a:r>
            <a:rPr kumimoji="1" lang="ja-JP" altLang="en-US" sz="3500" b="1" kern="1200" dirty="0"/>
            <a:t>カスタマイズによる機能の拡張性</a:t>
          </a:r>
        </a:p>
      </dsp:txBody>
      <dsp:txXfrm>
        <a:off x="920631" y="1740535"/>
        <a:ext cx="9535243" cy="870267"/>
      </dsp:txXfrm>
    </dsp:sp>
    <dsp:sp modelId="{AC8129A0-241D-473F-9079-B5F4AB947B43}">
      <dsp:nvSpPr>
        <dsp:cNvPr id="0" name=""/>
        <dsp:cNvSpPr/>
      </dsp:nvSpPr>
      <dsp:spPr>
        <a:xfrm>
          <a:off x="376714" y="1631751"/>
          <a:ext cx="1087834" cy="1087834"/>
        </a:xfrm>
        <a:prstGeom prst="ellipse">
          <a:avLst/>
        </a:prstGeom>
        <a:solidFill>
          <a:schemeClr val="lt1">
            <a:hueOff val="0"/>
            <a:satOff val="0"/>
            <a:lumOff val="0"/>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1CFC43-FC0D-44E5-950E-E38CC51DD8AD}">
      <dsp:nvSpPr>
        <dsp:cNvPr id="0" name=""/>
        <dsp:cNvSpPr/>
      </dsp:nvSpPr>
      <dsp:spPr>
        <a:xfrm>
          <a:off x="604289" y="3045936"/>
          <a:ext cx="9851585" cy="870267"/>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775" tIns="88900" rIns="88900" bIns="88900" numCol="1" spcCol="1270" anchor="ctr" anchorCtr="0">
          <a:noAutofit/>
        </a:bodyPr>
        <a:lstStyle/>
        <a:p>
          <a:pPr marL="0" lvl="0" indent="0" algn="l" defTabSz="1555750">
            <a:lnSpc>
              <a:spcPct val="90000"/>
            </a:lnSpc>
            <a:spcBef>
              <a:spcPct val="0"/>
            </a:spcBef>
            <a:spcAft>
              <a:spcPct val="35000"/>
            </a:spcAft>
            <a:buNone/>
          </a:pPr>
          <a:r>
            <a:rPr kumimoji="1" lang="ja-JP" altLang="en-US" sz="3500" b="1" kern="1200" dirty="0"/>
            <a:t>システム導入者側のコスト幅の調整</a:t>
          </a:r>
        </a:p>
      </dsp:txBody>
      <dsp:txXfrm>
        <a:off x="604289" y="3045936"/>
        <a:ext cx="9851585" cy="870267"/>
      </dsp:txXfrm>
    </dsp:sp>
    <dsp:sp modelId="{9B648032-C0EF-4E6A-A899-DF5C708F23BC}">
      <dsp:nvSpPr>
        <dsp:cNvPr id="0" name=""/>
        <dsp:cNvSpPr/>
      </dsp:nvSpPr>
      <dsp:spPr>
        <a:xfrm>
          <a:off x="60372" y="2937153"/>
          <a:ext cx="1087834" cy="1087834"/>
        </a:xfrm>
        <a:prstGeom prst="ellipse">
          <a:avLst/>
        </a:prstGeom>
        <a:solidFill>
          <a:schemeClr val="lt1">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3050EA-430F-4CA0-8A9D-C76AFAFE2692}">
      <dsp:nvSpPr>
        <dsp:cNvPr id="0" name=""/>
        <dsp:cNvSpPr/>
      </dsp:nvSpPr>
      <dsp:spPr>
        <a:xfrm>
          <a:off x="7747496" y="1484086"/>
          <a:ext cx="2766329" cy="138316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kumimoji="1" lang="ja-JP" altLang="en-US" sz="2900" kern="1200" dirty="0"/>
            <a:t>施設予約</a:t>
          </a:r>
          <a:br>
            <a:rPr kumimoji="1" lang="en-US" altLang="ja-JP" sz="2900" kern="1200" dirty="0"/>
          </a:br>
          <a:r>
            <a:rPr kumimoji="1" lang="ja-JP" altLang="en-US" sz="2900" kern="1200" dirty="0"/>
            <a:t>システム</a:t>
          </a:r>
        </a:p>
      </dsp:txBody>
      <dsp:txXfrm>
        <a:off x="7788007" y="1524597"/>
        <a:ext cx="2685307" cy="1302142"/>
      </dsp:txXfrm>
    </dsp:sp>
    <dsp:sp modelId="{5FB32536-AF85-4E60-AA01-011DB75151BB}">
      <dsp:nvSpPr>
        <dsp:cNvPr id="0" name=""/>
        <dsp:cNvSpPr/>
      </dsp:nvSpPr>
      <dsp:spPr>
        <a:xfrm rot="10800000">
          <a:off x="6640964" y="2147060"/>
          <a:ext cx="1106531" cy="57216"/>
        </a:xfrm>
        <a:custGeom>
          <a:avLst/>
          <a:gdLst/>
          <a:ahLst/>
          <a:cxnLst/>
          <a:rect l="0" t="0" r="0" b="0"/>
          <a:pathLst>
            <a:path>
              <a:moveTo>
                <a:pt x="0" y="28608"/>
              </a:moveTo>
              <a:lnTo>
                <a:pt x="1106531" y="28608"/>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rot="10800000">
        <a:off x="7166567" y="2148005"/>
        <a:ext cx="55326" cy="55326"/>
      </dsp:txXfrm>
    </dsp:sp>
    <dsp:sp modelId="{0548D618-FED6-4D88-BD3E-959F03C46123}">
      <dsp:nvSpPr>
        <dsp:cNvPr id="0" name=""/>
        <dsp:cNvSpPr/>
      </dsp:nvSpPr>
      <dsp:spPr>
        <a:xfrm>
          <a:off x="3874635" y="1484086"/>
          <a:ext cx="2766329" cy="138316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kumimoji="1" lang="ja-JP" altLang="en-US" sz="2900" kern="1200" dirty="0"/>
            <a:t>ログイン</a:t>
          </a:r>
          <a:br>
            <a:rPr kumimoji="1" lang="en-US" altLang="ja-JP" sz="2900" kern="1200" dirty="0"/>
          </a:br>
          <a:r>
            <a:rPr kumimoji="1" lang="ja-JP" altLang="en-US" sz="2900" kern="1200" dirty="0"/>
            <a:t>ログアウト</a:t>
          </a:r>
        </a:p>
      </dsp:txBody>
      <dsp:txXfrm>
        <a:off x="3915146" y="1524597"/>
        <a:ext cx="2685307" cy="1302142"/>
      </dsp:txXfrm>
    </dsp:sp>
    <dsp:sp modelId="{B11D34C4-5616-481E-B07E-551332439698}">
      <dsp:nvSpPr>
        <dsp:cNvPr id="0" name=""/>
        <dsp:cNvSpPr/>
      </dsp:nvSpPr>
      <dsp:spPr>
        <a:xfrm rot="10800000">
          <a:off x="2768103" y="2147060"/>
          <a:ext cx="1106531" cy="57216"/>
        </a:xfrm>
        <a:custGeom>
          <a:avLst/>
          <a:gdLst/>
          <a:ahLst/>
          <a:cxnLst/>
          <a:rect l="0" t="0" r="0" b="0"/>
          <a:pathLst>
            <a:path>
              <a:moveTo>
                <a:pt x="0" y="28608"/>
              </a:moveTo>
              <a:lnTo>
                <a:pt x="1106531" y="28608"/>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rot="10800000">
        <a:off x="3293706" y="2148005"/>
        <a:ext cx="55326" cy="55326"/>
      </dsp:txXfrm>
    </dsp:sp>
    <dsp:sp modelId="{F9BA8DA2-FA33-4057-A4D5-70C5828DC156}">
      <dsp:nvSpPr>
        <dsp:cNvPr id="0" name=""/>
        <dsp:cNvSpPr/>
      </dsp:nvSpPr>
      <dsp:spPr>
        <a:xfrm>
          <a:off x="1774" y="1484086"/>
          <a:ext cx="2766329" cy="138316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kumimoji="1" lang="ja-JP" altLang="en-US" sz="2900" kern="1200" dirty="0"/>
            <a:t>エンドユーザー（利用者）</a:t>
          </a:r>
        </a:p>
      </dsp:txBody>
      <dsp:txXfrm>
        <a:off x="42285" y="1524597"/>
        <a:ext cx="2685307" cy="1302142"/>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ECCAF6-D77D-4EE8-9CD1-88C3EC14C7FD}">
      <dsp:nvSpPr>
        <dsp:cNvPr id="0" name=""/>
        <dsp:cNvSpPr/>
      </dsp:nvSpPr>
      <dsp:spPr>
        <a:xfrm>
          <a:off x="6236" y="2006584"/>
          <a:ext cx="1591382" cy="795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t>施設管理者</a:t>
          </a:r>
        </a:p>
      </dsp:txBody>
      <dsp:txXfrm>
        <a:off x="29541" y="2029889"/>
        <a:ext cx="1544772" cy="749081"/>
      </dsp:txXfrm>
    </dsp:sp>
    <dsp:sp modelId="{8E2C32DD-E4C6-40CA-B87E-00E5A2BE6AF2}">
      <dsp:nvSpPr>
        <dsp:cNvPr id="0" name=""/>
        <dsp:cNvSpPr/>
      </dsp:nvSpPr>
      <dsp:spPr>
        <a:xfrm>
          <a:off x="1597619" y="2387972"/>
          <a:ext cx="636553" cy="32915"/>
        </a:xfrm>
        <a:custGeom>
          <a:avLst/>
          <a:gdLst/>
          <a:ahLst/>
          <a:cxnLst/>
          <a:rect l="0" t="0" r="0" b="0"/>
          <a:pathLst>
            <a:path>
              <a:moveTo>
                <a:pt x="0" y="16457"/>
              </a:moveTo>
              <a:lnTo>
                <a:pt x="636553" y="16457"/>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1899982" y="2388516"/>
        <a:ext cx="31827" cy="31827"/>
      </dsp:txXfrm>
    </dsp:sp>
    <dsp:sp modelId="{9DA0362E-7BDA-4882-A0C7-DF942AA1D6DD}">
      <dsp:nvSpPr>
        <dsp:cNvPr id="0" name=""/>
        <dsp:cNvSpPr/>
      </dsp:nvSpPr>
      <dsp:spPr>
        <a:xfrm>
          <a:off x="2234172" y="2006584"/>
          <a:ext cx="1591382" cy="795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t>ログイン</a:t>
          </a:r>
          <a:br>
            <a:rPr kumimoji="1" lang="en-US" altLang="ja-JP" sz="1800" kern="1200" dirty="0"/>
          </a:br>
          <a:r>
            <a:rPr kumimoji="1" lang="ja-JP" altLang="en-US" sz="1800" kern="1200" dirty="0"/>
            <a:t>ログアウト</a:t>
          </a:r>
        </a:p>
      </dsp:txBody>
      <dsp:txXfrm>
        <a:off x="2257477" y="2029889"/>
        <a:ext cx="1544772" cy="749081"/>
      </dsp:txXfrm>
    </dsp:sp>
    <dsp:sp modelId="{B61BEBFF-4B0E-4510-BEE5-2365EB4C6756}">
      <dsp:nvSpPr>
        <dsp:cNvPr id="0" name=""/>
        <dsp:cNvSpPr/>
      </dsp:nvSpPr>
      <dsp:spPr>
        <a:xfrm rot="17945813">
          <a:off x="3489329" y="1816069"/>
          <a:ext cx="1309004" cy="32915"/>
        </a:xfrm>
        <a:custGeom>
          <a:avLst/>
          <a:gdLst/>
          <a:ahLst/>
          <a:cxnLst/>
          <a:rect l="0" t="0" r="0" b="0"/>
          <a:pathLst>
            <a:path>
              <a:moveTo>
                <a:pt x="0" y="16457"/>
              </a:moveTo>
              <a:lnTo>
                <a:pt x="1309004" y="16457"/>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4111106" y="1799801"/>
        <a:ext cx="65450" cy="65450"/>
      </dsp:txXfrm>
    </dsp:sp>
    <dsp:sp modelId="{00CD5A36-776B-4A8A-89FC-9F8982CD3367}">
      <dsp:nvSpPr>
        <dsp:cNvPr id="0" name=""/>
        <dsp:cNvSpPr/>
      </dsp:nvSpPr>
      <dsp:spPr>
        <a:xfrm>
          <a:off x="4462108" y="862778"/>
          <a:ext cx="1591382" cy="795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t>施設管理</a:t>
          </a:r>
          <a:br>
            <a:rPr kumimoji="1" lang="en-US" altLang="ja-JP" sz="1800" kern="1200" dirty="0"/>
          </a:br>
          <a:r>
            <a:rPr kumimoji="1" lang="ja-JP" altLang="en-US" sz="1800" kern="1200" dirty="0"/>
            <a:t>システム</a:t>
          </a:r>
        </a:p>
      </dsp:txBody>
      <dsp:txXfrm>
        <a:off x="4485413" y="886083"/>
        <a:ext cx="1544772" cy="749081"/>
      </dsp:txXfrm>
    </dsp:sp>
    <dsp:sp modelId="{493C963F-E90F-4397-B324-94FF03332FD0}">
      <dsp:nvSpPr>
        <dsp:cNvPr id="0" name=""/>
        <dsp:cNvSpPr/>
      </dsp:nvSpPr>
      <dsp:spPr>
        <a:xfrm rot="19457599">
          <a:off x="5979809" y="1015405"/>
          <a:ext cx="783917" cy="32915"/>
        </a:xfrm>
        <a:custGeom>
          <a:avLst/>
          <a:gdLst/>
          <a:ahLst/>
          <a:cxnLst/>
          <a:rect l="0" t="0" r="0" b="0"/>
          <a:pathLst>
            <a:path>
              <a:moveTo>
                <a:pt x="0" y="16457"/>
              </a:moveTo>
              <a:lnTo>
                <a:pt x="783917" y="16457"/>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6352170" y="1012264"/>
        <a:ext cx="39195" cy="39195"/>
      </dsp:txXfrm>
    </dsp:sp>
    <dsp:sp modelId="{6E2970E9-A7C7-4F3F-AC5B-D7887AE4B8A6}">
      <dsp:nvSpPr>
        <dsp:cNvPr id="0" name=""/>
        <dsp:cNvSpPr/>
      </dsp:nvSpPr>
      <dsp:spPr>
        <a:xfrm>
          <a:off x="6690044" y="405255"/>
          <a:ext cx="1591382" cy="795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t>画面表示</a:t>
          </a:r>
          <a:br>
            <a:rPr kumimoji="1" lang="en-US" altLang="ja-JP" sz="1800" kern="1200" dirty="0"/>
          </a:br>
          <a:r>
            <a:rPr kumimoji="1" lang="ja-JP" altLang="en-US" sz="1800" kern="1200" dirty="0"/>
            <a:t>システム</a:t>
          </a:r>
        </a:p>
      </dsp:txBody>
      <dsp:txXfrm>
        <a:off x="6713349" y="428560"/>
        <a:ext cx="1544772" cy="749081"/>
      </dsp:txXfrm>
    </dsp:sp>
    <dsp:sp modelId="{F95CA413-1E29-4901-B918-95C5B3AFE786}">
      <dsp:nvSpPr>
        <dsp:cNvPr id="0" name=""/>
        <dsp:cNvSpPr/>
      </dsp:nvSpPr>
      <dsp:spPr>
        <a:xfrm>
          <a:off x="8281427" y="786643"/>
          <a:ext cx="636553" cy="32915"/>
        </a:xfrm>
        <a:custGeom>
          <a:avLst/>
          <a:gdLst/>
          <a:ahLst/>
          <a:cxnLst/>
          <a:rect l="0" t="0" r="0" b="0"/>
          <a:pathLst>
            <a:path>
              <a:moveTo>
                <a:pt x="0" y="16457"/>
              </a:moveTo>
              <a:lnTo>
                <a:pt x="636553" y="16457"/>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8583790" y="787187"/>
        <a:ext cx="31827" cy="31827"/>
      </dsp:txXfrm>
    </dsp:sp>
    <dsp:sp modelId="{040B6018-5500-4EA3-9B43-0D9FE65F9289}">
      <dsp:nvSpPr>
        <dsp:cNvPr id="0" name=""/>
        <dsp:cNvSpPr/>
      </dsp:nvSpPr>
      <dsp:spPr>
        <a:xfrm>
          <a:off x="8917980" y="405255"/>
          <a:ext cx="1591382" cy="795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t>デジタル</a:t>
          </a:r>
          <a:br>
            <a:rPr kumimoji="1" lang="en-US" altLang="ja-JP" sz="1800" kern="1200" dirty="0"/>
          </a:br>
          <a:r>
            <a:rPr kumimoji="1" lang="ja-JP" altLang="en-US" sz="1800" kern="1200" dirty="0"/>
            <a:t>サイネージ</a:t>
          </a:r>
        </a:p>
      </dsp:txBody>
      <dsp:txXfrm>
        <a:off x="8941285" y="428560"/>
        <a:ext cx="1544772" cy="749081"/>
      </dsp:txXfrm>
    </dsp:sp>
    <dsp:sp modelId="{3FD1368C-D4D6-469F-A228-DFE95100B379}">
      <dsp:nvSpPr>
        <dsp:cNvPr id="0" name=""/>
        <dsp:cNvSpPr/>
      </dsp:nvSpPr>
      <dsp:spPr>
        <a:xfrm rot="2142401">
          <a:off x="5979809" y="1472927"/>
          <a:ext cx="783917" cy="32915"/>
        </a:xfrm>
        <a:custGeom>
          <a:avLst/>
          <a:gdLst/>
          <a:ahLst/>
          <a:cxnLst/>
          <a:rect l="0" t="0" r="0" b="0"/>
          <a:pathLst>
            <a:path>
              <a:moveTo>
                <a:pt x="0" y="16457"/>
              </a:moveTo>
              <a:lnTo>
                <a:pt x="783917" y="16457"/>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6352170" y="1469787"/>
        <a:ext cx="39195" cy="39195"/>
      </dsp:txXfrm>
    </dsp:sp>
    <dsp:sp modelId="{262DD54D-64AB-4578-BFEB-F4E95ACEB950}">
      <dsp:nvSpPr>
        <dsp:cNvPr id="0" name=""/>
        <dsp:cNvSpPr/>
      </dsp:nvSpPr>
      <dsp:spPr>
        <a:xfrm>
          <a:off x="6690044" y="1320300"/>
          <a:ext cx="1591382" cy="795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en-US" altLang="ja-JP" sz="1800" kern="1200" dirty="0"/>
            <a:t>DB</a:t>
          </a:r>
          <a:br>
            <a:rPr kumimoji="1" lang="en-US" altLang="ja-JP" sz="1800" kern="1200" dirty="0"/>
          </a:br>
          <a:r>
            <a:rPr kumimoji="1" lang="ja-JP" altLang="en-US" sz="1800" kern="1200" dirty="0"/>
            <a:t>（施設管理）</a:t>
          </a:r>
        </a:p>
      </dsp:txBody>
      <dsp:txXfrm>
        <a:off x="6713349" y="1343605"/>
        <a:ext cx="1544772" cy="749081"/>
      </dsp:txXfrm>
    </dsp:sp>
    <dsp:sp modelId="{16C7F3C9-9666-4CDE-A6EB-C88CBF0D1175}">
      <dsp:nvSpPr>
        <dsp:cNvPr id="0" name=""/>
        <dsp:cNvSpPr/>
      </dsp:nvSpPr>
      <dsp:spPr>
        <a:xfrm rot="1186030">
          <a:off x="3805626" y="2502353"/>
          <a:ext cx="676410" cy="32915"/>
        </a:xfrm>
        <a:custGeom>
          <a:avLst/>
          <a:gdLst/>
          <a:ahLst/>
          <a:cxnLst/>
          <a:rect l="0" t="0" r="0" b="0"/>
          <a:pathLst>
            <a:path>
              <a:moveTo>
                <a:pt x="0" y="16457"/>
              </a:moveTo>
              <a:lnTo>
                <a:pt x="676410" y="16457"/>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4126921" y="2501900"/>
        <a:ext cx="33820" cy="33820"/>
      </dsp:txXfrm>
    </dsp:sp>
    <dsp:sp modelId="{A00A4D31-5EC2-4B24-AE7E-1A66F9B0DB54}">
      <dsp:nvSpPr>
        <dsp:cNvPr id="0" name=""/>
        <dsp:cNvSpPr/>
      </dsp:nvSpPr>
      <dsp:spPr>
        <a:xfrm>
          <a:off x="4462108" y="2235345"/>
          <a:ext cx="1591382" cy="795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t>ユーザー管理</a:t>
          </a:r>
          <a:br>
            <a:rPr kumimoji="1" lang="en-US" altLang="ja-JP" sz="1800" kern="1200" dirty="0"/>
          </a:br>
          <a:r>
            <a:rPr kumimoji="1" lang="ja-JP" altLang="en-US" sz="1800" kern="1200" dirty="0"/>
            <a:t>システム</a:t>
          </a:r>
        </a:p>
      </dsp:txBody>
      <dsp:txXfrm>
        <a:off x="4485413" y="2258650"/>
        <a:ext cx="1544772" cy="749081"/>
      </dsp:txXfrm>
    </dsp:sp>
    <dsp:sp modelId="{0789E535-D1B0-48E4-AED7-A96FE34CFFC3}">
      <dsp:nvSpPr>
        <dsp:cNvPr id="0" name=""/>
        <dsp:cNvSpPr/>
      </dsp:nvSpPr>
      <dsp:spPr>
        <a:xfrm>
          <a:off x="6053491" y="2616734"/>
          <a:ext cx="636553" cy="32915"/>
        </a:xfrm>
        <a:custGeom>
          <a:avLst/>
          <a:gdLst/>
          <a:ahLst/>
          <a:cxnLst/>
          <a:rect l="0" t="0" r="0" b="0"/>
          <a:pathLst>
            <a:path>
              <a:moveTo>
                <a:pt x="0" y="16457"/>
              </a:moveTo>
              <a:lnTo>
                <a:pt x="636553" y="16457"/>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6355854" y="2617277"/>
        <a:ext cx="31827" cy="31827"/>
      </dsp:txXfrm>
    </dsp:sp>
    <dsp:sp modelId="{1FB3C324-2ABF-4C20-9D71-AA8CA54F0622}">
      <dsp:nvSpPr>
        <dsp:cNvPr id="0" name=""/>
        <dsp:cNvSpPr/>
      </dsp:nvSpPr>
      <dsp:spPr>
        <a:xfrm>
          <a:off x="6690044" y="2235345"/>
          <a:ext cx="1591382" cy="795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en-US" altLang="ja-JP" sz="1800" kern="1200" dirty="0"/>
            <a:t>DB</a:t>
          </a:r>
          <a:br>
            <a:rPr kumimoji="1" lang="en-US" altLang="ja-JP" sz="1800" kern="1200" dirty="0"/>
          </a:br>
          <a:r>
            <a:rPr kumimoji="1" lang="ja-JP" altLang="en-US" sz="1800" kern="1200" dirty="0"/>
            <a:t>（ユーザー）</a:t>
          </a:r>
        </a:p>
      </dsp:txBody>
      <dsp:txXfrm>
        <a:off x="6713349" y="2258650"/>
        <a:ext cx="1544772" cy="749081"/>
      </dsp:txXfrm>
    </dsp:sp>
    <dsp:sp modelId="{29EF6C59-98BF-4B23-93F2-BC1B11918176}">
      <dsp:nvSpPr>
        <dsp:cNvPr id="0" name=""/>
        <dsp:cNvSpPr/>
      </dsp:nvSpPr>
      <dsp:spPr>
        <a:xfrm rot="3654187">
          <a:off x="3489329" y="2959875"/>
          <a:ext cx="1309004" cy="32915"/>
        </a:xfrm>
        <a:custGeom>
          <a:avLst/>
          <a:gdLst/>
          <a:ahLst/>
          <a:cxnLst/>
          <a:rect l="0" t="0" r="0" b="0"/>
          <a:pathLst>
            <a:path>
              <a:moveTo>
                <a:pt x="0" y="16457"/>
              </a:moveTo>
              <a:lnTo>
                <a:pt x="1309004" y="16457"/>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4111106" y="2943608"/>
        <a:ext cx="65450" cy="65450"/>
      </dsp:txXfrm>
    </dsp:sp>
    <dsp:sp modelId="{2773366B-72ED-4D52-A609-787697056A9B}">
      <dsp:nvSpPr>
        <dsp:cNvPr id="0" name=""/>
        <dsp:cNvSpPr/>
      </dsp:nvSpPr>
      <dsp:spPr>
        <a:xfrm>
          <a:off x="4462108" y="3150391"/>
          <a:ext cx="1591382" cy="795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t>ポータル</a:t>
          </a:r>
          <a:br>
            <a:rPr kumimoji="1" lang="en-US" altLang="ja-JP" sz="1800" kern="1200" dirty="0"/>
          </a:br>
          <a:r>
            <a:rPr kumimoji="1" lang="ja-JP" altLang="en-US" sz="1800" kern="1200" dirty="0"/>
            <a:t>サイト</a:t>
          </a:r>
        </a:p>
      </dsp:txBody>
      <dsp:txXfrm>
        <a:off x="4485413" y="3173696"/>
        <a:ext cx="1544772" cy="749081"/>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E9E0C-5969-4144-8435-3C16D6323DA3}">
      <dsp:nvSpPr>
        <dsp:cNvPr id="0" name=""/>
        <dsp:cNvSpPr/>
      </dsp:nvSpPr>
      <dsp:spPr>
        <a:xfrm>
          <a:off x="1774" y="1484086"/>
          <a:ext cx="2766329" cy="138316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kumimoji="1" lang="ja-JP" altLang="en-US" sz="3200" kern="1200" dirty="0"/>
            <a:t>開発者</a:t>
          </a:r>
        </a:p>
      </dsp:txBody>
      <dsp:txXfrm>
        <a:off x="42285" y="1524597"/>
        <a:ext cx="2685307" cy="1302142"/>
      </dsp:txXfrm>
    </dsp:sp>
    <dsp:sp modelId="{1853B0A2-3B77-422F-8570-295491F54C22}">
      <dsp:nvSpPr>
        <dsp:cNvPr id="0" name=""/>
        <dsp:cNvSpPr/>
      </dsp:nvSpPr>
      <dsp:spPr>
        <a:xfrm>
          <a:off x="2768103" y="2147060"/>
          <a:ext cx="1106531" cy="57216"/>
        </a:xfrm>
        <a:custGeom>
          <a:avLst/>
          <a:gdLst/>
          <a:ahLst/>
          <a:cxnLst/>
          <a:rect l="0" t="0" r="0" b="0"/>
          <a:pathLst>
            <a:path>
              <a:moveTo>
                <a:pt x="0" y="28608"/>
              </a:moveTo>
              <a:lnTo>
                <a:pt x="1106531" y="28608"/>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3293706" y="2148005"/>
        <a:ext cx="55326" cy="55326"/>
      </dsp:txXfrm>
    </dsp:sp>
    <dsp:sp modelId="{5F42DE7A-801D-45B2-8B5B-206437DAC6DA}">
      <dsp:nvSpPr>
        <dsp:cNvPr id="0" name=""/>
        <dsp:cNvSpPr/>
      </dsp:nvSpPr>
      <dsp:spPr>
        <a:xfrm>
          <a:off x="3874635" y="1484086"/>
          <a:ext cx="2766329" cy="138316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kumimoji="1" lang="ja-JP" altLang="en-US" sz="3200" kern="1200" dirty="0"/>
            <a:t>ポータル</a:t>
          </a:r>
          <a:br>
            <a:rPr kumimoji="1" lang="en-US" altLang="ja-JP" sz="3200" kern="1200" dirty="0"/>
          </a:br>
          <a:r>
            <a:rPr kumimoji="1" lang="ja-JP" altLang="en-US" sz="3200" kern="1200" dirty="0"/>
            <a:t>サイト</a:t>
          </a:r>
        </a:p>
      </dsp:txBody>
      <dsp:txXfrm>
        <a:off x="3915146" y="1524597"/>
        <a:ext cx="2685307" cy="1302142"/>
      </dsp:txXfrm>
    </dsp:sp>
    <dsp:sp modelId="{8AECC787-6104-47FD-AAD0-4B91116E037D}">
      <dsp:nvSpPr>
        <dsp:cNvPr id="0" name=""/>
        <dsp:cNvSpPr/>
      </dsp:nvSpPr>
      <dsp:spPr>
        <a:xfrm>
          <a:off x="6640964" y="2147060"/>
          <a:ext cx="1106531" cy="57216"/>
        </a:xfrm>
        <a:custGeom>
          <a:avLst/>
          <a:gdLst/>
          <a:ahLst/>
          <a:cxnLst/>
          <a:rect l="0" t="0" r="0" b="0"/>
          <a:pathLst>
            <a:path>
              <a:moveTo>
                <a:pt x="0" y="28608"/>
              </a:moveTo>
              <a:lnTo>
                <a:pt x="1106531" y="28608"/>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7166567" y="2148005"/>
        <a:ext cx="55326" cy="55326"/>
      </dsp:txXfrm>
    </dsp:sp>
    <dsp:sp modelId="{7F0E99F1-08D2-4DC6-A86A-A78D88013951}">
      <dsp:nvSpPr>
        <dsp:cNvPr id="0" name=""/>
        <dsp:cNvSpPr/>
      </dsp:nvSpPr>
      <dsp:spPr>
        <a:xfrm>
          <a:off x="7747496" y="1484086"/>
          <a:ext cx="2766329" cy="138316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kumimoji="1" lang="en-US" altLang="ja-JP" sz="3200" kern="1200" dirty="0"/>
            <a:t>DB</a:t>
          </a:r>
          <a:br>
            <a:rPr kumimoji="1" lang="en-US" altLang="ja-JP" sz="3200" kern="1200" dirty="0"/>
          </a:br>
          <a:r>
            <a:rPr kumimoji="1" lang="ja-JP" altLang="en-US" sz="3200" kern="1200" dirty="0"/>
            <a:t>（追加機能）</a:t>
          </a:r>
        </a:p>
      </dsp:txBody>
      <dsp:txXfrm>
        <a:off x="7788007" y="1524597"/>
        <a:ext cx="2685307" cy="130214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632537-40BB-4FF5-975D-062123CB96AD}">
      <dsp:nvSpPr>
        <dsp:cNvPr id="0" name=""/>
        <dsp:cNvSpPr/>
      </dsp:nvSpPr>
      <dsp:spPr>
        <a:xfrm>
          <a:off x="3583891" y="501760"/>
          <a:ext cx="3347816" cy="3347816"/>
        </a:xfrm>
        <a:prstGeom prst="blockArc">
          <a:avLst>
            <a:gd name="adj1" fmla="val 10800000"/>
            <a:gd name="adj2" fmla="val 16200000"/>
            <a:gd name="adj3" fmla="val 4638"/>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73922B3-8031-427D-AC6E-AD7651F8D8D1}">
      <dsp:nvSpPr>
        <dsp:cNvPr id="0" name=""/>
        <dsp:cNvSpPr/>
      </dsp:nvSpPr>
      <dsp:spPr>
        <a:xfrm>
          <a:off x="3583891" y="501760"/>
          <a:ext cx="3347816" cy="3347816"/>
        </a:xfrm>
        <a:prstGeom prst="blockArc">
          <a:avLst>
            <a:gd name="adj1" fmla="val 5400000"/>
            <a:gd name="adj2" fmla="val 10800000"/>
            <a:gd name="adj3" fmla="val 4638"/>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7A55F52-8DD1-4B4F-B0EE-596E5AC88377}">
      <dsp:nvSpPr>
        <dsp:cNvPr id="0" name=""/>
        <dsp:cNvSpPr/>
      </dsp:nvSpPr>
      <dsp:spPr>
        <a:xfrm>
          <a:off x="3583891" y="501760"/>
          <a:ext cx="3347816" cy="3347816"/>
        </a:xfrm>
        <a:prstGeom prst="blockArc">
          <a:avLst>
            <a:gd name="adj1" fmla="val 0"/>
            <a:gd name="adj2" fmla="val 5400000"/>
            <a:gd name="adj3" fmla="val 4638"/>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3FD0E4F-FC10-42E2-9A59-71A3E06796D3}">
      <dsp:nvSpPr>
        <dsp:cNvPr id="0" name=""/>
        <dsp:cNvSpPr/>
      </dsp:nvSpPr>
      <dsp:spPr>
        <a:xfrm>
          <a:off x="3583891" y="501760"/>
          <a:ext cx="3347816" cy="3347816"/>
        </a:xfrm>
        <a:prstGeom prst="blockArc">
          <a:avLst>
            <a:gd name="adj1" fmla="val 16200000"/>
            <a:gd name="adj2" fmla="val 0"/>
            <a:gd name="adj3" fmla="val 4638"/>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939A7C0-1435-4122-93A2-07A0970CE4B9}">
      <dsp:nvSpPr>
        <dsp:cNvPr id="0" name=""/>
        <dsp:cNvSpPr/>
      </dsp:nvSpPr>
      <dsp:spPr>
        <a:xfrm>
          <a:off x="4487614" y="1405483"/>
          <a:ext cx="1540371" cy="154037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kumimoji="1" lang="en-US" altLang="ja-JP" sz="2600" b="1" kern="1200" dirty="0"/>
            <a:t>SQL</a:t>
          </a:r>
          <a:br>
            <a:rPr kumimoji="1" lang="en-US" altLang="ja-JP" sz="2600" b="1" kern="1200" dirty="0"/>
          </a:br>
          <a:r>
            <a:rPr kumimoji="1" lang="en-US" altLang="ja-JP" sz="2600" b="1" kern="1200" dirty="0"/>
            <a:t>server</a:t>
          </a:r>
          <a:endParaRPr kumimoji="1" lang="ja-JP" altLang="en-US" sz="2600" b="1" kern="1200" dirty="0"/>
        </a:p>
      </dsp:txBody>
      <dsp:txXfrm>
        <a:off x="4713196" y="1631065"/>
        <a:ext cx="1089207" cy="1089207"/>
      </dsp:txXfrm>
    </dsp:sp>
    <dsp:sp modelId="{74B5DA8A-B8BD-4303-BB20-69D4A98E5780}">
      <dsp:nvSpPr>
        <dsp:cNvPr id="0" name=""/>
        <dsp:cNvSpPr/>
      </dsp:nvSpPr>
      <dsp:spPr>
        <a:xfrm>
          <a:off x="4718670" y="1448"/>
          <a:ext cx="1078259" cy="107825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kumimoji="1" lang="en-US" altLang="ja-JP" sz="1100" b="1" kern="1200" dirty="0"/>
            <a:t>JavaScript</a:t>
          </a:r>
          <a:endParaRPr kumimoji="1" lang="ja-JP" altLang="en-US" sz="1100" b="1" kern="1200" dirty="0"/>
        </a:p>
      </dsp:txBody>
      <dsp:txXfrm>
        <a:off x="4876577" y="159355"/>
        <a:ext cx="762445" cy="762445"/>
      </dsp:txXfrm>
    </dsp:sp>
    <dsp:sp modelId="{E711FB0B-B2B4-4560-91D5-EFC703517972}">
      <dsp:nvSpPr>
        <dsp:cNvPr id="0" name=""/>
        <dsp:cNvSpPr/>
      </dsp:nvSpPr>
      <dsp:spPr>
        <a:xfrm>
          <a:off x="6353761" y="1636539"/>
          <a:ext cx="1078259" cy="107825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kumimoji="1" lang="en-US" altLang="ja-JP" sz="1100" b="1" kern="1200" dirty="0"/>
            <a:t>PHP</a:t>
          </a:r>
          <a:endParaRPr kumimoji="1" lang="ja-JP" altLang="en-US" sz="1100" b="1" kern="1200" dirty="0"/>
        </a:p>
      </dsp:txBody>
      <dsp:txXfrm>
        <a:off x="6511668" y="1794446"/>
        <a:ext cx="762445" cy="762445"/>
      </dsp:txXfrm>
    </dsp:sp>
    <dsp:sp modelId="{E6D03926-6DC5-4E6B-B4C2-D92A59A2AE46}">
      <dsp:nvSpPr>
        <dsp:cNvPr id="0" name=""/>
        <dsp:cNvSpPr/>
      </dsp:nvSpPr>
      <dsp:spPr>
        <a:xfrm>
          <a:off x="4718670" y="3271630"/>
          <a:ext cx="1078259" cy="1078259"/>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kumimoji="1" lang="en-US" altLang="ja-JP" sz="1100" b="1" kern="1200" dirty="0"/>
            <a:t>CSS</a:t>
          </a:r>
          <a:endParaRPr kumimoji="1" lang="ja-JP" altLang="en-US" sz="1100" b="1" kern="1200" dirty="0"/>
        </a:p>
      </dsp:txBody>
      <dsp:txXfrm>
        <a:off x="4876577" y="3429537"/>
        <a:ext cx="762445" cy="762445"/>
      </dsp:txXfrm>
    </dsp:sp>
    <dsp:sp modelId="{69B0CCEB-6766-4FB0-B5FB-AF48670A30AB}">
      <dsp:nvSpPr>
        <dsp:cNvPr id="0" name=""/>
        <dsp:cNvSpPr/>
      </dsp:nvSpPr>
      <dsp:spPr>
        <a:xfrm>
          <a:off x="3083579" y="1636539"/>
          <a:ext cx="1078259" cy="1078259"/>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kumimoji="1" lang="en-US" altLang="ja-JP" sz="1100" b="1" kern="1200" dirty="0"/>
            <a:t>HTML</a:t>
          </a:r>
          <a:endParaRPr kumimoji="1" lang="ja-JP" altLang="en-US" sz="1100" b="1" kern="1200" dirty="0"/>
        </a:p>
      </dsp:txBody>
      <dsp:txXfrm>
        <a:off x="3241486" y="1794446"/>
        <a:ext cx="762445" cy="762445"/>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85F175-1AD9-4054-989E-A5E3BC9B709D}">
      <dsp:nvSpPr>
        <dsp:cNvPr id="0" name=""/>
        <dsp:cNvSpPr/>
      </dsp:nvSpPr>
      <dsp:spPr>
        <a:xfrm rot="5400000">
          <a:off x="-179747" y="180063"/>
          <a:ext cx="1198317" cy="838822"/>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kumimoji="1" lang="en-US" altLang="ja-JP" sz="1700" kern="1200" dirty="0"/>
            <a:t>10</a:t>
          </a:r>
          <a:r>
            <a:rPr kumimoji="1" lang="ja-JP" altLang="en-US" sz="1700" kern="1200" dirty="0"/>
            <a:t>月</a:t>
          </a:r>
        </a:p>
      </dsp:txBody>
      <dsp:txXfrm rot="-5400000">
        <a:off x="1" y="419726"/>
        <a:ext cx="838822" cy="359495"/>
      </dsp:txXfrm>
    </dsp:sp>
    <dsp:sp modelId="{82659CF8-FF0B-4BD0-8859-3AB56DFA3C4C}">
      <dsp:nvSpPr>
        <dsp:cNvPr id="0" name=""/>
        <dsp:cNvSpPr/>
      </dsp:nvSpPr>
      <dsp:spPr>
        <a:xfrm rot="5400000">
          <a:off x="5287757" y="-4448620"/>
          <a:ext cx="778906" cy="9676777"/>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20955" rIns="20955" bIns="20955" numCol="1" spcCol="1270" anchor="ctr" anchorCtr="0">
          <a:noAutofit/>
        </a:bodyPr>
        <a:lstStyle/>
        <a:p>
          <a:pPr marL="285750" lvl="1" indent="-285750" algn="l" defTabSz="1466850">
            <a:lnSpc>
              <a:spcPct val="90000"/>
            </a:lnSpc>
            <a:spcBef>
              <a:spcPct val="0"/>
            </a:spcBef>
            <a:spcAft>
              <a:spcPct val="15000"/>
            </a:spcAft>
            <a:buChar char="•"/>
          </a:pPr>
          <a:r>
            <a:rPr kumimoji="1" lang="ja-JP" altLang="en-US" sz="3300" b="1" kern="1200" dirty="0"/>
            <a:t>企画書完成</a:t>
          </a:r>
        </a:p>
      </dsp:txBody>
      <dsp:txXfrm rot="-5400000">
        <a:off x="838822" y="38338"/>
        <a:ext cx="9638754" cy="702860"/>
      </dsp:txXfrm>
    </dsp:sp>
    <dsp:sp modelId="{E7616AFA-AC86-434F-987A-4693374B3F55}">
      <dsp:nvSpPr>
        <dsp:cNvPr id="0" name=""/>
        <dsp:cNvSpPr/>
      </dsp:nvSpPr>
      <dsp:spPr>
        <a:xfrm rot="5400000">
          <a:off x="-179747" y="1230859"/>
          <a:ext cx="1198317" cy="838822"/>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kumimoji="1" lang="en-US" altLang="ja-JP" sz="1700" kern="1200" dirty="0"/>
            <a:t>11</a:t>
          </a:r>
          <a:r>
            <a:rPr kumimoji="1" lang="ja-JP" altLang="en-US" sz="1700" kern="1200" dirty="0"/>
            <a:t>月</a:t>
          </a:r>
        </a:p>
      </dsp:txBody>
      <dsp:txXfrm rot="-5400000">
        <a:off x="1" y="1470522"/>
        <a:ext cx="838822" cy="359495"/>
      </dsp:txXfrm>
    </dsp:sp>
    <dsp:sp modelId="{20CA1D6E-AD78-4D21-A4D8-D0C88C6DF97F}">
      <dsp:nvSpPr>
        <dsp:cNvPr id="0" name=""/>
        <dsp:cNvSpPr/>
      </dsp:nvSpPr>
      <dsp:spPr>
        <a:xfrm rot="5400000">
          <a:off x="5287757" y="-3397823"/>
          <a:ext cx="778906" cy="9676777"/>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20955" rIns="20955" bIns="20955" numCol="1" spcCol="1270" anchor="ctr" anchorCtr="0">
          <a:noAutofit/>
        </a:bodyPr>
        <a:lstStyle/>
        <a:p>
          <a:pPr marL="285750" lvl="1" indent="-285750" algn="l" defTabSz="1466850">
            <a:lnSpc>
              <a:spcPct val="90000"/>
            </a:lnSpc>
            <a:spcBef>
              <a:spcPct val="0"/>
            </a:spcBef>
            <a:spcAft>
              <a:spcPct val="15000"/>
            </a:spcAft>
            <a:buChar char="•"/>
          </a:pPr>
          <a:r>
            <a:rPr kumimoji="1" lang="en-US" altLang="ja-JP" sz="3300" b="1" kern="1200" dirty="0"/>
            <a:t>DB</a:t>
          </a:r>
          <a:r>
            <a:rPr kumimoji="1" lang="ja-JP" altLang="en-US" sz="3300" b="1" kern="1200" dirty="0"/>
            <a:t>設計</a:t>
          </a:r>
          <a:r>
            <a:rPr kumimoji="1" lang="en-US" altLang="ja-JP" sz="3300" b="1" kern="1200" dirty="0"/>
            <a:t>/</a:t>
          </a:r>
          <a:r>
            <a:rPr kumimoji="1" lang="ja-JP" altLang="en-US" sz="3300" b="1" kern="1200" dirty="0"/>
            <a:t>コーディング</a:t>
          </a:r>
        </a:p>
      </dsp:txBody>
      <dsp:txXfrm rot="-5400000">
        <a:off x="838822" y="1089135"/>
        <a:ext cx="9638754" cy="702860"/>
      </dsp:txXfrm>
    </dsp:sp>
    <dsp:sp modelId="{5211DCC6-89AE-42E6-AF00-89C8A3B0B6EB}">
      <dsp:nvSpPr>
        <dsp:cNvPr id="0" name=""/>
        <dsp:cNvSpPr/>
      </dsp:nvSpPr>
      <dsp:spPr>
        <a:xfrm rot="5400000">
          <a:off x="-179747" y="2281656"/>
          <a:ext cx="1198317" cy="838822"/>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kumimoji="1" lang="en-US" altLang="ja-JP" sz="1700" kern="1200" dirty="0"/>
            <a:t>12</a:t>
          </a:r>
          <a:r>
            <a:rPr kumimoji="1" lang="ja-JP" altLang="en-US" sz="1700" kern="1200" dirty="0"/>
            <a:t>月</a:t>
          </a:r>
        </a:p>
      </dsp:txBody>
      <dsp:txXfrm rot="-5400000">
        <a:off x="1" y="2521319"/>
        <a:ext cx="838822" cy="359495"/>
      </dsp:txXfrm>
    </dsp:sp>
    <dsp:sp modelId="{AC3789D2-E3DA-4FDE-BF3E-6645454412DD}">
      <dsp:nvSpPr>
        <dsp:cNvPr id="0" name=""/>
        <dsp:cNvSpPr/>
      </dsp:nvSpPr>
      <dsp:spPr>
        <a:xfrm rot="5400000">
          <a:off x="5287757" y="-2347027"/>
          <a:ext cx="778906" cy="9676777"/>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20955" rIns="20955" bIns="20955" numCol="1" spcCol="1270" anchor="ctr" anchorCtr="0">
          <a:noAutofit/>
        </a:bodyPr>
        <a:lstStyle/>
        <a:p>
          <a:pPr marL="285750" lvl="1" indent="-285750" algn="l" defTabSz="1466850">
            <a:lnSpc>
              <a:spcPct val="90000"/>
            </a:lnSpc>
            <a:spcBef>
              <a:spcPct val="0"/>
            </a:spcBef>
            <a:spcAft>
              <a:spcPct val="15000"/>
            </a:spcAft>
            <a:buChar char="•"/>
          </a:pPr>
          <a:r>
            <a:rPr kumimoji="1" lang="ja-JP" altLang="en-US" sz="3300" b="1" kern="1200" dirty="0"/>
            <a:t>デバッグ</a:t>
          </a:r>
          <a:r>
            <a:rPr kumimoji="1" lang="en-US" altLang="ja-JP" sz="3300" b="1" kern="1200" dirty="0"/>
            <a:t>/</a:t>
          </a:r>
          <a:r>
            <a:rPr kumimoji="1" lang="ja-JP" altLang="en-US" sz="3300" b="1" kern="1200" dirty="0"/>
            <a:t>テスト</a:t>
          </a:r>
        </a:p>
      </dsp:txBody>
      <dsp:txXfrm rot="-5400000">
        <a:off x="838822" y="2139931"/>
        <a:ext cx="9638754" cy="702860"/>
      </dsp:txXfrm>
    </dsp:sp>
    <dsp:sp modelId="{A92FBADC-C2EA-46F9-BD00-25D15EF9A3E9}">
      <dsp:nvSpPr>
        <dsp:cNvPr id="0" name=""/>
        <dsp:cNvSpPr/>
      </dsp:nvSpPr>
      <dsp:spPr>
        <a:xfrm rot="5400000">
          <a:off x="-179747" y="3332452"/>
          <a:ext cx="1198317" cy="838822"/>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kumimoji="1" lang="en-US" altLang="ja-JP" sz="1700" kern="1200" dirty="0"/>
            <a:t>1</a:t>
          </a:r>
          <a:r>
            <a:rPr kumimoji="1" lang="ja-JP" altLang="en-US" sz="1700" kern="1200" dirty="0"/>
            <a:t>月</a:t>
          </a:r>
        </a:p>
      </dsp:txBody>
      <dsp:txXfrm rot="-5400000">
        <a:off x="1" y="3572115"/>
        <a:ext cx="838822" cy="359495"/>
      </dsp:txXfrm>
    </dsp:sp>
    <dsp:sp modelId="{C72842A7-35E7-4190-8A84-8294B1FE6C02}">
      <dsp:nvSpPr>
        <dsp:cNvPr id="0" name=""/>
        <dsp:cNvSpPr/>
      </dsp:nvSpPr>
      <dsp:spPr>
        <a:xfrm rot="5400000">
          <a:off x="5287757" y="-1296230"/>
          <a:ext cx="778906" cy="9676777"/>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20955" rIns="20955" bIns="20955" numCol="1" spcCol="1270" anchor="ctr" anchorCtr="0">
          <a:noAutofit/>
        </a:bodyPr>
        <a:lstStyle/>
        <a:p>
          <a:pPr marL="285750" lvl="1" indent="-285750" algn="l" defTabSz="1466850">
            <a:lnSpc>
              <a:spcPct val="90000"/>
            </a:lnSpc>
            <a:spcBef>
              <a:spcPct val="0"/>
            </a:spcBef>
            <a:spcAft>
              <a:spcPct val="15000"/>
            </a:spcAft>
            <a:buChar char="•"/>
          </a:pPr>
          <a:r>
            <a:rPr kumimoji="1" lang="en-US" altLang="ja-JP" sz="3300" b="1" kern="1200" dirty="0"/>
            <a:t>β</a:t>
          </a:r>
          <a:r>
            <a:rPr kumimoji="1" lang="ja-JP" altLang="en-US" sz="3300" b="1" kern="1200" dirty="0"/>
            <a:t>版完成</a:t>
          </a:r>
        </a:p>
      </dsp:txBody>
      <dsp:txXfrm rot="-5400000">
        <a:off x="838822" y="3190728"/>
        <a:ext cx="9638754" cy="7028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8.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6.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8.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0.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F7242-78E8-429E-8181-245A643CC500}" type="datetimeFigureOut">
              <a:rPr kumimoji="1" lang="ja-JP" altLang="en-US" smtClean="0"/>
              <a:t>2024/11/5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6045E5-AFD1-46E0-A4F4-20500A2F8F5F}" type="slidenum">
              <a:rPr kumimoji="1" lang="ja-JP" altLang="en-US" smtClean="0"/>
              <a:t>‹#›</a:t>
            </a:fld>
            <a:endParaRPr kumimoji="1" lang="ja-JP" altLang="en-US"/>
          </a:p>
        </p:txBody>
      </p:sp>
    </p:spTree>
    <p:extLst>
      <p:ext uri="{BB962C8B-B14F-4D97-AF65-F5344CB8AC3E}">
        <p14:creationId xmlns:p14="http://schemas.microsoft.com/office/powerpoint/2010/main" val="30088278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これから</a:t>
            </a:r>
            <a:r>
              <a:rPr kumimoji="1" lang="en-US" altLang="ja-JP" dirty="0"/>
              <a:t>JS2B</a:t>
            </a:r>
            <a:r>
              <a:rPr kumimoji="1" lang="ja-JP" altLang="en-US" dirty="0"/>
              <a:t>、チームエビ本舗の卒業研究企画発表を行います。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a:t>
            </a:fld>
            <a:endParaRPr kumimoji="1" lang="ja-JP" altLang="en-US"/>
          </a:p>
        </p:txBody>
      </p:sp>
    </p:spTree>
    <p:extLst>
      <p:ext uri="{BB962C8B-B14F-4D97-AF65-F5344CB8AC3E}">
        <p14:creationId xmlns:p14="http://schemas.microsoft.com/office/powerpoint/2010/main" val="1478793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以下の項目を発表します。</a:t>
            </a:r>
            <a:endParaRPr kumimoji="1" lang="en-US" altLang="ja-JP"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a:t>
            </a:fld>
            <a:endParaRPr kumimoji="1" lang="ja-JP" altLang="en-US"/>
          </a:p>
        </p:txBody>
      </p:sp>
    </p:spTree>
    <p:extLst>
      <p:ext uri="{BB962C8B-B14F-4D97-AF65-F5344CB8AC3E}">
        <p14:creationId xmlns:p14="http://schemas.microsoft.com/office/powerpoint/2010/main" val="314801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私たちは「汎用的施設管理システムとデジタルサイネージによる情報表示システムの作成」をテーマに卒業研究を行います。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a:t>
            </a:fld>
            <a:endParaRPr kumimoji="1" lang="ja-JP" altLang="en-US"/>
          </a:p>
        </p:txBody>
      </p:sp>
    </p:spTree>
    <p:extLst>
      <p:ext uri="{BB962C8B-B14F-4D97-AF65-F5344CB8AC3E}">
        <p14:creationId xmlns:p14="http://schemas.microsoft.com/office/powerpoint/2010/main" val="3160193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テーマの背景と致しまして、就職活動にて本校の就職センター、</a:t>
            </a:r>
            <a:r>
              <a:rPr kumimoji="1" lang="en-US" altLang="ja-JP" dirty="0"/>
              <a:t>WEB</a:t>
            </a:r>
            <a:r>
              <a:rPr kumimoji="1" lang="ja-JP" altLang="en-US" dirty="0"/>
              <a:t>面接室を利用する際の予約手続きから着想を得ました。</a:t>
            </a:r>
            <a:endParaRPr kumimoji="1" lang="en-US" altLang="ja-JP" dirty="0"/>
          </a:p>
          <a:p>
            <a:r>
              <a:rPr lang="ja-JP" altLang="en-US" dirty="0"/>
              <a:t>部屋の予約が必要な施設を利用する場合、例えば今日の</a:t>
            </a:r>
            <a:r>
              <a:rPr lang="en-US" altLang="ja-JP" dirty="0"/>
              <a:t>14</a:t>
            </a:r>
            <a:r>
              <a:rPr lang="ja-JP" altLang="en-US" dirty="0"/>
              <a:t>時に部屋を利用したいけれど予約状況を知るためには、施設の管理者に問い合わせる必要があります。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a:t>
            </a:fld>
            <a:endParaRPr kumimoji="1" lang="ja-JP" altLang="en-US"/>
          </a:p>
        </p:txBody>
      </p:sp>
    </p:spTree>
    <p:extLst>
      <p:ext uri="{BB962C8B-B14F-4D97-AF65-F5344CB8AC3E}">
        <p14:creationId xmlns:p14="http://schemas.microsoft.com/office/powerpoint/2010/main" val="3344723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そこで、デジタルサイネージで部屋の利用状況を表示させることにより、視覚的に状況を把握でき、問い合わせを行う必要が無くなります。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a:t>
            </a:fld>
            <a:endParaRPr kumimoji="1" lang="ja-JP" altLang="en-US"/>
          </a:p>
        </p:txBody>
      </p:sp>
    </p:spTree>
    <p:extLst>
      <p:ext uri="{BB962C8B-B14F-4D97-AF65-F5344CB8AC3E}">
        <p14:creationId xmlns:p14="http://schemas.microsoft.com/office/powerpoint/2010/main" val="1565991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また、汎用的な施設予約システムをベースに、必要な機能を追加してカスタマイズできる仕様にすることで、様々なシーンに対応できる柔軟性を持たせ同じようなのシステム製品に対し差別化を図ります。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6</a:t>
            </a:fld>
            <a:endParaRPr kumimoji="1" lang="ja-JP" altLang="en-US"/>
          </a:p>
        </p:txBody>
      </p:sp>
    </p:spTree>
    <p:extLst>
      <p:ext uri="{BB962C8B-B14F-4D97-AF65-F5344CB8AC3E}">
        <p14:creationId xmlns:p14="http://schemas.microsoft.com/office/powerpoint/2010/main" val="2198065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システムの機能と画面イメージを説明です。</a:t>
            </a:r>
            <a:endParaRPr kumimoji="1" lang="en-US" altLang="ja-JP" dirty="0"/>
          </a:p>
          <a:p>
            <a:r>
              <a:rPr lang="ja-JP" altLang="en-US" dirty="0"/>
              <a:t>まずはベースとなる、ユーザー管理システム、施設予約システム、画面表示システムの、</a:t>
            </a:r>
            <a:r>
              <a:rPr lang="en-US" altLang="ja-JP" dirty="0"/>
              <a:t>3</a:t>
            </a:r>
            <a:r>
              <a:rPr lang="ja-JP" altLang="en-US" dirty="0"/>
              <a:t>つのシステムを作成します。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7</a:t>
            </a:fld>
            <a:endParaRPr kumimoji="1" lang="ja-JP" altLang="en-US"/>
          </a:p>
        </p:txBody>
      </p:sp>
    </p:spTree>
    <p:extLst>
      <p:ext uri="{BB962C8B-B14F-4D97-AF65-F5344CB8AC3E}">
        <p14:creationId xmlns:p14="http://schemas.microsoft.com/office/powerpoint/2010/main" val="408996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ユーザー管理システムです。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8</a:t>
            </a:fld>
            <a:endParaRPr kumimoji="1" lang="ja-JP" altLang="en-US"/>
          </a:p>
        </p:txBody>
      </p:sp>
    </p:spTree>
    <p:extLst>
      <p:ext uri="{BB962C8B-B14F-4D97-AF65-F5344CB8AC3E}">
        <p14:creationId xmlns:p14="http://schemas.microsoft.com/office/powerpoint/2010/main" val="3106973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ユーザーの新規登録や管理機能、ログイン・ログアウト機能、パスワードの管理や変更、二段階認証の機能を作成します。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9</a:t>
            </a:fld>
            <a:endParaRPr kumimoji="1" lang="ja-JP" altLang="en-US"/>
          </a:p>
        </p:txBody>
      </p:sp>
    </p:spTree>
    <p:extLst>
      <p:ext uri="{BB962C8B-B14F-4D97-AF65-F5344CB8AC3E}">
        <p14:creationId xmlns:p14="http://schemas.microsoft.com/office/powerpoint/2010/main" val="24930832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ユーザー登録画面です。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10</a:t>
            </a:fld>
            <a:endParaRPr kumimoji="1" lang="ja-JP" altLang="en-US"/>
          </a:p>
        </p:txBody>
      </p:sp>
    </p:spTree>
    <p:extLst>
      <p:ext uri="{BB962C8B-B14F-4D97-AF65-F5344CB8AC3E}">
        <p14:creationId xmlns:p14="http://schemas.microsoft.com/office/powerpoint/2010/main" val="152517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11</a:t>
            </a:fld>
            <a:endParaRPr kumimoji="1" lang="ja-JP" altLang="en-US"/>
          </a:p>
        </p:txBody>
      </p:sp>
    </p:spTree>
    <p:extLst>
      <p:ext uri="{BB962C8B-B14F-4D97-AF65-F5344CB8AC3E}">
        <p14:creationId xmlns:p14="http://schemas.microsoft.com/office/powerpoint/2010/main" val="1172302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ログイン画面です。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12</a:t>
            </a:fld>
            <a:endParaRPr kumimoji="1" lang="ja-JP" altLang="en-US"/>
          </a:p>
        </p:txBody>
      </p:sp>
    </p:spTree>
    <p:extLst>
      <p:ext uri="{BB962C8B-B14F-4D97-AF65-F5344CB8AC3E}">
        <p14:creationId xmlns:p14="http://schemas.microsoft.com/office/powerpoint/2010/main" val="1511825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13</a:t>
            </a:fld>
            <a:endParaRPr kumimoji="1" lang="ja-JP" altLang="en-US"/>
          </a:p>
        </p:txBody>
      </p:sp>
    </p:spTree>
    <p:extLst>
      <p:ext uri="{BB962C8B-B14F-4D97-AF65-F5344CB8AC3E}">
        <p14:creationId xmlns:p14="http://schemas.microsoft.com/office/powerpoint/2010/main" val="2173568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二段階認証・パスワード変更画面です。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14</a:t>
            </a:fld>
            <a:endParaRPr kumimoji="1" lang="ja-JP" altLang="en-US"/>
          </a:p>
        </p:txBody>
      </p:sp>
    </p:spTree>
    <p:extLst>
      <p:ext uri="{BB962C8B-B14F-4D97-AF65-F5344CB8AC3E}">
        <p14:creationId xmlns:p14="http://schemas.microsoft.com/office/powerpoint/2010/main" val="1372683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15</a:t>
            </a:fld>
            <a:endParaRPr kumimoji="1" lang="ja-JP" altLang="en-US"/>
          </a:p>
        </p:txBody>
      </p:sp>
    </p:spTree>
    <p:extLst>
      <p:ext uri="{BB962C8B-B14F-4D97-AF65-F5344CB8AC3E}">
        <p14:creationId xmlns:p14="http://schemas.microsoft.com/office/powerpoint/2010/main" val="2903708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続きまして、施設予約管理システムです。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16</a:t>
            </a:fld>
            <a:endParaRPr kumimoji="1" lang="ja-JP" altLang="en-US"/>
          </a:p>
        </p:txBody>
      </p:sp>
    </p:spTree>
    <p:extLst>
      <p:ext uri="{BB962C8B-B14F-4D97-AF65-F5344CB8AC3E}">
        <p14:creationId xmlns:p14="http://schemas.microsoft.com/office/powerpoint/2010/main" val="28520033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管理する施設の登録・削除機能、施設の予約・取り消し機能、データベースでは予約の排他制御機能、利用履歴のログ管理機能を作成します。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17</a:t>
            </a:fld>
            <a:endParaRPr kumimoji="1" lang="ja-JP" altLang="en-US"/>
          </a:p>
        </p:txBody>
      </p:sp>
    </p:spTree>
    <p:extLst>
      <p:ext uri="{BB962C8B-B14F-4D97-AF65-F5344CB8AC3E}">
        <p14:creationId xmlns:p14="http://schemas.microsoft.com/office/powerpoint/2010/main" val="611083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施設利用者から見た施設予約画面です。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18</a:t>
            </a:fld>
            <a:endParaRPr kumimoji="1" lang="ja-JP" altLang="en-US"/>
          </a:p>
        </p:txBody>
      </p:sp>
    </p:spTree>
    <p:extLst>
      <p:ext uri="{BB962C8B-B14F-4D97-AF65-F5344CB8AC3E}">
        <p14:creationId xmlns:p14="http://schemas.microsoft.com/office/powerpoint/2010/main" val="2587469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19</a:t>
            </a:fld>
            <a:endParaRPr kumimoji="1" lang="ja-JP" altLang="en-US"/>
          </a:p>
        </p:txBody>
      </p:sp>
    </p:spTree>
    <p:extLst>
      <p:ext uri="{BB962C8B-B14F-4D97-AF65-F5344CB8AC3E}">
        <p14:creationId xmlns:p14="http://schemas.microsoft.com/office/powerpoint/2010/main" val="3188902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施設管理者から見た、管理画面です。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20</a:t>
            </a:fld>
            <a:endParaRPr kumimoji="1" lang="ja-JP" altLang="en-US"/>
          </a:p>
        </p:txBody>
      </p:sp>
    </p:spTree>
    <p:extLst>
      <p:ext uri="{BB962C8B-B14F-4D97-AF65-F5344CB8AC3E}">
        <p14:creationId xmlns:p14="http://schemas.microsoft.com/office/powerpoint/2010/main" val="2581728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21</a:t>
            </a:fld>
            <a:endParaRPr kumimoji="1" lang="ja-JP" altLang="en-US"/>
          </a:p>
        </p:txBody>
      </p:sp>
    </p:spTree>
    <p:extLst>
      <p:ext uri="{BB962C8B-B14F-4D97-AF65-F5344CB8AC3E}">
        <p14:creationId xmlns:p14="http://schemas.microsoft.com/office/powerpoint/2010/main" val="1589235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続きまして、画面表示システムです。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22</a:t>
            </a:fld>
            <a:endParaRPr kumimoji="1" lang="ja-JP" altLang="en-US"/>
          </a:p>
        </p:txBody>
      </p:sp>
    </p:spTree>
    <p:extLst>
      <p:ext uri="{BB962C8B-B14F-4D97-AF65-F5344CB8AC3E}">
        <p14:creationId xmlns:p14="http://schemas.microsoft.com/office/powerpoint/2010/main" val="4006994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時刻同期を行い、施設の利用状況をリアルタイムで表示させるための応答機能、状態遷移機能、表示画面の自動更新機能を作成します。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23</a:t>
            </a:fld>
            <a:endParaRPr kumimoji="1" lang="ja-JP" altLang="en-US"/>
          </a:p>
        </p:txBody>
      </p:sp>
    </p:spTree>
    <p:extLst>
      <p:ext uri="{BB962C8B-B14F-4D97-AF65-F5344CB8AC3E}">
        <p14:creationId xmlns:p14="http://schemas.microsoft.com/office/powerpoint/2010/main" val="4100864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デジタルサイネージでの表示例です。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24</a:t>
            </a:fld>
            <a:endParaRPr kumimoji="1" lang="ja-JP" altLang="en-US"/>
          </a:p>
        </p:txBody>
      </p:sp>
    </p:spTree>
    <p:extLst>
      <p:ext uri="{BB962C8B-B14F-4D97-AF65-F5344CB8AC3E}">
        <p14:creationId xmlns:p14="http://schemas.microsoft.com/office/powerpoint/2010/main" val="2958732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25</a:t>
            </a:fld>
            <a:endParaRPr kumimoji="1" lang="ja-JP" altLang="en-US"/>
          </a:p>
        </p:txBody>
      </p:sp>
    </p:spTree>
    <p:extLst>
      <p:ext uri="{BB962C8B-B14F-4D97-AF65-F5344CB8AC3E}">
        <p14:creationId xmlns:p14="http://schemas.microsoft.com/office/powerpoint/2010/main" val="12418658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モニター画面での表示例です。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26</a:t>
            </a:fld>
            <a:endParaRPr kumimoji="1" lang="ja-JP" altLang="en-US"/>
          </a:p>
        </p:txBody>
      </p:sp>
    </p:spTree>
    <p:extLst>
      <p:ext uri="{BB962C8B-B14F-4D97-AF65-F5344CB8AC3E}">
        <p14:creationId xmlns:p14="http://schemas.microsoft.com/office/powerpoint/2010/main" val="23237422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27</a:t>
            </a:fld>
            <a:endParaRPr kumimoji="1" lang="ja-JP" altLang="en-US"/>
          </a:p>
        </p:txBody>
      </p:sp>
    </p:spTree>
    <p:extLst>
      <p:ext uri="{BB962C8B-B14F-4D97-AF65-F5344CB8AC3E}">
        <p14:creationId xmlns:p14="http://schemas.microsoft.com/office/powerpoint/2010/main" val="4161521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ベースとなる</a:t>
            </a:r>
            <a:r>
              <a:rPr kumimoji="1" lang="en-US" altLang="ja-JP" dirty="0"/>
              <a:t>3</a:t>
            </a:r>
            <a:r>
              <a:rPr kumimoji="1" lang="ja-JP" altLang="en-US" dirty="0"/>
              <a:t>つのシステムを作成後、</a:t>
            </a:r>
            <a:endParaRPr kumimoji="1" lang="en-US" altLang="ja-JP" dirty="0"/>
          </a:p>
          <a:p>
            <a:r>
              <a:rPr kumimoji="1" lang="ja-JP" altLang="en-US" dirty="0"/>
              <a:t>機能を追加しカスタマイズできるポータルサイトを作成します。</a:t>
            </a:r>
            <a:endParaRPr kumimoji="1" lang="en-US" altLang="ja-JP" dirty="0"/>
          </a:p>
          <a:p>
            <a:r>
              <a:rPr kumimoji="1" lang="ja-JP" altLang="en-US" dirty="0"/>
              <a:t>ダッシュボードやログ管理、機能を追加する機能を作成します。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28</a:t>
            </a:fld>
            <a:endParaRPr kumimoji="1" lang="ja-JP" altLang="en-US"/>
          </a:p>
        </p:txBody>
      </p:sp>
    </p:spTree>
    <p:extLst>
      <p:ext uri="{BB962C8B-B14F-4D97-AF65-F5344CB8AC3E}">
        <p14:creationId xmlns:p14="http://schemas.microsoft.com/office/powerpoint/2010/main" val="12099468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ポータル画面のイメージです。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29</a:t>
            </a:fld>
            <a:endParaRPr kumimoji="1" lang="ja-JP" altLang="en-US"/>
          </a:p>
        </p:txBody>
      </p:sp>
    </p:spTree>
    <p:extLst>
      <p:ext uri="{BB962C8B-B14F-4D97-AF65-F5344CB8AC3E}">
        <p14:creationId xmlns:p14="http://schemas.microsoft.com/office/powerpoint/2010/main" val="33843097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30</a:t>
            </a:fld>
            <a:endParaRPr kumimoji="1" lang="ja-JP" altLang="en-US"/>
          </a:p>
        </p:txBody>
      </p:sp>
    </p:spTree>
    <p:extLst>
      <p:ext uri="{BB962C8B-B14F-4D97-AF65-F5344CB8AC3E}">
        <p14:creationId xmlns:p14="http://schemas.microsoft.com/office/powerpoint/2010/main" val="36248297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その他に作成する機能として、サービスデスクの役割を持つ問合せのチャットシステム、プライバシーを考慮した予約システムを作成します。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31</a:t>
            </a:fld>
            <a:endParaRPr kumimoji="1" lang="ja-JP" altLang="en-US"/>
          </a:p>
        </p:txBody>
      </p:sp>
    </p:spTree>
    <p:extLst>
      <p:ext uri="{BB962C8B-B14F-4D97-AF65-F5344CB8AC3E}">
        <p14:creationId xmlns:p14="http://schemas.microsoft.com/office/powerpoint/2010/main" val="37272687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問合せチャット画面のイメージ図です。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32</a:t>
            </a:fld>
            <a:endParaRPr kumimoji="1" lang="ja-JP" altLang="en-US"/>
          </a:p>
        </p:txBody>
      </p:sp>
    </p:spTree>
    <p:extLst>
      <p:ext uri="{BB962C8B-B14F-4D97-AF65-F5344CB8AC3E}">
        <p14:creationId xmlns:p14="http://schemas.microsoft.com/office/powerpoint/2010/main" val="1545079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33</a:t>
            </a:fld>
            <a:endParaRPr kumimoji="1" lang="ja-JP" altLang="en-US"/>
          </a:p>
        </p:txBody>
      </p:sp>
    </p:spTree>
    <p:extLst>
      <p:ext uri="{BB962C8B-B14F-4D97-AF65-F5344CB8AC3E}">
        <p14:creationId xmlns:p14="http://schemas.microsoft.com/office/powerpoint/2010/main" val="32684916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管理者側から見た問い合わせのチャット画面です。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34</a:t>
            </a:fld>
            <a:endParaRPr kumimoji="1" lang="ja-JP" altLang="en-US"/>
          </a:p>
        </p:txBody>
      </p:sp>
    </p:spTree>
    <p:extLst>
      <p:ext uri="{BB962C8B-B14F-4D97-AF65-F5344CB8AC3E}">
        <p14:creationId xmlns:p14="http://schemas.microsoft.com/office/powerpoint/2010/main" val="22660349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35</a:t>
            </a:fld>
            <a:endParaRPr kumimoji="1" lang="ja-JP" altLang="en-US"/>
          </a:p>
        </p:txBody>
      </p:sp>
    </p:spTree>
    <p:extLst>
      <p:ext uri="{BB962C8B-B14F-4D97-AF65-F5344CB8AC3E}">
        <p14:creationId xmlns:p14="http://schemas.microsoft.com/office/powerpoint/2010/main" val="16233335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具体的な利用例について説明します。</a:t>
            </a:r>
            <a:endParaRPr kumimoji="1" lang="en-US" altLang="ja-JP" dirty="0"/>
          </a:p>
          <a:p>
            <a:r>
              <a:rPr lang="en-US" altLang="ja-JP" dirty="0"/>
              <a:t>PC</a:t>
            </a:r>
            <a:r>
              <a:rPr lang="ja-JP" altLang="en-US" dirty="0"/>
              <a:t>とデジタルサイネージやモニターをつなぎ、</a:t>
            </a:r>
            <a:r>
              <a:rPr lang="en-US" altLang="ja-JP" dirty="0"/>
              <a:t>Web</a:t>
            </a:r>
            <a:r>
              <a:rPr lang="ja-JP" altLang="en-US" dirty="0"/>
              <a:t>ブラウザで</a:t>
            </a:r>
            <a:r>
              <a:rPr lang="en-US" altLang="ja-JP" dirty="0"/>
              <a:t>Web </a:t>
            </a:r>
            <a:r>
              <a:rPr lang="ja-JP" altLang="en-US" dirty="0"/>
              <a:t>ページを読み込ませて施設の情報を表示させます。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36</a:t>
            </a:fld>
            <a:endParaRPr kumimoji="1" lang="ja-JP" altLang="en-US"/>
          </a:p>
        </p:txBody>
      </p:sp>
    </p:spTree>
    <p:extLst>
      <p:ext uri="{BB962C8B-B14F-4D97-AF65-F5344CB8AC3E}">
        <p14:creationId xmlns:p14="http://schemas.microsoft.com/office/powerpoint/2010/main" val="21574349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ビジネスシーンでの利用を例に挙げます。</a:t>
            </a:r>
            <a:endParaRPr kumimoji="1" lang="en-US" altLang="ja-JP" dirty="0"/>
          </a:p>
          <a:p>
            <a:r>
              <a:rPr kumimoji="1" lang="ja-JP" altLang="en-US" dirty="0"/>
              <a:t>受付、会議室、応接室。それぞれの場所の数に対して、</a:t>
            </a:r>
            <a:r>
              <a:rPr kumimoji="1" lang="en-US" altLang="ja-JP" dirty="0"/>
              <a:t>PC</a:t>
            </a:r>
            <a:r>
              <a:rPr kumimoji="1" lang="ja-JP" altLang="en-US" dirty="0"/>
              <a:t>とデジタルサイネージやモニターを用意します。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37</a:t>
            </a:fld>
            <a:endParaRPr kumimoji="1" lang="ja-JP" altLang="en-US"/>
          </a:p>
        </p:txBody>
      </p:sp>
    </p:spTree>
    <p:extLst>
      <p:ext uri="{BB962C8B-B14F-4D97-AF65-F5344CB8AC3E}">
        <p14:creationId xmlns:p14="http://schemas.microsoft.com/office/powerpoint/2010/main" val="1056990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受付での利用イメージです。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38</a:t>
            </a:fld>
            <a:endParaRPr kumimoji="1" lang="ja-JP" altLang="en-US"/>
          </a:p>
        </p:txBody>
      </p:sp>
    </p:spTree>
    <p:extLst>
      <p:ext uri="{BB962C8B-B14F-4D97-AF65-F5344CB8AC3E}">
        <p14:creationId xmlns:p14="http://schemas.microsoft.com/office/powerpoint/2010/main" val="13342868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受付にデジタルサイネージを設置し、一日の施設スケジュールを一括表示させます。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39</a:t>
            </a:fld>
            <a:endParaRPr kumimoji="1" lang="ja-JP" altLang="en-US"/>
          </a:p>
        </p:txBody>
      </p:sp>
    </p:spTree>
    <p:extLst>
      <p:ext uri="{BB962C8B-B14F-4D97-AF65-F5344CB8AC3E}">
        <p14:creationId xmlns:p14="http://schemas.microsoft.com/office/powerpoint/2010/main" val="13345684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各部屋の利用イメージです。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40</a:t>
            </a:fld>
            <a:endParaRPr kumimoji="1" lang="ja-JP" altLang="en-US"/>
          </a:p>
        </p:txBody>
      </p:sp>
    </p:spTree>
    <p:extLst>
      <p:ext uri="{BB962C8B-B14F-4D97-AF65-F5344CB8AC3E}">
        <p14:creationId xmlns:p14="http://schemas.microsoft.com/office/powerpoint/2010/main" val="20811387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部屋の出入口付近にモニターを設置し、今現在の部屋の状況を表示させます。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41</a:t>
            </a:fld>
            <a:endParaRPr kumimoji="1" lang="ja-JP" altLang="en-US"/>
          </a:p>
        </p:txBody>
      </p:sp>
    </p:spTree>
    <p:extLst>
      <p:ext uri="{BB962C8B-B14F-4D97-AF65-F5344CB8AC3E}">
        <p14:creationId xmlns:p14="http://schemas.microsoft.com/office/powerpoint/2010/main" val="4442891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機能のカスタマイズのイメージを説明します。</a:t>
            </a:r>
            <a:endParaRPr kumimoji="1" lang="en-US" altLang="ja-JP" dirty="0"/>
          </a:p>
          <a:p>
            <a:r>
              <a:rPr lang="ja-JP" altLang="en-US" dirty="0"/>
              <a:t>汎用的なシステムに利用者の必要な機能を追加することで、様々な利用シーンに対応できます。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42</a:t>
            </a:fld>
            <a:endParaRPr kumimoji="1" lang="ja-JP" altLang="en-US"/>
          </a:p>
        </p:txBody>
      </p:sp>
    </p:spTree>
    <p:extLst>
      <p:ext uri="{BB962C8B-B14F-4D97-AF65-F5344CB8AC3E}">
        <p14:creationId xmlns:p14="http://schemas.microsoft.com/office/powerpoint/2010/main" val="28078281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カスタマイズする追加機能として、施設の利用に料金がかかる場合の施設料金計算システムを例に挙げます。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43</a:t>
            </a:fld>
            <a:endParaRPr kumimoji="1" lang="ja-JP" altLang="en-US"/>
          </a:p>
        </p:txBody>
      </p:sp>
    </p:spTree>
    <p:extLst>
      <p:ext uri="{BB962C8B-B14F-4D97-AF65-F5344CB8AC3E}">
        <p14:creationId xmlns:p14="http://schemas.microsoft.com/office/powerpoint/2010/main" val="190396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施設登録時に料金を設定できる仕様にします。</a:t>
            </a:r>
            <a:endParaRPr kumimoji="1" lang="en-US" altLang="ja-JP" dirty="0"/>
          </a:p>
          <a:p>
            <a:r>
              <a:rPr lang="ja-JP" altLang="en-US" dirty="0"/>
              <a:t>料金設定画面です。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44</a:t>
            </a:fld>
            <a:endParaRPr kumimoji="1" lang="ja-JP" altLang="en-US"/>
          </a:p>
        </p:txBody>
      </p:sp>
    </p:spTree>
    <p:extLst>
      <p:ext uri="{BB962C8B-B14F-4D97-AF65-F5344CB8AC3E}">
        <p14:creationId xmlns:p14="http://schemas.microsoft.com/office/powerpoint/2010/main" val="25595149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45</a:t>
            </a:fld>
            <a:endParaRPr kumimoji="1" lang="ja-JP" altLang="en-US"/>
          </a:p>
        </p:txBody>
      </p:sp>
    </p:spTree>
    <p:extLst>
      <p:ext uri="{BB962C8B-B14F-4D97-AF65-F5344CB8AC3E}">
        <p14:creationId xmlns:p14="http://schemas.microsoft.com/office/powerpoint/2010/main" val="31043384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利用者が施設を予約する際に料金が分かるように表示します。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46</a:t>
            </a:fld>
            <a:endParaRPr kumimoji="1" lang="ja-JP" altLang="en-US"/>
          </a:p>
        </p:txBody>
      </p:sp>
    </p:spTree>
    <p:extLst>
      <p:ext uri="{BB962C8B-B14F-4D97-AF65-F5344CB8AC3E}">
        <p14:creationId xmlns:p14="http://schemas.microsoft.com/office/powerpoint/2010/main" val="33083117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47</a:t>
            </a:fld>
            <a:endParaRPr kumimoji="1" lang="ja-JP" altLang="en-US"/>
          </a:p>
        </p:txBody>
      </p:sp>
    </p:spTree>
    <p:extLst>
      <p:ext uri="{BB962C8B-B14F-4D97-AF65-F5344CB8AC3E}">
        <p14:creationId xmlns:p14="http://schemas.microsoft.com/office/powerpoint/2010/main" val="37715775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予約を確定するときに、施設利用料金の合計を表示させ確認できるようにします。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48</a:t>
            </a:fld>
            <a:endParaRPr kumimoji="1" lang="ja-JP" altLang="en-US"/>
          </a:p>
        </p:txBody>
      </p:sp>
    </p:spTree>
    <p:extLst>
      <p:ext uri="{BB962C8B-B14F-4D97-AF65-F5344CB8AC3E}">
        <p14:creationId xmlns:p14="http://schemas.microsoft.com/office/powerpoint/2010/main" val="17337931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49</a:t>
            </a:fld>
            <a:endParaRPr kumimoji="1" lang="ja-JP" altLang="en-US"/>
          </a:p>
        </p:txBody>
      </p:sp>
    </p:spTree>
    <p:extLst>
      <p:ext uri="{BB962C8B-B14F-4D97-AF65-F5344CB8AC3E}">
        <p14:creationId xmlns:p14="http://schemas.microsoft.com/office/powerpoint/2010/main" val="11278463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作成するシステムのセールスポイントは３つあります。</a:t>
            </a:r>
            <a:endParaRPr kumimoji="1" lang="en-US" altLang="ja-JP" dirty="0"/>
          </a:p>
          <a:p>
            <a:endParaRPr kumimoji="1" lang="en-US" altLang="ja-JP" dirty="0"/>
          </a:p>
          <a:p>
            <a:r>
              <a:rPr kumimoji="1" lang="ja-JP" altLang="en-US" dirty="0"/>
              <a:t>一つ目は、デジタルサイネージにより視認性の向上を図り、施設利用者のスケジュール調整など、時間管理が容易になります。</a:t>
            </a:r>
            <a:endParaRPr kumimoji="1" lang="en-US" altLang="ja-JP" dirty="0"/>
          </a:p>
          <a:p>
            <a:endParaRPr kumimoji="1" lang="en-US" altLang="ja-JP" dirty="0"/>
          </a:p>
          <a:p>
            <a:r>
              <a:rPr lang="ja-JP" altLang="en-US" dirty="0"/>
              <a:t>二つ目は、汎用的なシステムを作成することにより拡張性を持たせ、カスタマイズにより様々な施設の利用シーンに対応できることです。</a:t>
            </a:r>
            <a:endParaRPr lang="en-US" altLang="ja-JP" dirty="0"/>
          </a:p>
          <a:p>
            <a:endParaRPr lang="en-US" altLang="ja-JP" dirty="0"/>
          </a:p>
          <a:p>
            <a:r>
              <a:rPr kumimoji="1" lang="ja-JP" altLang="en-US" dirty="0"/>
              <a:t>三つめは、基本機能のみから、カスタマイズによる拡張機能まで、本システム導入者側の使用コストを調整することが出来ます。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50</a:t>
            </a:fld>
            <a:endParaRPr kumimoji="1" lang="ja-JP" altLang="en-US"/>
          </a:p>
        </p:txBody>
      </p:sp>
    </p:spTree>
    <p:extLst>
      <p:ext uri="{BB962C8B-B14F-4D97-AF65-F5344CB8AC3E}">
        <p14:creationId xmlns:p14="http://schemas.microsoft.com/office/powerpoint/2010/main" val="37505265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システム構成図です。</a:t>
            </a:r>
            <a:endParaRPr kumimoji="1" lang="en-US" altLang="ja-JP" dirty="0"/>
          </a:p>
          <a:p>
            <a:r>
              <a:rPr lang="ja-JP" altLang="en-US" dirty="0"/>
              <a:t>まず全体のシステム構成はこのようになっています。</a:t>
            </a:r>
            <a:endParaRPr lang="en-US" altLang="ja-JP" dirty="0"/>
          </a:p>
          <a:p>
            <a:r>
              <a:rPr lang="ja-JP" altLang="en-US" dirty="0"/>
              <a:t>利用者、管理者、開発者の視点でのシステム構成を説明します。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51</a:t>
            </a:fld>
            <a:endParaRPr kumimoji="1" lang="ja-JP" altLang="en-US"/>
          </a:p>
        </p:txBody>
      </p:sp>
    </p:spTree>
    <p:extLst>
      <p:ext uri="{BB962C8B-B14F-4D97-AF65-F5344CB8AC3E}">
        <p14:creationId xmlns:p14="http://schemas.microsoft.com/office/powerpoint/2010/main" val="24639678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施設利用者に対するシステム構成です。</a:t>
            </a:r>
            <a:endParaRPr kumimoji="1" lang="en-US" altLang="ja-JP" dirty="0"/>
          </a:p>
          <a:p>
            <a:r>
              <a:rPr lang="ja-JP" altLang="en-US" dirty="0"/>
              <a:t>施設予約システムにログインして施設の予約を行います。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52</a:t>
            </a:fld>
            <a:endParaRPr kumimoji="1" lang="ja-JP" altLang="en-US"/>
          </a:p>
        </p:txBody>
      </p:sp>
    </p:spTree>
    <p:extLst>
      <p:ext uri="{BB962C8B-B14F-4D97-AF65-F5344CB8AC3E}">
        <p14:creationId xmlns:p14="http://schemas.microsoft.com/office/powerpoint/2010/main" val="28429549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施設管理者のシステム構成です。施設やユーザー、予約状況を管理します。表示させる画面の管理も行います。</a:t>
            </a:r>
            <a:endParaRPr kumimoji="1" lang="en-US" altLang="ja-JP" dirty="0"/>
          </a:p>
          <a:p>
            <a:r>
              <a:rPr lang="ja-JP" altLang="en-US" dirty="0"/>
              <a:t>またポータルサイトにより機能のカスタマイズを行います。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53</a:t>
            </a:fld>
            <a:endParaRPr kumimoji="1" lang="ja-JP" altLang="en-US"/>
          </a:p>
        </p:txBody>
      </p:sp>
    </p:spTree>
    <p:extLst>
      <p:ext uri="{BB962C8B-B14F-4D97-AF65-F5344CB8AC3E}">
        <p14:creationId xmlns:p14="http://schemas.microsoft.com/office/powerpoint/2010/main" val="26187786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システム開発者のシステム構成です。</a:t>
            </a:r>
            <a:endParaRPr kumimoji="1" lang="en-US" altLang="ja-JP" dirty="0"/>
          </a:p>
          <a:p>
            <a:r>
              <a:rPr lang="ja-JP" altLang="en-US" dirty="0"/>
              <a:t>ポータルサイトを経由して開発した機能を追加します。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54</a:t>
            </a:fld>
            <a:endParaRPr kumimoji="1" lang="ja-JP" altLang="en-US"/>
          </a:p>
        </p:txBody>
      </p:sp>
    </p:spTree>
    <p:extLst>
      <p:ext uri="{BB962C8B-B14F-4D97-AF65-F5344CB8AC3E}">
        <p14:creationId xmlns:p14="http://schemas.microsoft.com/office/powerpoint/2010/main" val="37253320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システムを作成するために使用する技術です。</a:t>
            </a:r>
            <a:endParaRPr kumimoji="1" lang="en-US" altLang="ja-JP" dirty="0"/>
          </a:p>
          <a:p>
            <a:r>
              <a:rPr lang="en-US" altLang="ja-JP" dirty="0"/>
              <a:t>HTML</a:t>
            </a:r>
            <a:r>
              <a:rPr lang="ja-JP" altLang="en-US" dirty="0"/>
              <a:t>、</a:t>
            </a:r>
            <a:r>
              <a:rPr lang="en-US" altLang="ja-JP" dirty="0"/>
              <a:t>CSS</a:t>
            </a:r>
            <a:r>
              <a:rPr lang="ja-JP" altLang="en-US" dirty="0"/>
              <a:t>、</a:t>
            </a:r>
            <a:r>
              <a:rPr lang="en-US" altLang="ja-JP" dirty="0"/>
              <a:t>JavaScript</a:t>
            </a:r>
            <a:r>
              <a:rPr lang="ja-JP" altLang="en-US" dirty="0"/>
              <a:t>、</a:t>
            </a:r>
            <a:r>
              <a:rPr lang="en-US" altLang="ja-JP" dirty="0"/>
              <a:t>PHP</a:t>
            </a:r>
            <a:r>
              <a:rPr lang="ja-JP" altLang="en-US" dirty="0"/>
              <a:t>、</a:t>
            </a:r>
            <a:r>
              <a:rPr lang="en-US" altLang="ja-JP" dirty="0" err="1"/>
              <a:t>SQLserver</a:t>
            </a:r>
            <a:r>
              <a:rPr lang="ja-JP" altLang="en-US" dirty="0"/>
              <a:t>を使用します</a:t>
            </a:r>
            <a:endParaRPr lang="en-US" altLang="ja-JP"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55</a:t>
            </a:fld>
            <a:endParaRPr kumimoji="1" lang="ja-JP" altLang="en-US"/>
          </a:p>
        </p:txBody>
      </p:sp>
    </p:spTree>
    <p:extLst>
      <p:ext uri="{BB962C8B-B14F-4D97-AF65-F5344CB8AC3E}">
        <p14:creationId xmlns:p14="http://schemas.microsoft.com/office/powerpoint/2010/main" val="41731884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今後のスケジュールです。</a:t>
            </a:r>
            <a:endParaRPr kumimoji="1" lang="en-US" altLang="ja-JP" dirty="0"/>
          </a:p>
          <a:p>
            <a:r>
              <a:rPr kumimoji="1" lang="en-US" altLang="ja-JP" dirty="0"/>
              <a:t>10</a:t>
            </a:r>
            <a:r>
              <a:rPr kumimoji="1" lang="ja-JP" altLang="en-US" dirty="0"/>
              <a:t>月に企画書完成</a:t>
            </a:r>
            <a:endParaRPr kumimoji="1" lang="en-US" altLang="ja-JP" dirty="0"/>
          </a:p>
          <a:p>
            <a:r>
              <a:rPr kumimoji="1" lang="en-US" altLang="ja-JP" dirty="0"/>
              <a:t>11</a:t>
            </a:r>
            <a:r>
              <a:rPr kumimoji="1" lang="ja-JP" altLang="en-US" dirty="0"/>
              <a:t>月に</a:t>
            </a:r>
            <a:r>
              <a:rPr kumimoji="1" lang="en-US" altLang="ja-JP" dirty="0"/>
              <a:t>DB</a:t>
            </a:r>
            <a:r>
              <a:rPr kumimoji="1" lang="ja-JP" altLang="en-US" dirty="0"/>
              <a:t>設計・コーディングを行い</a:t>
            </a:r>
            <a:endParaRPr kumimoji="1" lang="en-US" altLang="ja-JP" dirty="0"/>
          </a:p>
          <a:p>
            <a:r>
              <a:rPr lang="en-US" altLang="ja-JP" dirty="0"/>
              <a:t>12</a:t>
            </a:r>
            <a:r>
              <a:rPr lang="ja-JP" altLang="en-US" dirty="0"/>
              <a:t>月にデバック・テストを経て</a:t>
            </a:r>
            <a:endParaRPr lang="en-US" altLang="ja-JP" dirty="0"/>
          </a:p>
          <a:p>
            <a:r>
              <a:rPr lang="en-US" altLang="ja-JP" dirty="0"/>
              <a:t>1</a:t>
            </a:r>
            <a:r>
              <a:rPr lang="ja-JP" altLang="en-US" dirty="0"/>
              <a:t>月に</a:t>
            </a:r>
            <a:r>
              <a:rPr lang="en-US" altLang="ja-JP" dirty="0"/>
              <a:t>β</a:t>
            </a:r>
            <a:r>
              <a:rPr lang="ja-JP" altLang="en-US" dirty="0"/>
              <a:t>版の完成を計画しています。</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56</a:t>
            </a:fld>
            <a:endParaRPr kumimoji="1" lang="ja-JP" altLang="en-US"/>
          </a:p>
        </p:txBody>
      </p:sp>
    </p:spTree>
    <p:extLst>
      <p:ext uri="{BB962C8B-B14F-4D97-AF65-F5344CB8AC3E}">
        <p14:creationId xmlns:p14="http://schemas.microsoft.com/office/powerpoint/2010/main" val="28750175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システムの利用コストです。</a:t>
            </a:r>
            <a:endParaRPr kumimoji="1" lang="en-US" altLang="ja-JP" dirty="0"/>
          </a:p>
          <a:p>
            <a:r>
              <a:rPr lang="ja-JP" altLang="en-US" dirty="0"/>
              <a:t>図の表の条件でシステムを利用する場合、約</a:t>
            </a:r>
            <a:r>
              <a:rPr lang="en-US" altLang="ja-JP" dirty="0"/>
              <a:t>45,000</a:t>
            </a:r>
            <a:r>
              <a:rPr lang="ja-JP" altLang="en-US" dirty="0"/>
              <a:t>円コストがかかります。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57</a:t>
            </a:fld>
            <a:endParaRPr kumimoji="1" lang="ja-JP" altLang="en-US"/>
          </a:p>
        </p:txBody>
      </p:sp>
    </p:spTree>
    <p:extLst>
      <p:ext uri="{BB962C8B-B14F-4D97-AF65-F5344CB8AC3E}">
        <p14:creationId xmlns:p14="http://schemas.microsoft.com/office/powerpoint/2010/main" val="25125281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役割表です。</a:t>
            </a:r>
            <a:endParaRPr lang="en-US" altLang="ja-JP" dirty="0"/>
          </a:p>
          <a:p>
            <a:r>
              <a:rPr kumimoji="1" lang="en-US" altLang="ja-JP" dirty="0"/>
              <a:t>DB</a:t>
            </a:r>
            <a:r>
              <a:rPr kumimoji="1" lang="ja-JP" altLang="en-US" dirty="0"/>
              <a:t>、フロントエンド、バックエンドにリーダーを設定し進捗の管理を行います。</a:t>
            </a:r>
            <a:endParaRPr kumimoji="1" lang="en-US" altLang="ja-JP" dirty="0"/>
          </a:p>
          <a:p>
            <a:r>
              <a:rPr lang="ja-JP" altLang="en-US" dirty="0"/>
              <a:t>システム開発は全員が行い、進捗に合わせて流動的に役割を割り振ります。</a:t>
            </a:r>
            <a:endParaRPr kumimoji="1" lang="en-US" altLang="ja-JP"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58</a:t>
            </a:fld>
            <a:endParaRPr kumimoji="1" lang="ja-JP" altLang="en-US"/>
          </a:p>
        </p:txBody>
      </p:sp>
    </p:spTree>
    <p:extLst>
      <p:ext uri="{BB962C8B-B14F-4D97-AF65-F5344CB8AC3E}">
        <p14:creationId xmlns:p14="http://schemas.microsoft.com/office/powerpoint/2010/main" val="867264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最後に、開発において考えうるリスクとその対策法を挙げます。</a:t>
            </a:r>
            <a:endParaRPr kumimoji="1" lang="en-US" altLang="ja-JP" dirty="0"/>
          </a:p>
          <a:p>
            <a:r>
              <a:rPr lang="ja-JP" altLang="en-US" dirty="0"/>
              <a:t>まずは、チームメンバーが多いため開発において、メンバー全員の認識を揃える事が難しいという点です。</a:t>
            </a:r>
            <a:endParaRPr lang="en-US" altLang="ja-JP" dirty="0"/>
          </a:p>
          <a:p>
            <a:r>
              <a:rPr kumimoji="1" lang="ja-JP" altLang="en-US" dirty="0"/>
              <a:t>その対策として、報告会を最低でも週に</a:t>
            </a:r>
            <a:r>
              <a:rPr kumimoji="1" lang="en-US" altLang="ja-JP" dirty="0"/>
              <a:t>1</a:t>
            </a:r>
            <a:r>
              <a:rPr kumimoji="1" lang="ja-JP" altLang="en-US" dirty="0"/>
              <a:t>度は開催し認識を揃えます。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59</a:t>
            </a:fld>
            <a:endParaRPr kumimoji="1" lang="ja-JP" altLang="en-US"/>
          </a:p>
        </p:txBody>
      </p:sp>
    </p:spTree>
    <p:extLst>
      <p:ext uri="{BB962C8B-B14F-4D97-AF65-F5344CB8AC3E}">
        <p14:creationId xmlns:p14="http://schemas.microsoft.com/office/powerpoint/2010/main" val="10534738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続きまして、顧客の要望なども私たち自身で考えるため、様々な利用シーンにおける追加機能が対応しきれない可能性があります。</a:t>
            </a:r>
            <a:endParaRPr kumimoji="1" lang="en-US" altLang="ja-JP" dirty="0"/>
          </a:p>
          <a:p>
            <a:r>
              <a:rPr kumimoji="1" lang="ja-JP" altLang="en-US" dirty="0"/>
              <a:t>対策としまして、予備調査を行い代表的なテストケースを考察し、可能な限り必要であろう機能を網羅します。</a:t>
            </a:r>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60</a:t>
            </a:fld>
            <a:endParaRPr kumimoji="1" lang="ja-JP" altLang="en-US"/>
          </a:p>
        </p:txBody>
      </p:sp>
    </p:spTree>
    <p:extLst>
      <p:ext uri="{BB962C8B-B14F-4D97-AF65-F5344CB8AC3E}">
        <p14:creationId xmlns:p14="http://schemas.microsoft.com/office/powerpoint/2010/main" val="17778792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施設とユーザーを管理するデーターベースが同じなので、サイバー攻撃を受けた場合、システムの可用性が低下するリスクがあります。</a:t>
            </a:r>
            <a:endParaRPr kumimoji="1" lang="en-US" altLang="ja-JP" dirty="0"/>
          </a:p>
          <a:p>
            <a:r>
              <a:rPr lang="ja-JP" altLang="en-US" dirty="0"/>
              <a:t>対策といたしまして、クラウドサービスのセキュリティ機能を利用します。</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61</a:t>
            </a:fld>
            <a:endParaRPr kumimoji="1" lang="ja-JP" altLang="en-US"/>
          </a:p>
        </p:txBody>
      </p:sp>
    </p:spTree>
    <p:extLst>
      <p:ext uri="{BB962C8B-B14F-4D97-AF65-F5344CB8AC3E}">
        <p14:creationId xmlns:p14="http://schemas.microsoft.com/office/powerpoint/2010/main" val="2852086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以上で、チームエビ本舗の卒業研究企画発表を終わります。</a:t>
            </a:r>
            <a:endParaRPr kumimoji="1" lang="en-US" altLang="ja-JP" dirty="0"/>
          </a:p>
          <a:p>
            <a:r>
              <a:rPr lang="ja-JP" altLang="en-US"/>
              <a:t>ご清聴ありがとうございました。</a:t>
            </a:r>
            <a:endParaRPr kumimoji="1" lang="ja-JP" altLang="en-US" dirty="0"/>
          </a:p>
        </p:txBody>
      </p:sp>
      <p:sp>
        <p:nvSpPr>
          <p:cNvPr id="4" name="スライド番号プレースホルダー 3"/>
          <p:cNvSpPr>
            <a:spLocks noGrp="1"/>
          </p:cNvSpPr>
          <p:nvPr>
            <p:ph type="sldNum" sz="quarter" idx="5"/>
          </p:nvPr>
        </p:nvSpPr>
        <p:spPr/>
        <p:txBody>
          <a:bodyPr/>
          <a:lstStyle/>
          <a:p>
            <a:fld id="{416045E5-AFD1-46E0-A4F4-20500A2F8F5F}" type="slidenum">
              <a:rPr kumimoji="1" lang="ja-JP" altLang="en-US" smtClean="0"/>
              <a:t>62</a:t>
            </a:fld>
            <a:endParaRPr kumimoji="1" lang="ja-JP" altLang="en-US"/>
          </a:p>
        </p:txBody>
      </p:sp>
    </p:spTree>
    <p:extLst>
      <p:ext uri="{BB962C8B-B14F-4D97-AF65-F5344CB8AC3E}">
        <p14:creationId xmlns:p14="http://schemas.microsoft.com/office/powerpoint/2010/main" val="889041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36AD6E-7F63-4C14-A031-53D1703433D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83F6FE6-FFD3-44CE-9496-4F57C0A7F4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A839528-3C26-421C-ACFF-E3663A4A00F5}"/>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5" name="フッター プレースホルダー 4">
            <a:extLst>
              <a:ext uri="{FF2B5EF4-FFF2-40B4-BE49-F238E27FC236}">
                <a16:creationId xmlns:a16="http://schemas.microsoft.com/office/drawing/2014/main" id="{3E258983-D70E-4450-85D9-BF625A2345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3F818D9-EDE7-4CF6-A382-343C14507465}"/>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1781198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303855-990D-4E84-917C-EE96D383C30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E4FDD67-392A-479C-A6BB-203212A3FD4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FB7160D-9D00-42D1-92BC-E495FA4481D4}"/>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5" name="フッター プレースホルダー 4">
            <a:extLst>
              <a:ext uri="{FF2B5EF4-FFF2-40B4-BE49-F238E27FC236}">
                <a16:creationId xmlns:a16="http://schemas.microsoft.com/office/drawing/2014/main" id="{059B7F01-6218-4A49-9E87-CE835A2A92A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2E1EB1-357F-49FE-B30B-78BAA935F6D1}"/>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341532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98830-C880-4A6B-8E7A-50D7FACCED1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3E52A7B-78BA-430C-8BE8-C084F00413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13CD23B-83A5-499E-AD6F-A716E2B26B98}"/>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5" name="フッター プレースホルダー 4">
            <a:extLst>
              <a:ext uri="{FF2B5EF4-FFF2-40B4-BE49-F238E27FC236}">
                <a16:creationId xmlns:a16="http://schemas.microsoft.com/office/drawing/2014/main" id="{D33F68AB-2281-427C-9E60-378B59307D1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E22EF8-6DCA-416A-9EC7-7CE55BADECD7}"/>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4094091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785C76-C29D-4D25-A46B-92E484E5B28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7B895B0-B7A7-4027-8AE0-1CDB1BDA6D6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88D6E58-8BAC-4825-9CAF-E1313F477BA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D0CFAE0-52BC-46F8-9520-979D63B29E61}"/>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6" name="フッター プレースホルダー 5">
            <a:extLst>
              <a:ext uri="{FF2B5EF4-FFF2-40B4-BE49-F238E27FC236}">
                <a16:creationId xmlns:a16="http://schemas.microsoft.com/office/drawing/2014/main" id="{C335901F-3B2A-4AEE-AD5D-7771C9ED3A9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08C1EB9-922E-42CE-A8AB-B6A8D3D9747D}"/>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370298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73C6A2-8EF7-4547-A7F6-689C8D83EE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271B16E-084A-4630-B8AC-9547104890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D8E07BF-FCCD-46F7-BAB9-383268FB94E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D9DC6D8-CD78-43E7-82BB-0DD74E6CE4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1C1A767-9862-4BA5-BD02-21E7DC216FD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EE3B5CA-5D08-4DE1-B7B3-47BD9B137485}"/>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8" name="フッター プレースホルダー 7">
            <a:extLst>
              <a:ext uri="{FF2B5EF4-FFF2-40B4-BE49-F238E27FC236}">
                <a16:creationId xmlns:a16="http://schemas.microsoft.com/office/drawing/2014/main" id="{61E8B6BD-98F8-423D-ADBF-1C287BBF2CF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FFF51C9-3D86-40A1-A86D-C955A341E521}"/>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4065337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E03024-91B9-4605-9209-F54E8609BA8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714278E-9C40-44C1-A067-632D13A25D02}"/>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4" name="フッター プレースホルダー 3">
            <a:extLst>
              <a:ext uri="{FF2B5EF4-FFF2-40B4-BE49-F238E27FC236}">
                <a16:creationId xmlns:a16="http://schemas.microsoft.com/office/drawing/2014/main" id="{F361616B-3C85-4B1E-AA20-8BD25E9DA14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2FE1BBC-D591-4B1D-B8A5-2E8457739447}"/>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4030753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7328875-6507-4D37-B408-C9B8CA9E90B8}"/>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3" name="フッター プレースホルダー 2">
            <a:extLst>
              <a:ext uri="{FF2B5EF4-FFF2-40B4-BE49-F238E27FC236}">
                <a16:creationId xmlns:a16="http://schemas.microsoft.com/office/drawing/2014/main" id="{33CAFFFA-E47B-4E8E-A956-22F9FE2DD2D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717B2F3-1919-4631-B5C7-A440D5F70E91}"/>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2508618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6226A0-E91E-4E4F-A474-C2B8A9F5192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980A75E-1AD1-4F60-97B7-50D73234CA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19A07FA-A857-4022-BF2C-FA983B5688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8640846-F7E5-43FC-9379-479AD5881739}"/>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6" name="フッター プレースホルダー 5">
            <a:extLst>
              <a:ext uri="{FF2B5EF4-FFF2-40B4-BE49-F238E27FC236}">
                <a16:creationId xmlns:a16="http://schemas.microsoft.com/office/drawing/2014/main" id="{A5C99AE5-62E6-4FE4-B56F-8C7E9A2108E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64EBB4C-7969-4766-87F5-1E046C795EC2}"/>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807591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604BA8-4966-417D-9471-D946CB4234F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81E785C-A0BC-4292-A56D-DB03CE56AC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D821DF1-0EF2-44F2-8734-FF6F0BC81D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27CD393-AFBF-4802-BB35-8A99095A4E2C}"/>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6" name="フッター プレースホルダー 5">
            <a:extLst>
              <a:ext uri="{FF2B5EF4-FFF2-40B4-BE49-F238E27FC236}">
                <a16:creationId xmlns:a16="http://schemas.microsoft.com/office/drawing/2014/main" id="{E2921645-BE1A-4739-B2CA-2F2CF663AD3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9372CC2-2482-477D-BCAE-FEB33B1A92D0}"/>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1742138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DFE3CB-00FD-4B1F-B21F-EF2467DAAD3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9CD8BB4-6A8D-4FC5-BF0C-6EAFD74625E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EA3F511-5AFE-4530-8AA4-44F830771F74}"/>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5" name="フッター プレースホルダー 4">
            <a:extLst>
              <a:ext uri="{FF2B5EF4-FFF2-40B4-BE49-F238E27FC236}">
                <a16:creationId xmlns:a16="http://schemas.microsoft.com/office/drawing/2014/main" id="{841005AC-4DBB-4B19-BB6F-C33394E90B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8CAD49-B6A1-4694-B3CF-57FE5D936349}"/>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3873947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936C6C9-433B-4A5E-BA16-E313CF38F6B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1FF53D3-F433-4585-B3BA-B27208D2E19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F85DB3A-CF2D-4CDE-BB71-6FE389EB42BD}"/>
              </a:ext>
            </a:extLst>
          </p:cNvPr>
          <p:cNvSpPr>
            <a:spLocks noGrp="1"/>
          </p:cNvSpPr>
          <p:nvPr>
            <p:ph type="dt" sz="half" idx="10"/>
          </p:nvPr>
        </p:nvSpPr>
        <p:spPr/>
        <p:txBody>
          <a:bodyPr/>
          <a:lstStyle/>
          <a:p>
            <a:fld id="{DCA11304-E0C5-408B-868E-16481B66ACD2}" type="datetimeFigureOut">
              <a:rPr kumimoji="1" lang="ja-JP" altLang="en-US" smtClean="0"/>
              <a:t>2024/11/5</a:t>
            </a:fld>
            <a:endParaRPr kumimoji="1" lang="ja-JP" altLang="en-US"/>
          </a:p>
        </p:txBody>
      </p:sp>
      <p:sp>
        <p:nvSpPr>
          <p:cNvPr id="5" name="フッター プレースホルダー 4">
            <a:extLst>
              <a:ext uri="{FF2B5EF4-FFF2-40B4-BE49-F238E27FC236}">
                <a16:creationId xmlns:a16="http://schemas.microsoft.com/office/drawing/2014/main" id="{29549208-C66F-4AC7-AFE1-005CDDEB874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6A938ED-F8B6-4FD7-82C0-03D77C06916E}"/>
              </a:ext>
            </a:extLst>
          </p:cNvPr>
          <p:cNvSpPr>
            <a:spLocks noGrp="1"/>
          </p:cNvSpPr>
          <p:nvPr>
            <p:ph type="sldNum" sz="quarter" idx="12"/>
          </p:nvPr>
        </p:nvSpPr>
        <p:spPr/>
        <p:txBody>
          <a:body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326607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933F8DF-557B-44B5-BED2-BCE4C4F4FE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5FB9CB2-9EAF-4628-BD2F-98BC808757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C2A0B94-662F-4151-A7DA-7A91F720E7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A11304-E0C5-408B-868E-16481B66ACD2}" type="datetimeFigureOut">
              <a:rPr kumimoji="1" lang="ja-JP" altLang="en-US" smtClean="0"/>
              <a:t>2024/11/5</a:t>
            </a:fld>
            <a:endParaRPr kumimoji="1" lang="ja-JP" altLang="en-US"/>
          </a:p>
        </p:txBody>
      </p:sp>
      <p:sp>
        <p:nvSpPr>
          <p:cNvPr id="5" name="フッター プレースホルダー 4">
            <a:extLst>
              <a:ext uri="{FF2B5EF4-FFF2-40B4-BE49-F238E27FC236}">
                <a16:creationId xmlns:a16="http://schemas.microsoft.com/office/drawing/2014/main" id="{F443010A-AD89-455C-A8E8-CE7A80739F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10B8663-1C47-4477-99CF-268D311808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C08C9C-717C-44CC-A7BB-44266311EF43}" type="slidenum">
              <a:rPr kumimoji="1" lang="ja-JP" altLang="en-US" smtClean="0"/>
              <a:t>‹#›</a:t>
            </a:fld>
            <a:endParaRPr kumimoji="1" lang="ja-JP" altLang="en-US"/>
          </a:p>
        </p:txBody>
      </p:sp>
    </p:spTree>
    <p:extLst>
      <p:ext uri="{BB962C8B-B14F-4D97-AF65-F5344CB8AC3E}">
        <p14:creationId xmlns:p14="http://schemas.microsoft.com/office/powerpoint/2010/main" val="2780193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266685&amp;picture=idea-thinking-woman-confidenc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publicdomainpictures.net/en/view-image.php?image=266685&amp;picture=idea-thinking-woman-confidenc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3.png"/><Relationship Id="rId4" Type="http://schemas.openxmlformats.org/officeDocument/2006/relationships/hyperlink" Target="http://itami.info/blog/art/story-board-sheets.html" TargetMode="Externa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hyperlink" Target="https://pixabay.com/ja/%E3%82%B4%E3%83%9F%E7%AE%B1-%E5%BB%83%E6%A3%84%E7%89%A9%E3%81%AE%E3%83%90%E3%82%B9%E3%82%B1%E3%83%83%E3%83%88-%E7%A9%BA-%E7%AE%B1-%E3%82%B3%E3%83%B3%E3%83%86%E3%83%8A-%E9%87%91%E5%B1%9E-%E3%82%A2%E3%83%AB%E3%83%9F%E3%83%8B%E3%82%A6%E3%83%A0-23653/"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hyperlink" Target="https://pixabay.com/ja/%E3%82%84%E3%82%8A%E7%9B%B4%E3%81%97-%E3%82%B7%E3%83%B3%E3%83%9C%E3%83%AB-%E7%9F%A2%E5%8D%B0-%E9%9D%92-%E5%8F%B3-%E6%9B%B2%E7%B7%9A-%E6%9B%B2%E3%81%92-%E6%99%82%E8%A8%88%E5%9B%9E%E3%82%8A-41178/" TargetMode="External"/><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4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13.jpe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hyperlink" Target="https://pixabay.com/ja/%E7%9B%A3%E8%A6%96-%E7%94%BB%E9%9D%A2-%E3%83%87%E3%82%A3%E3%82%B9%E3%83%97%E3%83%AC%E3%82%A4-%E3%83%86%E3%83%AC%E3%83%93-%E3%82%B3%E3%83%B3%E3%83%94%E3%83%A5%E3%83%BC%E3%82%BF-155565/" TargetMode="External"/><Relationship Id="rId4" Type="http://schemas.openxmlformats.org/officeDocument/2006/relationships/image" Target="../media/image11.png"/><Relationship Id="rId9" Type="http://schemas.openxmlformats.org/officeDocument/2006/relationships/hyperlink" Target="https://pixabay.com/ja/%E3%82%84%E3%82%8A%E7%9B%B4%E3%81%97-%E3%82%B7%E3%83%B3%E3%83%9C%E3%83%AB-%E7%9F%A2%E5%8D%B0-%E9%9D%92-%E5%8F%B3-%E6%9B%B2%E7%B7%9A-%E6%9B%B2%E3%81%92-%E6%99%82%E8%A8%88%E5%9B%9E%E3%82%8A-41178/" TargetMode="Externa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hyperlink" Target="https://pixabay.com/ja/vectors/%E3%83%93%E3%82%B8%E3%83%8D%E3%82%B9%E3%81%AE%E7%94%B7%E6%80%A7-%E7%94%B7-%E3%83%8D%E3%82%AF%E3%82%BF%E3%82%A4-147093/" TargetMode="External"/></Relationships>
</file>

<file path=ppt/slides/_rels/slide5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hyperlink" Target="https://pixabay.com/en/business-man-silhouette-suit-2103078/" TargetMode="External"/></Relationships>
</file>

<file path=ppt/slides/_rels/slide60.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hyperlink" Target="https://pixabay.com/en/business-man-silhouette-suit-2103078/" TargetMode="External"/></Relationships>
</file>

<file path=ppt/slides/_rels/slide6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hyperlink" Target="https://pixabay.com/en/business-man-silhouette-suit-2103078/" TargetMode="Externa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7E130D-FC85-4160-9E2C-6AA9FAB12450}"/>
              </a:ext>
            </a:extLst>
          </p:cNvPr>
          <p:cNvSpPr>
            <a:spLocks noGrp="1"/>
          </p:cNvSpPr>
          <p:nvPr>
            <p:ph type="ctrTitle"/>
          </p:nvPr>
        </p:nvSpPr>
        <p:spPr/>
        <p:txBody>
          <a:bodyPr/>
          <a:lstStyle/>
          <a:p>
            <a:r>
              <a:rPr lang="en-US" altLang="ja-JP" dirty="0"/>
              <a:t>JS2B 02 </a:t>
            </a:r>
            <a:r>
              <a:rPr lang="ja-JP" altLang="en-US" dirty="0"/>
              <a:t>エビ本舗</a:t>
            </a:r>
            <a:endParaRPr kumimoji="1" lang="ja-JP" altLang="en-US" dirty="0"/>
          </a:p>
        </p:txBody>
      </p:sp>
      <p:sp>
        <p:nvSpPr>
          <p:cNvPr id="3" name="字幕 2">
            <a:extLst>
              <a:ext uri="{FF2B5EF4-FFF2-40B4-BE49-F238E27FC236}">
                <a16:creationId xmlns:a16="http://schemas.microsoft.com/office/drawing/2014/main" id="{48F13E85-E880-40CA-B767-0605BBC2CAC6}"/>
              </a:ext>
            </a:extLst>
          </p:cNvPr>
          <p:cNvSpPr>
            <a:spLocks noGrp="1"/>
          </p:cNvSpPr>
          <p:nvPr>
            <p:ph type="subTitle" idx="1"/>
          </p:nvPr>
        </p:nvSpPr>
        <p:spPr/>
        <p:txBody>
          <a:bodyPr/>
          <a:lstStyle/>
          <a:p>
            <a:r>
              <a:rPr kumimoji="1" lang="ja-JP" altLang="en-US" dirty="0"/>
              <a:t>一栁勇太　及川大地　柿崎夢柘希　笠松泰地</a:t>
            </a:r>
            <a:br>
              <a:rPr kumimoji="1" lang="en-US" altLang="ja-JP" dirty="0"/>
            </a:br>
            <a:r>
              <a:rPr kumimoji="1" lang="ja-JP" altLang="en-US" dirty="0"/>
              <a:t>佐藤海斗　廣田晴　増子鼓太郎　水上紫陽</a:t>
            </a:r>
          </a:p>
        </p:txBody>
      </p:sp>
    </p:spTree>
    <p:extLst>
      <p:ext uri="{BB962C8B-B14F-4D97-AF65-F5344CB8AC3E}">
        <p14:creationId xmlns:p14="http://schemas.microsoft.com/office/powerpoint/2010/main" val="2175529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67033F-47FE-44BD-99D6-21AF42D3772B}"/>
              </a:ext>
            </a:extLst>
          </p:cNvPr>
          <p:cNvSpPr>
            <a:spLocks noGrp="1"/>
          </p:cNvSpPr>
          <p:nvPr>
            <p:ph type="title"/>
          </p:nvPr>
        </p:nvSpPr>
        <p:spPr/>
        <p:txBody>
          <a:bodyPr>
            <a:normAutofit/>
          </a:bodyPr>
          <a:lstStyle/>
          <a:p>
            <a:pPr algn="ctr"/>
            <a:r>
              <a:rPr kumimoji="1" lang="ja-JP" altLang="en-US" sz="6000" b="1" dirty="0"/>
              <a:t>目次</a:t>
            </a:r>
          </a:p>
        </p:txBody>
      </p:sp>
      <p:sp>
        <p:nvSpPr>
          <p:cNvPr id="3" name="コンテンツ プレースホルダー 2">
            <a:extLst>
              <a:ext uri="{FF2B5EF4-FFF2-40B4-BE49-F238E27FC236}">
                <a16:creationId xmlns:a16="http://schemas.microsoft.com/office/drawing/2014/main" id="{1E2AFFE6-5E68-4C5B-B571-07C1DF7F8563}"/>
              </a:ext>
            </a:extLst>
          </p:cNvPr>
          <p:cNvSpPr>
            <a:spLocks noGrp="1"/>
          </p:cNvSpPr>
          <p:nvPr>
            <p:ph idx="1"/>
          </p:nvPr>
        </p:nvSpPr>
        <p:spPr/>
        <p:txBody>
          <a:bodyPr>
            <a:normAutofit fontScale="92500" lnSpcReduction="20000"/>
          </a:bodyPr>
          <a:lstStyle/>
          <a:p>
            <a:pPr marL="514350" indent="-514350">
              <a:buFont typeface="+mj-lt"/>
              <a:buAutoNum type="arabicPeriod"/>
            </a:pPr>
            <a:r>
              <a:rPr kumimoji="1" lang="ja-JP" altLang="en-US" dirty="0"/>
              <a:t>テーマ</a:t>
            </a:r>
            <a:endParaRPr kumimoji="1" lang="en-US" altLang="ja-JP" dirty="0"/>
          </a:p>
          <a:p>
            <a:pPr marL="514350" indent="-514350">
              <a:buFont typeface="+mj-lt"/>
              <a:buAutoNum type="arabicPeriod"/>
            </a:pPr>
            <a:r>
              <a:rPr kumimoji="1" lang="ja-JP" altLang="en-US" dirty="0"/>
              <a:t>機能と画面イメージ</a:t>
            </a:r>
            <a:endParaRPr kumimoji="1" lang="en-US" altLang="ja-JP" dirty="0"/>
          </a:p>
          <a:p>
            <a:pPr marL="514350" indent="-514350">
              <a:buFont typeface="+mj-lt"/>
              <a:buAutoNum type="arabicPeriod"/>
            </a:pPr>
            <a:r>
              <a:rPr kumimoji="1" lang="ja-JP" altLang="en-US" dirty="0"/>
              <a:t>具体的な利用例</a:t>
            </a:r>
            <a:endParaRPr kumimoji="1" lang="en-US" altLang="ja-JP" dirty="0"/>
          </a:p>
          <a:p>
            <a:pPr marL="514350" indent="-514350">
              <a:buFont typeface="+mj-lt"/>
              <a:buAutoNum type="arabicPeriod"/>
            </a:pPr>
            <a:r>
              <a:rPr lang="ja-JP" altLang="en-US" dirty="0"/>
              <a:t>セールスポイント</a:t>
            </a:r>
            <a:endParaRPr lang="en-US" altLang="ja-JP" dirty="0"/>
          </a:p>
          <a:p>
            <a:pPr marL="514350" indent="-514350">
              <a:buFont typeface="+mj-lt"/>
              <a:buAutoNum type="arabicPeriod"/>
            </a:pPr>
            <a:r>
              <a:rPr kumimoji="1" lang="ja-JP" altLang="en-US" dirty="0"/>
              <a:t>システム構成図</a:t>
            </a:r>
            <a:endParaRPr kumimoji="1" lang="en-US" altLang="ja-JP" dirty="0"/>
          </a:p>
          <a:p>
            <a:pPr marL="514350" indent="-514350">
              <a:buFont typeface="+mj-lt"/>
              <a:buAutoNum type="arabicPeriod"/>
            </a:pPr>
            <a:r>
              <a:rPr lang="ja-JP" altLang="en-US" dirty="0"/>
              <a:t>使用技術</a:t>
            </a:r>
            <a:endParaRPr lang="en-US" altLang="ja-JP" dirty="0"/>
          </a:p>
          <a:p>
            <a:pPr marL="514350" indent="-514350">
              <a:buFont typeface="+mj-lt"/>
              <a:buAutoNum type="arabicPeriod"/>
            </a:pPr>
            <a:r>
              <a:rPr kumimoji="1" lang="ja-JP" altLang="en-US" dirty="0"/>
              <a:t>スケジュール</a:t>
            </a:r>
            <a:endParaRPr kumimoji="1" lang="en-US" altLang="ja-JP" dirty="0"/>
          </a:p>
          <a:p>
            <a:pPr marL="514350" indent="-514350">
              <a:buFont typeface="+mj-lt"/>
              <a:buAutoNum type="arabicPeriod"/>
            </a:pPr>
            <a:r>
              <a:rPr lang="ja-JP" altLang="en-US" dirty="0"/>
              <a:t>コスト</a:t>
            </a:r>
            <a:endParaRPr lang="en-US" altLang="ja-JP" dirty="0"/>
          </a:p>
          <a:p>
            <a:pPr marL="514350" indent="-514350">
              <a:buFont typeface="+mj-lt"/>
              <a:buAutoNum type="arabicPeriod"/>
            </a:pPr>
            <a:r>
              <a:rPr kumimoji="1" lang="ja-JP" altLang="en-US" dirty="0"/>
              <a:t>役割表</a:t>
            </a:r>
            <a:endParaRPr kumimoji="1" lang="en-US" altLang="ja-JP" dirty="0"/>
          </a:p>
          <a:p>
            <a:pPr marL="514350" indent="-514350">
              <a:buFont typeface="+mj-lt"/>
              <a:buAutoNum type="arabicPeriod"/>
            </a:pPr>
            <a:r>
              <a:rPr lang="ja-JP" altLang="en-US" dirty="0"/>
              <a:t>リスクと対策</a:t>
            </a:r>
            <a:endParaRPr kumimoji="1" lang="ja-JP" altLang="en-US" dirty="0"/>
          </a:p>
        </p:txBody>
      </p:sp>
    </p:spTree>
    <p:extLst>
      <p:ext uri="{BB962C8B-B14F-4D97-AF65-F5344CB8AC3E}">
        <p14:creationId xmlns:p14="http://schemas.microsoft.com/office/powerpoint/2010/main" val="2600365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2698441-5CCE-D877-0BB3-6955CBA76848}"/>
              </a:ext>
            </a:extLst>
          </p:cNvPr>
          <p:cNvSpPr>
            <a:spLocks noGrp="1"/>
          </p:cNvSpPr>
          <p:nvPr>
            <p:ph type="title"/>
          </p:nvPr>
        </p:nvSpPr>
        <p:spPr/>
        <p:txBody>
          <a:bodyPr>
            <a:normAutofit/>
          </a:bodyPr>
          <a:lstStyle/>
          <a:p>
            <a:pPr marL="1143000" indent="-1143000">
              <a:buFont typeface="+mj-lt"/>
              <a:buAutoNum type="arabicPeriod"/>
            </a:pPr>
            <a:r>
              <a:rPr kumimoji="1" lang="ja-JP" altLang="en-US" sz="6000" dirty="0"/>
              <a:t>テーマ</a:t>
            </a:r>
            <a:endParaRPr lang="ja-JP" altLang="en-US" sz="6000" dirty="0"/>
          </a:p>
        </p:txBody>
      </p:sp>
      <p:sp>
        <p:nvSpPr>
          <p:cNvPr id="5" name="コンテンツ プレースホルダー 4">
            <a:extLst>
              <a:ext uri="{FF2B5EF4-FFF2-40B4-BE49-F238E27FC236}">
                <a16:creationId xmlns:a16="http://schemas.microsoft.com/office/drawing/2014/main" id="{D7CB5D8D-C0A6-E71B-910E-A52C97E86FF4}"/>
              </a:ext>
            </a:extLst>
          </p:cNvPr>
          <p:cNvSpPr>
            <a:spLocks noGrp="1"/>
          </p:cNvSpPr>
          <p:nvPr>
            <p:ph idx="1"/>
          </p:nvPr>
        </p:nvSpPr>
        <p:spPr>
          <a:xfrm>
            <a:off x="838200" y="2292879"/>
            <a:ext cx="10515600" cy="2272242"/>
          </a:xfrm>
        </p:spPr>
        <p:txBody>
          <a:bodyPr>
            <a:normAutofit lnSpcReduction="10000"/>
          </a:bodyPr>
          <a:lstStyle/>
          <a:p>
            <a:pPr marL="0" indent="0">
              <a:buNone/>
            </a:pPr>
            <a:r>
              <a:rPr lang="ja-JP" altLang="ja-JP" sz="5400" b="1" kern="100" dirty="0">
                <a:solidFill>
                  <a:srgbClr val="FF0000"/>
                </a:solidFill>
                <a:effectLst/>
                <a:latin typeface="游明朝" panose="02020400000000000000" pitchFamily="18" charset="-128"/>
                <a:ea typeface="游明朝" panose="02020400000000000000" pitchFamily="18" charset="-128"/>
                <a:cs typeface="Times New Roman" panose="02020603050405020304" pitchFamily="18" charset="0"/>
              </a:rPr>
              <a:t>汎用的施設管理システム</a:t>
            </a:r>
            <a:r>
              <a:rPr lang="ja-JP" altLang="ja-JP" sz="44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と</a:t>
            </a:r>
            <a:endParaRPr lang="en-US" altLang="ja-JP" sz="44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marL="0" indent="0" algn="ctr">
              <a:buNone/>
            </a:pPr>
            <a:r>
              <a:rPr lang="ja-JP" altLang="ja-JP" sz="44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デジタルサイネージによる</a:t>
            </a:r>
            <a:endParaRPr lang="en-US" altLang="ja-JP" sz="44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marL="0" indent="0" algn="r">
              <a:buNone/>
            </a:pPr>
            <a:r>
              <a:rPr lang="ja-JP" altLang="ja-JP" sz="5400" b="1" kern="100" dirty="0">
                <a:solidFill>
                  <a:srgbClr val="FF0000"/>
                </a:solidFill>
                <a:effectLst/>
                <a:latin typeface="游明朝" panose="02020400000000000000" pitchFamily="18" charset="-128"/>
                <a:ea typeface="游明朝" panose="02020400000000000000" pitchFamily="18" charset="-128"/>
                <a:cs typeface="Times New Roman" panose="02020603050405020304" pitchFamily="18" charset="0"/>
              </a:rPr>
              <a:t>情報表示システム</a:t>
            </a:r>
            <a:r>
              <a:rPr lang="ja-JP" altLang="ja-JP" sz="44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の作成</a:t>
            </a:r>
          </a:p>
          <a:p>
            <a:pPr marL="0" indent="0">
              <a:buNone/>
            </a:pPr>
            <a:endParaRPr lang="ja-JP" altLang="en-US" dirty="0"/>
          </a:p>
        </p:txBody>
      </p:sp>
    </p:spTree>
    <p:extLst>
      <p:ext uri="{BB962C8B-B14F-4D97-AF65-F5344CB8AC3E}">
        <p14:creationId xmlns:p14="http://schemas.microsoft.com/office/powerpoint/2010/main" val="369955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6378352-870B-9627-AA7C-4EA1144EF80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683057" y="3429000"/>
            <a:ext cx="4263353" cy="2848695"/>
          </a:xfrm>
          <a:prstGeom prst="rect">
            <a:avLst/>
          </a:prstGeom>
        </p:spPr>
      </p:pic>
      <p:sp>
        <p:nvSpPr>
          <p:cNvPr id="2" name="タイトル 1">
            <a:extLst>
              <a:ext uri="{FF2B5EF4-FFF2-40B4-BE49-F238E27FC236}">
                <a16:creationId xmlns:a16="http://schemas.microsoft.com/office/drawing/2014/main" id="{9986BC74-BE8D-B81E-3E61-5EB31443489F}"/>
              </a:ext>
            </a:extLst>
          </p:cNvPr>
          <p:cNvSpPr>
            <a:spLocks noGrp="1"/>
          </p:cNvSpPr>
          <p:nvPr>
            <p:ph type="title"/>
          </p:nvPr>
        </p:nvSpPr>
        <p:spPr/>
        <p:txBody>
          <a:bodyPr/>
          <a:lstStyle/>
          <a:p>
            <a:r>
              <a:rPr kumimoji="1" lang="ja-JP" altLang="en-US" dirty="0"/>
              <a:t>テーマ背景</a:t>
            </a:r>
          </a:p>
        </p:txBody>
      </p:sp>
      <p:sp>
        <p:nvSpPr>
          <p:cNvPr id="3" name="コンテンツ プレースホルダー 2">
            <a:extLst>
              <a:ext uri="{FF2B5EF4-FFF2-40B4-BE49-F238E27FC236}">
                <a16:creationId xmlns:a16="http://schemas.microsoft.com/office/drawing/2014/main" id="{0BA7527D-1F84-6510-D935-7C9B75791F71}"/>
              </a:ext>
            </a:extLst>
          </p:cNvPr>
          <p:cNvSpPr>
            <a:spLocks noGrp="1"/>
          </p:cNvSpPr>
          <p:nvPr>
            <p:ph idx="1"/>
          </p:nvPr>
        </p:nvSpPr>
        <p:spPr/>
        <p:txBody>
          <a:bodyPr>
            <a:normAutofit lnSpcReduction="10000"/>
          </a:bodyPr>
          <a:lstStyle/>
          <a:p>
            <a:pPr marL="0" indent="0">
              <a:buNone/>
            </a:pPr>
            <a:r>
              <a:rPr kumimoji="1" lang="ja-JP" altLang="en-US" dirty="0"/>
              <a:t>部屋の予約が必要な施設を利用する場合</a:t>
            </a:r>
            <a:endParaRPr kumimoji="1" lang="en-US" altLang="ja-JP" dirty="0"/>
          </a:p>
          <a:p>
            <a:pPr marL="0" indent="0">
              <a:buNone/>
            </a:pPr>
            <a:r>
              <a:rPr lang="ja-JP" altLang="en-US" sz="6000" b="1" dirty="0"/>
              <a:t>　　↓</a:t>
            </a:r>
            <a:endParaRPr lang="en-US" altLang="ja-JP" sz="6000" b="1" dirty="0"/>
          </a:p>
          <a:p>
            <a:pPr marL="0" indent="0">
              <a:buNone/>
            </a:pPr>
            <a:r>
              <a:rPr lang="ja-JP" altLang="en-US" dirty="0"/>
              <a:t>今日の</a:t>
            </a:r>
            <a:r>
              <a:rPr lang="en-US" altLang="ja-JP" b="1" dirty="0">
                <a:solidFill>
                  <a:srgbClr val="FF0000"/>
                </a:solidFill>
              </a:rPr>
              <a:t>14</a:t>
            </a:r>
            <a:r>
              <a:rPr lang="ja-JP" altLang="en-US" b="1" dirty="0">
                <a:solidFill>
                  <a:srgbClr val="FF0000"/>
                </a:solidFill>
              </a:rPr>
              <a:t>時</a:t>
            </a:r>
            <a:r>
              <a:rPr lang="ja-JP" altLang="en-US" dirty="0"/>
              <a:t>に</a:t>
            </a:r>
            <a:endParaRPr lang="en-US" altLang="ja-JP" dirty="0"/>
          </a:p>
          <a:p>
            <a:pPr marL="0" indent="0">
              <a:buNone/>
            </a:pPr>
            <a:r>
              <a:rPr lang="ja-JP" altLang="en-US" dirty="0"/>
              <a:t>施設のある部屋を利用したいが</a:t>
            </a:r>
            <a:r>
              <a:rPr lang="en-US" altLang="ja-JP" dirty="0"/>
              <a:t>…</a:t>
            </a:r>
          </a:p>
          <a:p>
            <a:pPr marL="0" indent="0">
              <a:buNone/>
            </a:pPr>
            <a:r>
              <a:rPr lang="ja-JP" altLang="en-US" dirty="0"/>
              <a:t>空きがあるかが分からない</a:t>
            </a:r>
            <a:endParaRPr lang="en-US" altLang="ja-JP" b="1" dirty="0"/>
          </a:p>
          <a:p>
            <a:pPr marL="0" indent="0">
              <a:buNone/>
            </a:pPr>
            <a:r>
              <a:rPr lang="ja-JP" altLang="en-US" sz="6000" b="1" dirty="0"/>
              <a:t>　　↓</a:t>
            </a:r>
            <a:endParaRPr lang="en-US" altLang="ja-JP" sz="6000" b="1" dirty="0"/>
          </a:p>
          <a:p>
            <a:pPr marL="0" indent="0">
              <a:buNone/>
            </a:pPr>
            <a:r>
              <a:rPr kumimoji="1" lang="ja-JP" altLang="en-US" dirty="0"/>
              <a:t>施設の管理者に問い合わせる必要がある</a:t>
            </a:r>
            <a:endParaRPr kumimoji="1" lang="en-US" altLang="ja-JP" dirty="0"/>
          </a:p>
          <a:p>
            <a:pPr marL="0" indent="0">
              <a:buNone/>
            </a:pPr>
            <a:endParaRPr lang="en-US" altLang="ja-JP" dirty="0"/>
          </a:p>
        </p:txBody>
      </p:sp>
      <p:sp>
        <p:nvSpPr>
          <p:cNvPr id="5" name="思考の吹き出し: 雲形 4">
            <a:extLst>
              <a:ext uri="{FF2B5EF4-FFF2-40B4-BE49-F238E27FC236}">
                <a16:creationId xmlns:a16="http://schemas.microsoft.com/office/drawing/2014/main" id="{C0133E97-6083-3E0D-49EB-ED11BC069D0F}"/>
              </a:ext>
            </a:extLst>
          </p:cNvPr>
          <p:cNvSpPr/>
          <p:nvPr/>
        </p:nvSpPr>
        <p:spPr>
          <a:xfrm>
            <a:off x="8044295" y="580305"/>
            <a:ext cx="4013200" cy="3302000"/>
          </a:xfrm>
          <a:prstGeom prst="cloud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ja-JP" altLang="en-US" sz="2400" b="1" dirty="0"/>
              <a:t>会議室</a:t>
            </a:r>
            <a:r>
              <a:rPr kumimoji="1" lang="ja-JP" altLang="en-US" sz="2400" b="1" dirty="0"/>
              <a:t>を利用したいけど</a:t>
            </a:r>
            <a:r>
              <a:rPr kumimoji="1" lang="en-US" altLang="ja-JP" sz="2400" b="1" dirty="0"/>
              <a:t>…</a:t>
            </a:r>
            <a:r>
              <a:rPr kumimoji="1" lang="ja-JP" altLang="en-US" sz="2400" b="1" dirty="0"/>
              <a:t>今日の予約状況はどうなっているかな？</a:t>
            </a:r>
          </a:p>
        </p:txBody>
      </p:sp>
    </p:spTree>
    <p:extLst>
      <p:ext uri="{BB962C8B-B14F-4D97-AF65-F5344CB8AC3E}">
        <p14:creationId xmlns:p14="http://schemas.microsoft.com/office/powerpoint/2010/main" val="3550760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BABA82-1FBC-DFFF-3746-838A2C68125D}"/>
              </a:ext>
            </a:extLst>
          </p:cNvPr>
          <p:cNvSpPr>
            <a:spLocks noGrp="1"/>
          </p:cNvSpPr>
          <p:nvPr>
            <p:ph type="title"/>
          </p:nvPr>
        </p:nvSpPr>
        <p:spPr/>
        <p:txBody>
          <a:bodyPr/>
          <a:lstStyle/>
          <a:p>
            <a:r>
              <a:rPr kumimoji="1" lang="ja-JP" altLang="en-US" dirty="0"/>
              <a:t>テーマ背景</a:t>
            </a:r>
          </a:p>
        </p:txBody>
      </p:sp>
      <p:pic>
        <p:nvPicPr>
          <p:cNvPr id="10" name="コンテンツ プレースホルダー 9">
            <a:extLst>
              <a:ext uri="{FF2B5EF4-FFF2-40B4-BE49-F238E27FC236}">
                <a16:creationId xmlns:a16="http://schemas.microsoft.com/office/drawing/2014/main" id="{842137B8-2321-D3D9-AE8D-90421BB01178}"/>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933232" y="2536046"/>
            <a:ext cx="1986835" cy="1483984"/>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11" name="Picture 4" descr="受付イラスト（jpeg)：イラスト無料">
            <a:extLst>
              <a:ext uri="{FF2B5EF4-FFF2-40B4-BE49-F238E27FC236}">
                <a16:creationId xmlns:a16="http://schemas.microsoft.com/office/drawing/2014/main" id="{136B5BA7-FCDD-37F2-7F02-136883ACDC5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20" t="10022" r="8485" b="9052"/>
          <a:stretch/>
        </p:blipFill>
        <p:spPr bwMode="auto">
          <a:xfrm>
            <a:off x="1817553" y="4321954"/>
            <a:ext cx="2363891" cy="2170921"/>
          </a:xfrm>
          <a:prstGeom prst="rect">
            <a:avLst/>
          </a:prstGeom>
          <a:noFill/>
          <a:extLst>
            <a:ext uri="{909E8E84-426E-40DD-AFC4-6F175D3DCCD1}">
              <a14:hiddenFill xmlns:a14="http://schemas.microsoft.com/office/drawing/2010/main">
                <a:solidFill>
                  <a:srgbClr val="FFFFFF"/>
                </a:solidFill>
              </a14:hiddenFill>
            </a:ext>
          </a:extLst>
        </p:spPr>
      </p:pic>
      <p:pic>
        <p:nvPicPr>
          <p:cNvPr id="12" name="図 11">
            <a:extLst>
              <a:ext uri="{FF2B5EF4-FFF2-40B4-BE49-F238E27FC236}">
                <a16:creationId xmlns:a16="http://schemas.microsoft.com/office/drawing/2014/main" id="{56DE838C-FDB4-63CE-0240-D9DD84493B79}"/>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5683057" y="3429000"/>
            <a:ext cx="4263353" cy="2848695"/>
          </a:xfrm>
          <a:prstGeom prst="rect">
            <a:avLst/>
          </a:prstGeom>
        </p:spPr>
      </p:pic>
      <p:sp>
        <p:nvSpPr>
          <p:cNvPr id="13" name="思考の吹き出し: 雲形 12">
            <a:extLst>
              <a:ext uri="{FF2B5EF4-FFF2-40B4-BE49-F238E27FC236}">
                <a16:creationId xmlns:a16="http://schemas.microsoft.com/office/drawing/2014/main" id="{D7337996-42AB-D001-8974-1FF53B13B675}"/>
              </a:ext>
            </a:extLst>
          </p:cNvPr>
          <p:cNvSpPr/>
          <p:nvPr/>
        </p:nvSpPr>
        <p:spPr>
          <a:xfrm>
            <a:off x="8044295" y="580305"/>
            <a:ext cx="4013200" cy="3302000"/>
          </a:xfrm>
          <a:prstGeom prst="cloud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sz="2400" b="1" dirty="0">
                <a:solidFill>
                  <a:srgbClr val="FF0000"/>
                </a:solidFill>
              </a:rPr>
              <a:t>14</a:t>
            </a:r>
            <a:r>
              <a:rPr kumimoji="1" lang="ja-JP" altLang="en-US" sz="2400" b="1" dirty="0">
                <a:solidFill>
                  <a:srgbClr val="FF0000"/>
                </a:solidFill>
              </a:rPr>
              <a:t>時</a:t>
            </a:r>
            <a:r>
              <a:rPr kumimoji="1" lang="ja-JP" altLang="en-US" sz="2400" b="1" dirty="0"/>
              <a:t>からは会議室を利用されているな</a:t>
            </a:r>
          </a:p>
        </p:txBody>
      </p:sp>
      <p:sp>
        <p:nvSpPr>
          <p:cNvPr id="14" name="矢印: 下 13">
            <a:extLst>
              <a:ext uri="{FF2B5EF4-FFF2-40B4-BE49-F238E27FC236}">
                <a16:creationId xmlns:a16="http://schemas.microsoft.com/office/drawing/2014/main" id="{BA2FF07F-D10E-EF17-150F-3ED2B2BEC65D}"/>
              </a:ext>
            </a:extLst>
          </p:cNvPr>
          <p:cNvSpPr/>
          <p:nvPr/>
        </p:nvSpPr>
        <p:spPr>
          <a:xfrm rot="5943399">
            <a:off x="5756303" y="2085289"/>
            <a:ext cx="203285" cy="3427736"/>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0E4C6C3A-46A9-AA1F-F4D7-1B5817E50CE7}"/>
              </a:ext>
            </a:extLst>
          </p:cNvPr>
          <p:cNvSpPr txBox="1"/>
          <p:nvPr/>
        </p:nvSpPr>
        <p:spPr>
          <a:xfrm>
            <a:off x="4147706" y="2967335"/>
            <a:ext cx="4013200" cy="461665"/>
          </a:xfrm>
          <a:prstGeom prst="rect">
            <a:avLst/>
          </a:prstGeom>
          <a:noFill/>
        </p:spPr>
        <p:txBody>
          <a:bodyPr wrap="square" rtlCol="0">
            <a:spAutoFit/>
          </a:bodyPr>
          <a:lstStyle/>
          <a:p>
            <a:r>
              <a:rPr kumimoji="1" lang="ja-JP" altLang="en-US" sz="2400" b="1" dirty="0"/>
              <a:t>視覚的に施設の状況を把握</a:t>
            </a:r>
          </a:p>
        </p:txBody>
      </p:sp>
      <p:sp>
        <p:nvSpPr>
          <p:cNvPr id="16" name="テキスト ボックス 15">
            <a:extLst>
              <a:ext uri="{FF2B5EF4-FFF2-40B4-BE49-F238E27FC236}">
                <a16:creationId xmlns:a16="http://schemas.microsoft.com/office/drawing/2014/main" id="{5B6B66A6-E035-A95A-F995-B5D760DD630A}"/>
              </a:ext>
            </a:extLst>
          </p:cNvPr>
          <p:cNvSpPr txBox="1"/>
          <p:nvPr/>
        </p:nvSpPr>
        <p:spPr>
          <a:xfrm>
            <a:off x="1933232" y="2996865"/>
            <a:ext cx="2294467" cy="584775"/>
          </a:xfrm>
          <a:prstGeom prst="rect">
            <a:avLst/>
          </a:prstGeom>
          <a:noFill/>
        </p:spPr>
        <p:txBody>
          <a:bodyPr wrap="square" rtlCol="0">
            <a:spAutoFit/>
          </a:bodyPr>
          <a:lstStyle/>
          <a:p>
            <a:r>
              <a:rPr kumimoji="1" lang="ja-JP" altLang="en-US" sz="1600" b="1" dirty="0">
                <a:solidFill>
                  <a:srgbClr val="FF0000"/>
                </a:solidFill>
              </a:rPr>
              <a:t>デジタルサイネージ</a:t>
            </a:r>
            <a:br>
              <a:rPr kumimoji="1" lang="en-US" altLang="ja-JP" sz="1600" b="1" dirty="0">
                <a:solidFill>
                  <a:srgbClr val="FF0000"/>
                </a:solidFill>
              </a:rPr>
            </a:br>
            <a:r>
              <a:rPr kumimoji="1" lang="en-US" altLang="ja-JP" sz="1600" b="1" dirty="0">
                <a:solidFill>
                  <a:srgbClr val="FF0000"/>
                </a:solidFill>
              </a:rPr>
              <a:t>(</a:t>
            </a:r>
            <a:r>
              <a:rPr kumimoji="1" lang="ja-JP" altLang="en-US" sz="1600" b="1" dirty="0">
                <a:solidFill>
                  <a:srgbClr val="FF0000"/>
                </a:solidFill>
              </a:rPr>
              <a:t>一日の予定を表示</a:t>
            </a:r>
            <a:r>
              <a:rPr kumimoji="1" lang="en-US" altLang="ja-JP" sz="1600" b="1" dirty="0">
                <a:solidFill>
                  <a:srgbClr val="FF0000"/>
                </a:solidFill>
              </a:rPr>
              <a:t>)</a:t>
            </a:r>
            <a:endParaRPr kumimoji="1" lang="ja-JP" altLang="en-US" sz="1600" b="1" dirty="0">
              <a:solidFill>
                <a:srgbClr val="FF0000"/>
              </a:solidFill>
            </a:endParaRPr>
          </a:p>
        </p:txBody>
      </p:sp>
    </p:spTree>
    <p:extLst>
      <p:ext uri="{BB962C8B-B14F-4D97-AF65-F5344CB8AC3E}">
        <p14:creationId xmlns:p14="http://schemas.microsoft.com/office/powerpoint/2010/main" val="4242684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EFD030-7F1D-B80D-720B-E88B06F51937}"/>
              </a:ext>
            </a:extLst>
          </p:cNvPr>
          <p:cNvSpPr>
            <a:spLocks noGrp="1"/>
          </p:cNvSpPr>
          <p:nvPr>
            <p:ph type="title"/>
          </p:nvPr>
        </p:nvSpPr>
        <p:spPr/>
        <p:txBody>
          <a:bodyPr/>
          <a:lstStyle/>
          <a:p>
            <a:r>
              <a:rPr lang="ja-JP" altLang="en-US" dirty="0"/>
              <a:t>テーマ背景</a:t>
            </a:r>
            <a:endParaRPr kumimoji="1" lang="ja-JP" altLang="en-US" dirty="0"/>
          </a:p>
        </p:txBody>
      </p:sp>
      <p:graphicFrame>
        <p:nvGraphicFramePr>
          <p:cNvPr id="4" name="コンテンツ プレースホルダー 3">
            <a:extLst>
              <a:ext uri="{FF2B5EF4-FFF2-40B4-BE49-F238E27FC236}">
                <a16:creationId xmlns:a16="http://schemas.microsoft.com/office/drawing/2014/main" id="{E6B047BB-9A3F-8624-5412-8EC15B483A57}"/>
              </a:ext>
            </a:extLst>
          </p:cNvPr>
          <p:cNvGraphicFramePr>
            <a:graphicFrameLocks noGrp="1"/>
          </p:cNvGraphicFramePr>
          <p:nvPr>
            <p:ph idx="1"/>
            <p:extLst>
              <p:ext uri="{D42A27DB-BD31-4B8C-83A1-F6EECF244321}">
                <p14:modId xmlns:p14="http://schemas.microsoft.com/office/powerpoint/2010/main" val="192122561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テキスト ボックス 4">
            <a:extLst>
              <a:ext uri="{FF2B5EF4-FFF2-40B4-BE49-F238E27FC236}">
                <a16:creationId xmlns:a16="http://schemas.microsoft.com/office/drawing/2014/main" id="{98E7C0F5-570C-51EB-3059-1CCD29967F0E}"/>
              </a:ext>
            </a:extLst>
          </p:cNvPr>
          <p:cNvSpPr txBox="1"/>
          <p:nvPr/>
        </p:nvSpPr>
        <p:spPr>
          <a:xfrm>
            <a:off x="2040467" y="5214390"/>
            <a:ext cx="4893733" cy="1384995"/>
          </a:xfrm>
          <a:prstGeom prst="rect">
            <a:avLst/>
          </a:prstGeom>
          <a:noFill/>
        </p:spPr>
        <p:txBody>
          <a:bodyPr wrap="square" rtlCol="0">
            <a:spAutoFit/>
          </a:bodyPr>
          <a:lstStyle/>
          <a:p>
            <a:r>
              <a:rPr kumimoji="1" lang="ja-JP" altLang="en-US" sz="2800" b="1" dirty="0"/>
              <a:t>システムに</a:t>
            </a:r>
            <a:r>
              <a:rPr kumimoji="1" lang="ja-JP" altLang="en-US" sz="2800" b="1" dirty="0">
                <a:solidFill>
                  <a:srgbClr val="FF0000"/>
                </a:solidFill>
              </a:rPr>
              <a:t>拡張性</a:t>
            </a:r>
            <a:r>
              <a:rPr kumimoji="1" lang="ja-JP" altLang="en-US" sz="2800" b="1" dirty="0"/>
              <a:t>を持たせ</a:t>
            </a:r>
            <a:br>
              <a:rPr kumimoji="1" lang="en-US" altLang="ja-JP" sz="2800" b="1" dirty="0"/>
            </a:br>
            <a:r>
              <a:rPr kumimoji="1" lang="ja-JP" altLang="en-US" sz="2800" b="1" dirty="0"/>
              <a:t>カスタマイズすることで</a:t>
            </a:r>
            <a:br>
              <a:rPr kumimoji="1" lang="en-US" altLang="ja-JP" sz="2800" b="1" dirty="0"/>
            </a:br>
            <a:r>
              <a:rPr kumimoji="1" lang="ja-JP" altLang="en-US" sz="2800" b="1" dirty="0"/>
              <a:t>様々なシーンに利用できる</a:t>
            </a:r>
          </a:p>
        </p:txBody>
      </p:sp>
    </p:spTree>
    <p:extLst>
      <p:ext uri="{BB962C8B-B14F-4D97-AF65-F5344CB8AC3E}">
        <p14:creationId xmlns:p14="http://schemas.microsoft.com/office/powerpoint/2010/main" val="1298923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BB62A3-9FC6-E942-0AE7-4E6104AD3A84}"/>
              </a:ext>
            </a:extLst>
          </p:cNvPr>
          <p:cNvSpPr>
            <a:spLocks noGrp="1"/>
          </p:cNvSpPr>
          <p:nvPr>
            <p:ph type="title"/>
          </p:nvPr>
        </p:nvSpPr>
        <p:spPr/>
        <p:txBody>
          <a:bodyPr>
            <a:normAutofit/>
          </a:bodyPr>
          <a:lstStyle/>
          <a:p>
            <a:r>
              <a:rPr kumimoji="1" lang="en-US" altLang="ja-JP" sz="6000" dirty="0"/>
              <a:t>2.</a:t>
            </a:r>
            <a:r>
              <a:rPr kumimoji="1" lang="ja-JP" altLang="en-US" sz="6000" dirty="0"/>
              <a:t>　機能と画面イメージ</a:t>
            </a:r>
          </a:p>
        </p:txBody>
      </p:sp>
      <p:graphicFrame>
        <p:nvGraphicFramePr>
          <p:cNvPr id="5" name="コンテンツ プレースホルダー 4">
            <a:extLst>
              <a:ext uri="{FF2B5EF4-FFF2-40B4-BE49-F238E27FC236}">
                <a16:creationId xmlns:a16="http://schemas.microsoft.com/office/drawing/2014/main" id="{BE629483-074C-F853-1D31-791D1D1ED7D5}"/>
              </a:ext>
            </a:extLst>
          </p:cNvPr>
          <p:cNvGraphicFramePr>
            <a:graphicFrameLocks noGrp="1"/>
          </p:cNvGraphicFramePr>
          <p:nvPr>
            <p:ph idx="1"/>
            <p:extLst>
              <p:ext uri="{D42A27DB-BD31-4B8C-83A1-F6EECF244321}">
                <p14:modId xmlns:p14="http://schemas.microsoft.com/office/powerpoint/2010/main" val="2229878816"/>
              </p:ext>
            </p:extLst>
          </p:nvPr>
        </p:nvGraphicFramePr>
        <p:xfrm>
          <a:off x="4783667" y="2598271"/>
          <a:ext cx="7594600" cy="43296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コンテンツ プレースホルダー 2">
            <a:extLst>
              <a:ext uri="{FF2B5EF4-FFF2-40B4-BE49-F238E27FC236}">
                <a16:creationId xmlns:a16="http://schemas.microsoft.com/office/drawing/2014/main" id="{5346CBC2-A589-78C3-3690-073864B0B59D}"/>
              </a:ext>
            </a:extLst>
          </p:cNvPr>
          <p:cNvSpPr txBox="1">
            <a:spLocks/>
          </p:cNvSpPr>
          <p:nvPr/>
        </p:nvSpPr>
        <p:spPr>
          <a:xfrm>
            <a:off x="270932" y="4001557"/>
            <a:ext cx="6790267"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dirty="0"/>
              <a:t>ベースとなる</a:t>
            </a:r>
            <a:r>
              <a:rPr lang="ja-JP" altLang="en-US" sz="3600" b="1" dirty="0">
                <a:solidFill>
                  <a:srgbClr val="FF0000"/>
                </a:solidFill>
              </a:rPr>
              <a:t>３</a:t>
            </a:r>
            <a:r>
              <a:rPr lang="ja-JP" altLang="en-US" dirty="0"/>
              <a:t>つのシステムを作成する</a:t>
            </a:r>
            <a:br>
              <a:rPr lang="en-US" altLang="ja-JP" dirty="0"/>
            </a:br>
            <a:endParaRPr lang="ja-JP" altLang="en-US" dirty="0"/>
          </a:p>
        </p:txBody>
      </p:sp>
    </p:spTree>
    <p:extLst>
      <p:ext uri="{BB962C8B-B14F-4D97-AF65-F5344CB8AC3E}">
        <p14:creationId xmlns:p14="http://schemas.microsoft.com/office/powerpoint/2010/main" val="1982092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EDD9065B-9EA0-BDB0-C546-ACC1D6B9D089}"/>
              </a:ext>
            </a:extLst>
          </p:cNvPr>
          <p:cNvGraphicFramePr>
            <a:graphicFrameLocks noGrp="1"/>
          </p:cNvGraphicFramePr>
          <p:nvPr>
            <p:ph idx="1"/>
            <p:extLst>
              <p:ext uri="{D42A27DB-BD31-4B8C-83A1-F6EECF244321}">
                <p14:modId xmlns:p14="http://schemas.microsoft.com/office/powerpoint/2010/main" val="232208946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4574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AFB05C1D-D6C2-2C2A-5211-5D09E9BEAD79}"/>
              </a:ext>
            </a:extLst>
          </p:cNvPr>
          <p:cNvSpPr>
            <a:spLocks noGrp="1"/>
          </p:cNvSpPr>
          <p:nvPr>
            <p:ph type="title"/>
          </p:nvPr>
        </p:nvSpPr>
        <p:spPr/>
        <p:txBody>
          <a:bodyPr/>
          <a:lstStyle/>
          <a:p>
            <a:r>
              <a:rPr lang="ja-JP" altLang="en-US" dirty="0"/>
              <a:t>必要な機能</a:t>
            </a:r>
          </a:p>
        </p:txBody>
      </p:sp>
      <p:sp>
        <p:nvSpPr>
          <p:cNvPr id="5" name="テキスト ボックス 4">
            <a:extLst>
              <a:ext uri="{FF2B5EF4-FFF2-40B4-BE49-F238E27FC236}">
                <a16:creationId xmlns:a16="http://schemas.microsoft.com/office/drawing/2014/main" id="{DDBAA458-F434-4153-97CD-EB4A99CBB24E}"/>
              </a:ext>
            </a:extLst>
          </p:cNvPr>
          <p:cNvSpPr txBox="1"/>
          <p:nvPr/>
        </p:nvSpPr>
        <p:spPr>
          <a:xfrm>
            <a:off x="1357745" y="2644170"/>
            <a:ext cx="9989705" cy="3170099"/>
          </a:xfrm>
          <a:prstGeom prst="rect">
            <a:avLst/>
          </a:prstGeom>
          <a:noFill/>
        </p:spPr>
        <p:txBody>
          <a:bodyPr wrap="square" rtlCol="0">
            <a:spAutoFit/>
          </a:bodyPr>
          <a:lstStyle/>
          <a:p>
            <a:pPr marL="285750" indent="-285750">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ユーザー</a:t>
            </a:r>
            <a:r>
              <a:rPr lang="en-US"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ID</a:t>
            </a: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、パスワード管理</a:t>
            </a:r>
          </a:p>
          <a:p>
            <a:pPr marL="285750" indent="-285750">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ログイン・ログアウト</a:t>
            </a:r>
          </a:p>
          <a:p>
            <a:pPr marL="285750" indent="-285750">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ユーザー登録・削除</a:t>
            </a:r>
          </a:p>
          <a:p>
            <a:pPr marL="285750" indent="-285750">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秘密の質問を使った二段階認証</a:t>
            </a:r>
            <a:endParaRPr lang="en-US" altLang="ja-JP" sz="40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285750" indent="-285750">
              <a:buFont typeface="Arial" panose="020B0604020202020204" pitchFamily="34" charset="0"/>
              <a:buChar char="•"/>
            </a:pPr>
            <a:r>
              <a:rPr lang="ja-JP" altLang="en-US" sz="4000" kern="100" dirty="0">
                <a:latin typeface="游明朝" panose="02020400000000000000" pitchFamily="18" charset="-128"/>
                <a:ea typeface="游明朝" panose="02020400000000000000" pitchFamily="18" charset="-128"/>
                <a:cs typeface="Times New Roman" panose="02020603050405020304" pitchFamily="18" charset="0"/>
              </a:rPr>
              <a:t>パスワード変更</a:t>
            </a:r>
            <a:endPar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3128776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21404-EF75-B6BD-7078-75AF3628CA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5BC0C3-7AD6-3491-0F6C-A48DED6F60B5}"/>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E107290B-EC25-33D7-60F9-1BE582984D1B}"/>
              </a:ext>
            </a:extLst>
          </p:cNvPr>
          <p:cNvGraphicFramePr>
            <a:graphicFrameLocks noGrp="1"/>
          </p:cNvGraphicFramePr>
          <p:nvPr>
            <p:ph idx="1"/>
            <p:extLst>
              <p:ext uri="{D42A27DB-BD31-4B8C-83A1-F6EECF244321}">
                <p14:modId xmlns:p14="http://schemas.microsoft.com/office/powerpoint/2010/main" val="422023235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25674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E6F7603-7484-497E-9D5B-D9536F56662C}"/>
              </a:ext>
            </a:extLst>
          </p:cNvPr>
          <p:cNvSpPr txBox="1"/>
          <p:nvPr/>
        </p:nvSpPr>
        <p:spPr>
          <a:xfrm>
            <a:off x="0" y="342370"/>
            <a:ext cx="121920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新規登録</a:t>
            </a:r>
          </a:p>
        </p:txBody>
      </p:sp>
      <p:sp>
        <p:nvSpPr>
          <p:cNvPr id="10" name="正方形/長方形 9">
            <a:extLst>
              <a:ext uri="{FF2B5EF4-FFF2-40B4-BE49-F238E27FC236}">
                <a16:creationId xmlns:a16="http://schemas.microsoft.com/office/drawing/2014/main" id="{647CAB07-D933-4180-9B0E-814F6925E408}"/>
              </a:ext>
            </a:extLst>
          </p:cNvPr>
          <p:cNvSpPr/>
          <p:nvPr/>
        </p:nvSpPr>
        <p:spPr>
          <a:xfrm>
            <a:off x="4732789" y="1522794"/>
            <a:ext cx="1275128" cy="2845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1" name="正方形/長方形 10">
            <a:extLst>
              <a:ext uri="{FF2B5EF4-FFF2-40B4-BE49-F238E27FC236}">
                <a16:creationId xmlns:a16="http://schemas.microsoft.com/office/drawing/2014/main" id="{450B97EA-E0B6-4387-8254-C352F2114840}"/>
              </a:ext>
            </a:extLst>
          </p:cNvPr>
          <p:cNvSpPr/>
          <p:nvPr/>
        </p:nvSpPr>
        <p:spPr>
          <a:xfrm>
            <a:off x="4727193" y="2074441"/>
            <a:ext cx="1275128" cy="2845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2" name="正方形/長方形 11">
            <a:extLst>
              <a:ext uri="{FF2B5EF4-FFF2-40B4-BE49-F238E27FC236}">
                <a16:creationId xmlns:a16="http://schemas.microsoft.com/office/drawing/2014/main" id="{F3CC498E-15D6-4D53-8CFF-0F7200F8DFB1}"/>
              </a:ext>
            </a:extLst>
          </p:cNvPr>
          <p:cNvSpPr/>
          <p:nvPr/>
        </p:nvSpPr>
        <p:spPr>
          <a:xfrm>
            <a:off x="6519640" y="2081992"/>
            <a:ext cx="1275128" cy="2845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3" name="正方形/長方形 12">
            <a:extLst>
              <a:ext uri="{FF2B5EF4-FFF2-40B4-BE49-F238E27FC236}">
                <a16:creationId xmlns:a16="http://schemas.microsoft.com/office/drawing/2014/main" id="{0D057C41-511C-452B-A438-06DCE9CE3878}"/>
              </a:ext>
            </a:extLst>
          </p:cNvPr>
          <p:cNvSpPr/>
          <p:nvPr/>
        </p:nvSpPr>
        <p:spPr>
          <a:xfrm>
            <a:off x="4727195" y="2654873"/>
            <a:ext cx="3067575" cy="2845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4" name="正方形/長方形 13">
            <a:extLst>
              <a:ext uri="{FF2B5EF4-FFF2-40B4-BE49-F238E27FC236}">
                <a16:creationId xmlns:a16="http://schemas.microsoft.com/office/drawing/2014/main" id="{ACD5681B-DC95-4990-80B8-4A24F9E81222}"/>
              </a:ext>
            </a:extLst>
          </p:cNvPr>
          <p:cNvSpPr/>
          <p:nvPr/>
        </p:nvSpPr>
        <p:spPr>
          <a:xfrm>
            <a:off x="4727194" y="4966451"/>
            <a:ext cx="3067573" cy="2845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7" name="正方形/長方形 16">
            <a:extLst>
              <a:ext uri="{FF2B5EF4-FFF2-40B4-BE49-F238E27FC236}">
                <a16:creationId xmlns:a16="http://schemas.microsoft.com/office/drawing/2014/main" id="{1B5036C9-3429-49DC-BBDD-C3194CFF1248}"/>
              </a:ext>
            </a:extLst>
          </p:cNvPr>
          <p:cNvSpPr/>
          <p:nvPr/>
        </p:nvSpPr>
        <p:spPr>
          <a:xfrm>
            <a:off x="4727193" y="3810664"/>
            <a:ext cx="3067574" cy="2845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8" name="正方形/長方形 17">
            <a:extLst>
              <a:ext uri="{FF2B5EF4-FFF2-40B4-BE49-F238E27FC236}">
                <a16:creationId xmlns:a16="http://schemas.microsoft.com/office/drawing/2014/main" id="{8FC327CB-5470-41CE-85C2-5ADF1B663968}"/>
              </a:ext>
            </a:extLst>
          </p:cNvPr>
          <p:cNvSpPr/>
          <p:nvPr/>
        </p:nvSpPr>
        <p:spPr>
          <a:xfrm>
            <a:off x="4727193" y="3232768"/>
            <a:ext cx="3067574" cy="2845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21" name="正方形/長方形 20">
            <a:extLst>
              <a:ext uri="{FF2B5EF4-FFF2-40B4-BE49-F238E27FC236}">
                <a16:creationId xmlns:a16="http://schemas.microsoft.com/office/drawing/2014/main" id="{819A5BA4-5347-49BC-BE10-E14F6829562B}"/>
              </a:ext>
            </a:extLst>
          </p:cNvPr>
          <p:cNvSpPr/>
          <p:nvPr/>
        </p:nvSpPr>
        <p:spPr>
          <a:xfrm>
            <a:off x="6525236" y="1522793"/>
            <a:ext cx="1275128" cy="2845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22" name="テキスト ボックス 21">
            <a:extLst>
              <a:ext uri="{FF2B5EF4-FFF2-40B4-BE49-F238E27FC236}">
                <a16:creationId xmlns:a16="http://schemas.microsoft.com/office/drawing/2014/main" id="{A2FFA14E-8D70-4362-B318-1390ABB10EB1}"/>
              </a:ext>
            </a:extLst>
          </p:cNvPr>
          <p:cNvSpPr txBox="1"/>
          <p:nvPr/>
        </p:nvSpPr>
        <p:spPr>
          <a:xfrm>
            <a:off x="4281185" y="1541946"/>
            <a:ext cx="25726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姓</a:t>
            </a:r>
          </a:p>
        </p:txBody>
      </p:sp>
      <p:sp>
        <p:nvSpPr>
          <p:cNvPr id="24" name="テキスト ボックス 23">
            <a:extLst>
              <a:ext uri="{FF2B5EF4-FFF2-40B4-BE49-F238E27FC236}">
                <a16:creationId xmlns:a16="http://schemas.microsoft.com/office/drawing/2014/main" id="{85674ADE-1FDA-492B-97EB-0876BDB98C57}"/>
              </a:ext>
            </a:extLst>
          </p:cNvPr>
          <p:cNvSpPr txBox="1"/>
          <p:nvPr/>
        </p:nvSpPr>
        <p:spPr>
          <a:xfrm>
            <a:off x="6096000" y="1541946"/>
            <a:ext cx="25726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名</a:t>
            </a:r>
          </a:p>
        </p:txBody>
      </p:sp>
      <p:sp>
        <p:nvSpPr>
          <p:cNvPr id="25" name="テキスト ボックス 24">
            <a:extLst>
              <a:ext uri="{FF2B5EF4-FFF2-40B4-BE49-F238E27FC236}">
                <a16:creationId xmlns:a16="http://schemas.microsoft.com/office/drawing/2014/main" id="{CFE2ED4D-6FFA-44E5-9BC7-E9FC72DB25A2}"/>
              </a:ext>
            </a:extLst>
          </p:cNvPr>
          <p:cNvSpPr txBox="1"/>
          <p:nvPr/>
        </p:nvSpPr>
        <p:spPr>
          <a:xfrm>
            <a:off x="4231548" y="2093595"/>
            <a:ext cx="45300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セイ</a:t>
            </a:r>
          </a:p>
        </p:txBody>
      </p:sp>
      <p:sp>
        <p:nvSpPr>
          <p:cNvPr id="26" name="テキスト ボックス 25">
            <a:extLst>
              <a:ext uri="{FF2B5EF4-FFF2-40B4-BE49-F238E27FC236}">
                <a16:creationId xmlns:a16="http://schemas.microsoft.com/office/drawing/2014/main" id="{87B35277-9CA5-4492-A5A7-13A81EBE5A44}"/>
              </a:ext>
            </a:extLst>
          </p:cNvPr>
          <p:cNvSpPr txBox="1"/>
          <p:nvPr/>
        </p:nvSpPr>
        <p:spPr>
          <a:xfrm>
            <a:off x="6034477" y="2101145"/>
            <a:ext cx="45300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メイ</a:t>
            </a:r>
          </a:p>
        </p:txBody>
      </p:sp>
      <p:sp>
        <p:nvSpPr>
          <p:cNvPr id="27" name="テキスト ボックス 26">
            <a:extLst>
              <a:ext uri="{FF2B5EF4-FFF2-40B4-BE49-F238E27FC236}">
                <a16:creationId xmlns:a16="http://schemas.microsoft.com/office/drawing/2014/main" id="{90469C92-42BD-4418-84C1-E218DE15B90F}"/>
              </a:ext>
            </a:extLst>
          </p:cNvPr>
          <p:cNvSpPr txBox="1"/>
          <p:nvPr/>
        </p:nvSpPr>
        <p:spPr>
          <a:xfrm>
            <a:off x="3034021" y="2678064"/>
            <a:ext cx="121360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メールアドレス</a:t>
            </a:r>
          </a:p>
        </p:txBody>
      </p:sp>
      <p:sp>
        <p:nvSpPr>
          <p:cNvPr id="28" name="テキスト ボックス 27">
            <a:extLst>
              <a:ext uri="{FF2B5EF4-FFF2-40B4-BE49-F238E27FC236}">
                <a16:creationId xmlns:a16="http://schemas.microsoft.com/office/drawing/2014/main" id="{C31E6C9C-395B-4F56-AB93-B3479C07107D}"/>
              </a:ext>
            </a:extLst>
          </p:cNvPr>
          <p:cNvSpPr txBox="1"/>
          <p:nvPr/>
        </p:nvSpPr>
        <p:spPr>
          <a:xfrm>
            <a:off x="3034021" y="1541946"/>
            <a:ext cx="54038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氏名</a:t>
            </a:r>
          </a:p>
        </p:txBody>
      </p:sp>
      <p:sp>
        <p:nvSpPr>
          <p:cNvPr id="30" name="テキスト ボックス 29">
            <a:extLst>
              <a:ext uri="{FF2B5EF4-FFF2-40B4-BE49-F238E27FC236}">
                <a16:creationId xmlns:a16="http://schemas.microsoft.com/office/drawing/2014/main" id="{4FFDC3A3-3E2B-46BD-80AB-FAAF160DB8E5}"/>
              </a:ext>
            </a:extLst>
          </p:cNvPr>
          <p:cNvSpPr txBox="1"/>
          <p:nvPr/>
        </p:nvSpPr>
        <p:spPr>
          <a:xfrm>
            <a:off x="3034021" y="3262533"/>
            <a:ext cx="96752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パスワード</a:t>
            </a:r>
          </a:p>
        </p:txBody>
      </p:sp>
      <p:sp>
        <p:nvSpPr>
          <p:cNvPr id="31" name="テキスト ボックス 30">
            <a:extLst>
              <a:ext uri="{FF2B5EF4-FFF2-40B4-BE49-F238E27FC236}">
                <a16:creationId xmlns:a16="http://schemas.microsoft.com/office/drawing/2014/main" id="{775CD1C2-0A4F-4329-ACAC-AAE1740399ED}"/>
              </a:ext>
            </a:extLst>
          </p:cNvPr>
          <p:cNvSpPr txBox="1"/>
          <p:nvPr/>
        </p:nvSpPr>
        <p:spPr>
          <a:xfrm>
            <a:off x="3034021" y="3829817"/>
            <a:ext cx="141214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パスワード</a:t>
            </a:r>
            <a:r>
              <a:rPr kumimoji="1" lang="en-US" altLang="ja-JP"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確認用</a:t>
            </a:r>
            <a:r>
              <a:rPr kumimoji="1" lang="en-US" altLang="ja-JP"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pSp>
        <p:nvGrpSpPr>
          <p:cNvPr id="3" name="グループ化 2">
            <a:extLst>
              <a:ext uri="{FF2B5EF4-FFF2-40B4-BE49-F238E27FC236}">
                <a16:creationId xmlns:a16="http://schemas.microsoft.com/office/drawing/2014/main" id="{37CF81DC-6728-E5E8-C81F-54F95EA95674}"/>
              </a:ext>
            </a:extLst>
          </p:cNvPr>
          <p:cNvGrpSpPr/>
          <p:nvPr/>
        </p:nvGrpSpPr>
        <p:grpSpPr>
          <a:xfrm>
            <a:off x="3034021" y="4376933"/>
            <a:ext cx="4760746" cy="307777"/>
            <a:chOff x="3034021" y="4376933"/>
            <a:chExt cx="4760746" cy="307777"/>
          </a:xfrm>
        </p:grpSpPr>
        <p:sp>
          <p:nvSpPr>
            <p:cNvPr id="20" name="正方形/長方形 19">
              <a:extLst>
                <a:ext uri="{FF2B5EF4-FFF2-40B4-BE49-F238E27FC236}">
                  <a16:creationId xmlns:a16="http://schemas.microsoft.com/office/drawing/2014/main" id="{DA2BCC44-BE1D-44D3-98DE-736609947296}"/>
                </a:ext>
              </a:extLst>
            </p:cNvPr>
            <p:cNvSpPr/>
            <p:nvPr/>
          </p:nvSpPr>
          <p:spPr>
            <a:xfrm>
              <a:off x="4727194" y="4388559"/>
              <a:ext cx="3067573" cy="2845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32" name="テキスト ボックス 31">
              <a:extLst>
                <a:ext uri="{FF2B5EF4-FFF2-40B4-BE49-F238E27FC236}">
                  <a16:creationId xmlns:a16="http://schemas.microsoft.com/office/drawing/2014/main" id="{CD6E4932-1449-43C2-8117-67B2BBD77F5D}"/>
                </a:ext>
              </a:extLst>
            </p:cNvPr>
            <p:cNvSpPr txBox="1"/>
            <p:nvPr/>
          </p:nvSpPr>
          <p:spPr>
            <a:xfrm>
              <a:off x="3034021" y="4407710"/>
              <a:ext cx="82560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秘密の質問</a:t>
              </a:r>
            </a:p>
          </p:txBody>
        </p:sp>
        <p:sp>
          <p:nvSpPr>
            <p:cNvPr id="33" name="二等辺三角形 32">
              <a:extLst>
                <a:ext uri="{FF2B5EF4-FFF2-40B4-BE49-F238E27FC236}">
                  <a16:creationId xmlns:a16="http://schemas.microsoft.com/office/drawing/2014/main" id="{26B867F3-394B-475C-B114-6F3EBC6566F4}"/>
                </a:ext>
              </a:extLst>
            </p:cNvPr>
            <p:cNvSpPr/>
            <p:nvPr/>
          </p:nvSpPr>
          <p:spPr>
            <a:xfrm rot="10800000">
              <a:off x="7633980" y="4505904"/>
              <a:ext cx="83890" cy="50334"/>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34" name="テキスト ボックス 33">
              <a:extLst>
                <a:ext uri="{FF2B5EF4-FFF2-40B4-BE49-F238E27FC236}">
                  <a16:creationId xmlns:a16="http://schemas.microsoft.com/office/drawing/2014/main" id="{B80807B4-EE36-4445-A38B-32F77F7AF84F}"/>
                </a:ext>
              </a:extLst>
            </p:cNvPr>
            <p:cNvSpPr txBox="1"/>
            <p:nvPr/>
          </p:nvSpPr>
          <p:spPr>
            <a:xfrm>
              <a:off x="5132662" y="4376933"/>
              <a:ext cx="244119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ーーーーーーーーーー</a:t>
              </a:r>
            </a:p>
          </p:txBody>
        </p:sp>
        <p:sp>
          <p:nvSpPr>
            <p:cNvPr id="37" name="テキスト ボックス 36">
              <a:extLst>
                <a:ext uri="{FF2B5EF4-FFF2-40B4-BE49-F238E27FC236}">
                  <a16:creationId xmlns:a16="http://schemas.microsoft.com/office/drawing/2014/main" id="{DAEA8D14-4F51-4B1C-AAFE-A9DE3CACDA26}"/>
                </a:ext>
              </a:extLst>
            </p:cNvPr>
            <p:cNvSpPr txBox="1"/>
            <p:nvPr/>
          </p:nvSpPr>
          <p:spPr>
            <a:xfrm>
              <a:off x="4275598" y="4415222"/>
              <a:ext cx="54038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質問</a:t>
              </a:r>
            </a:p>
          </p:txBody>
        </p:sp>
      </p:grpSp>
      <p:sp>
        <p:nvSpPr>
          <p:cNvPr id="38" name="テキスト ボックス 37">
            <a:extLst>
              <a:ext uri="{FF2B5EF4-FFF2-40B4-BE49-F238E27FC236}">
                <a16:creationId xmlns:a16="http://schemas.microsoft.com/office/drawing/2014/main" id="{BB930E18-19F8-4BE0-BA95-D966B8416392}"/>
              </a:ext>
            </a:extLst>
          </p:cNvPr>
          <p:cNvSpPr txBox="1"/>
          <p:nvPr/>
        </p:nvSpPr>
        <p:spPr>
          <a:xfrm>
            <a:off x="4275597" y="4991430"/>
            <a:ext cx="54038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回答</a:t>
            </a:r>
          </a:p>
        </p:txBody>
      </p:sp>
      <p:sp>
        <p:nvSpPr>
          <p:cNvPr id="40" name="フローチャート: 結合子 39">
            <a:extLst>
              <a:ext uri="{FF2B5EF4-FFF2-40B4-BE49-F238E27FC236}">
                <a16:creationId xmlns:a16="http://schemas.microsoft.com/office/drawing/2014/main" id="{7C5EC191-FCC9-4C9D-8C27-21DA4DB7D473}"/>
              </a:ext>
            </a:extLst>
          </p:cNvPr>
          <p:cNvSpPr/>
          <p:nvPr/>
        </p:nvSpPr>
        <p:spPr>
          <a:xfrm>
            <a:off x="4717297" y="5795891"/>
            <a:ext cx="197370" cy="196684"/>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41" name="フローチャート: 結合子 40">
            <a:extLst>
              <a:ext uri="{FF2B5EF4-FFF2-40B4-BE49-F238E27FC236}">
                <a16:creationId xmlns:a16="http://schemas.microsoft.com/office/drawing/2014/main" id="{DA0F7F5B-3252-4308-A7E7-51F1F1A040B4}"/>
              </a:ext>
            </a:extLst>
          </p:cNvPr>
          <p:cNvSpPr/>
          <p:nvPr/>
        </p:nvSpPr>
        <p:spPr>
          <a:xfrm>
            <a:off x="6326470" y="5786807"/>
            <a:ext cx="197370" cy="205154"/>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42" name="テキスト ボックス 41">
            <a:extLst>
              <a:ext uri="{FF2B5EF4-FFF2-40B4-BE49-F238E27FC236}">
                <a16:creationId xmlns:a16="http://schemas.microsoft.com/office/drawing/2014/main" id="{7DD1594E-CC25-459C-9DD2-B54664124F1B}"/>
              </a:ext>
            </a:extLst>
          </p:cNvPr>
          <p:cNvSpPr txBox="1"/>
          <p:nvPr/>
        </p:nvSpPr>
        <p:spPr>
          <a:xfrm>
            <a:off x="4898003" y="5772257"/>
            <a:ext cx="96752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受け取る</a:t>
            </a:r>
          </a:p>
        </p:txBody>
      </p:sp>
      <p:sp>
        <p:nvSpPr>
          <p:cNvPr id="43" name="テキスト ボックス 42">
            <a:extLst>
              <a:ext uri="{FF2B5EF4-FFF2-40B4-BE49-F238E27FC236}">
                <a16:creationId xmlns:a16="http://schemas.microsoft.com/office/drawing/2014/main" id="{EACD35F0-D115-4573-B965-52E49D463C21}"/>
              </a:ext>
            </a:extLst>
          </p:cNvPr>
          <p:cNvSpPr txBox="1"/>
          <p:nvPr/>
        </p:nvSpPr>
        <p:spPr>
          <a:xfrm>
            <a:off x="6487484" y="5772258"/>
            <a:ext cx="96752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受け取らない</a:t>
            </a:r>
          </a:p>
        </p:txBody>
      </p:sp>
      <p:sp>
        <p:nvSpPr>
          <p:cNvPr id="44" name="テキスト ボックス 43">
            <a:extLst>
              <a:ext uri="{FF2B5EF4-FFF2-40B4-BE49-F238E27FC236}">
                <a16:creationId xmlns:a16="http://schemas.microsoft.com/office/drawing/2014/main" id="{3C5499B7-D8CB-4EE9-9644-BFC670D51535}"/>
              </a:ext>
            </a:extLst>
          </p:cNvPr>
          <p:cNvSpPr txBox="1"/>
          <p:nvPr/>
        </p:nvSpPr>
        <p:spPr>
          <a:xfrm>
            <a:off x="3038687" y="5772257"/>
            <a:ext cx="146783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このサイトからの通知</a:t>
            </a:r>
          </a:p>
        </p:txBody>
      </p:sp>
      <p:sp>
        <p:nvSpPr>
          <p:cNvPr id="45" name="フローチャート: 結合子 44">
            <a:extLst>
              <a:ext uri="{FF2B5EF4-FFF2-40B4-BE49-F238E27FC236}">
                <a16:creationId xmlns:a16="http://schemas.microsoft.com/office/drawing/2014/main" id="{EB595EB2-7F92-4B34-A13A-43DDD98FF257}"/>
              </a:ext>
            </a:extLst>
          </p:cNvPr>
          <p:cNvSpPr/>
          <p:nvPr/>
        </p:nvSpPr>
        <p:spPr>
          <a:xfrm>
            <a:off x="4750758" y="5830632"/>
            <a:ext cx="130447" cy="122505"/>
          </a:xfrm>
          <a:prstGeom prst="flowChartConnector">
            <a:avLst/>
          </a:prstGeom>
          <a:solidFill>
            <a:schemeClr val="tx1">
              <a:lumMod val="95000"/>
              <a:lumOff val="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46" name="正方形/長方形 45">
            <a:extLst>
              <a:ext uri="{FF2B5EF4-FFF2-40B4-BE49-F238E27FC236}">
                <a16:creationId xmlns:a16="http://schemas.microsoft.com/office/drawing/2014/main" id="{BE8B177E-5020-4A31-9D18-62E3D7EC6A1A}"/>
              </a:ext>
            </a:extLst>
          </p:cNvPr>
          <p:cNvSpPr/>
          <p:nvPr/>
        </p:nvSpPr>
        <p:spPr>
          <a:xfrm>
            <a:off x="0" y="6170598"/>
            <a:ext cx="12192000" cy="68740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167959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83243-1818-5F15-778C-EEF4C5EE9D1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76DE1F-9353-8AD0-805C-E456BAE01C4F}"/>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E9737148-6F1A-C25F-9A17-1BF946E0B45D}"/>
              </a:ext>
            </a:extLst>
          </p:cNvPr>
          <p:cNvGraphicFramePr>
            <a:graphicFrameLocks noGrp="1"/>
          </p:cNvGraphicFramePr>
          <p:nvPr>
            <p:ph idx="1"/>
            <p:extLst>
              <p:ext uri="{D42A27DB-BD31-4B8C-83A1-F6EECF244321}">
                <p14:modId xmlns:p14="http://schemas.microsoft.com/office/powerpoint/2010/main" val="228741084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楕円 2">
            <a:extLst>
              <a:ext uri="{FF2B5EF4-FFF2-40B4-BE49-F238E27FC236}">
                <a16:creationId xmlns:a16="http://schemas.microsoft.com/office/drawing/2014/main" id="{8729AE71-7677-4FCC-F73F-5B6E702DFDAC}"/>
              </a:ext>
            </a:extLst>
          </p:cNvPr>
          <p:cNvSpPr/>
          <p:nvPr/>
        </p:nvSpPr>
        <p:spPr>
          <a:xfrm>
            <a:off x="5759163" y="3783727"/>
            <a:ext cx="435133" cy="435133"/>
          </a:xfrm>
          <a:prstGeom prst="ellipse">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a:lstStyle/>
          <a:p>
            <a:endParaRPr lang="ja-JP" altLang="en-US"/>
          </a:p>
        </p:txBody>
      </p:sp>
      <p:sp>
        <p:nvSpPr>
          <p:cNvPr id="5" name="楕円 4">
            <a:extLst>
              <a:ext uri="{FF2B5EF4-FFF2-40B4-BE49-F238E27FC236}">
                <a16:creationId xmlns:a16="http://schemas.microsoft.com/office/drawing/2014/main" id="{DE8C6947-3AE0-319E-1AFF-633875C90A68}"/>
              </a:ext>
            </a:extLst>
          </p:cNvPr>
          <p:cNvSpPr/>
          <p:nvPr/>
        </p:nvSpPr>
        <p:spPr>
          <a:xfrm>
            <a:off x="2432869" y="3783727"/>
            <a:ext cx="435133" cy="435133"/>
          </a:xfrm>
          <a:prstGeom prst="ellipse">
            <a:avLst/>
          </a:prstGeom>
        </p:spPr>
        <p:style>
          <a:lnRef idx="2">
            <a:schemeClr val="lt1">
              <a:hueOff val="0"/>
              <a:satOff val="0"/>
              <a:lumOff val="0"/>
              <a:alphaOff val="0"/>
            </a:schemeClr>
          </a:lnRef>
          <a:fillRef idx="1">
            <a:schemeClr val="accent2">
              <a:shade val="50000"/>
              <a:hueOff val="-394115"/>
              <a:satOff val="5189"/>
              <a:lumOff val="31078"/>
              <a:alphaOff val="0"/>
            </a:schemeClr>
          </a:fillRef>
          <a:effectRef idx="0">
            <a:schemeClr val="accent2">
              <a:shade val="50000"/>
              <a:hueOff val="-394115"/>
              <a:satOff val="5189"/>
              <a:lumOff val="31078"/>
              <a:alphaOff val="0"/>
            </a:schemeClr>
          </a:effectRef>
          <a:fontRef idx="minor">
            <a:schemeClr val="lt1"/>
          </a:fontRef>
        </p:style>
        <p:txBody>
          <a:bodyPr/>
          <a:lstStyle/>
          <a:p>
            <a:endParaRPr lang="ja-JP" altLang="en-US"/>
          </a:p>
        </p:txBody>
      </p:sp>
    </p:spTree>
    <p:extLst>
      <p:ext uri="{BB962C8B-B14F-4D97-AF65-F5344CB8AC3E}">
        <p14:creationId xmlns:p14="http://schemas.microsoft.com/office/powerpoint/2010/main" val="931907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75820DAA-A124-409E-845B-7C08BC008583}"/>
              </a:ext>
            </a:extLst>
          </p:cNvPr>
          <p:cNvSpPr/>
          <p:nvPr/>
        </p:nvSpPr>
        <p:spPr>
          <a:xfrm>
            <a:off x="5496188" y="1686187"/>
            <a:ext cx="2676088" cy="3355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9" name="正方形/長方形 18">
            <a:extLst>
              <a:ext uri="{FF2B5EF4-FFF2-40B4-BE49-F238E27FC236}">
                <a16:creationId xmlns:a16="http://schemas.microsoft.com/office/drawing/2014/main" id="{EBC499CA-F8BF-41CD-9BA3-3B7F1B97687E}"/>
              </a:ext>
            </a:extLst>
          </p:cNvPr>
          <p:cNvSpPr/>
          <p:nvPr/>
        </p:nvSpPr>
        <p:spPr>
          <a:xfrm>
            <a:off x="0" y="4504888"/>
            <a:ext cx="12192000" cy="236989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21" name="正方形/長方形 20">
            <a:extLst>
              <a:ext uri="{FF2B5EF4-FFF2-40B4-BE49-F238E27FC236}">
                <a16:creationId xmlns:a16="http://schemas.microsoft.com/office/drawing/2014/main" id="{029ED2DE-3F3B-4021-B4AA-958A43020A2E}"/>
              </a:ext>
            </a:extLst>
          </p:cNvPr>
          <p:cNvSpPr/>
          <p:nvPr/>
        </p:nvSpPr>
        <p:spPr>
          <a:xfrm>
            <a:off x="5496188" y="2671894"/>
            <a:ext cx="2676088" cy="3355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23" name="テキスト ボックス 22">
            <a:extLst>
              <a:ext uri="{FF2B5EF4-FFF2-40B4-BE49-F238E27FC236}">
                <a16:creationId xmlns:a16="http://schemas.microsoft.com/office/drawing/2014/main" id="{20EA67DC-83D7-4CD3-877D-B4D9661080C9}"/>
              </a:ext>
            </a:extLst>
          </p:cNvPr>
          <p:cNvSpPr txBox="1"/>
          <p:nvPr/>
        </p:nvSpPr>
        <p:spPr>
          <a:xfrm>
            <a:off x="2877423" y="1686187"/>
            <a:ext cx="1828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ID</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4" name="テキスト ボックス 23">
            <a:extLst>
              <a:ext uri="{FF2B5EF4-FFF2-40B4-BE49-F238E27FC236}">
                <a16:creationId xmlns:a16="http://schemas.microsoft.com/office/drawing/2014/main" id="{0EA4EC32-5034-4A91-B693-43736AF508CC}"/>
              </a:ext>
            </a:extLst>
          </p:cNvPr>
          <p:cNvSpPr txBox="1"/>
          <p:nvPr/>
        </p:nvSpPr>
        <p:spPr>
          <a:xfrm>
            <a:off x="2877423" y="2671894"/>
            <a:ext cx="1828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Pass</a:t>
            </a:r>
          </a:p>
        </p:txBody>
      </p:sp>
      <p:sp>
        <p:nvSpPr>
          <p:cNvPr id="25" name="テキスト ボックス 24">
            <a:extLst>
              <a:ext uri="{FF2B5EF4-FFF2-40B4-BE49-F238E27FC236}">
                <a16:creationId xmlns:a16="http://schemas.microsoft.com/office/drawing/2014/main" id="{1ABABC7E-650B-4CC3-B7AB-9A7A902A6C90}"/>
              </a:ext>
            </a:extLst>
          </p:cNvPr>
          <p:cNvSpPr txBox="1"/>
          <p:nvPr/>
        </p:nvSpPr>
        <p:spPr>
          <a:xfrm>
            <a:off x="4783123" y="3549224"/>
            <a:ext cx="161767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4472C4">
                    <a:lumMod val="75000"/>
                  </a:srgbClr>
                </a:solidFill>
                <a:effectLst/>
                <a:uLnTx/>
                <a:uFillTx/>
                <a:latin typeface="游ゴシック" panose="020F0502020204030204"/>
                <a:ea typeface="游ゴシック" panose="020B0400000000000000" pitchFamily="50" charset="-128"/>
                <a:cs typeface="+mn-cs"/>
              </a:rPr>
              <a:t>パスワードを忘れた場合</a:t>
            </a:r>
          </a:p>
        </p:txBody>
      </p:sp>
      <p:sp>
        <p:nvSpPr>
          <p:cNvPr id="27" name="テキスト ボックス 26">
            <a:extLst>
              <a:ext uri="{FF2B5EF4-FFF2-40B4-BE49-F238E27FC236}">
                <a16:creationId xmlns:a16="http://schemas.microsoft.com/office/drawing/2014/main" id="{41036D87-811A-4C46-A23F-DCFD12CC58D0}"/>
              </a:ext>
            </a:extLst>
          </p:cNvPr>
          <p:cNvSpPr txBox="1"/>
          <p:nvPr/>
        </p:nvSpPr>
        <p:spPr>
          <a:xfrm>
            <a:off x="4353886" y="484194"/>
            <a:ext cx="204691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ログイン</a:t>
            </a:r>
          </a:p>
        </p:txBody>
      </p:sp>
      <p:sp>
        <p:nvSpPr>
          <p:cNvPr id="2" name="四角形: 角を丸くする 1">
            <a:extLst>
              <a:ext uri="{FF2B5EF4-FFF2-40B4-BE49-F238E27FC236}">
                <a16:creationId xmlns:a16="http://schemas.microsoft.com/office/drawing/2014/main" id="{12268E34-4409-35BE-9D6E-9142FFAB9A50}"/>
              </a:ext>
            </a:extLst>
          </p:cNvPr>
          <p:cNvSpPr/>
          <p:nvPr/>
        </p:nvSpPr>
        <p:spPr>
          <a:xfrm>
            <a:off x="8878958" y="3426113"/>
            <a:ext cx="1563756" cy="461665"/>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t>ログアウト</a:t>
            </a:r>
          </a:p>
        </p:txBody>
      </p:sp>
    </p:spTree>
    <p:extLst>
      <p:ext uri="{BB962C8B-B14F-4D97-AF65-F5344CB8AC3E}">
        <p14:creationId xmlns:p14="http://schemas.microsoft.com/office/powerpoint/2010/main" val="1279479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FFEC0-A024-29B8-5791-517E5FDC0E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160F6C-AF7D-3FBE-0ABA-3AA4E929DF25}"/>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4BBF428C-801A-E046-176A-B9D023D353F0}"/>
              </a:ext>
            </a:extLst>
          </p:cNvPr>
          <p:cNvGraphicFramePr>
            <a:graphicFrameLocks noGrp="1"/>
          </p:cNvGraphicFramePr>
          <p:nvPr>
            <p:ph idx="1"/>
            <p:extLst>
              <p:ext uri="{D42A27DB-BD31-4B8C-83A1-F6EECF244321}">
                <p14:modId xmlns:p14="http://schemas.microsoft.com/office/powerpoint/2010/main" val="28395123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楕円 2">
            <a:extLst>
              <a:ext uri="{FF2B5EF4-FFF2-40B4-BE49-F238E27FC236}">
                <a16:creationId xmlns:a16="http://schemas.microsoft.com/office/drawing/2014/main" id="{015031D4-ECFF-F5CF-A888-4F7DC97F3B5E}"/>
              </a:ext>
            </a:extLst>
          </p:cNvPr>
          <p:cNvSpPr/>
          <p:nvPr/>
        </p:nvSpPr>
        <p:spPr>
          <a:xfrm>
            <a:off x="8687893" y="3783725"/>
            <a:ext cx="435133" cy="435133"/>
          </a:xfrm>
          <a:prstGeom prst="ellipse">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a:lstStyle/>
          <a:p>
            <a:endParaRPr lang="ja-JP" altLang="en-US"/>
          </a:p>
        </p:txBody>
      </p:sp>
      <p:sp>
        <p:nvSpPr>
          <p:cNvPr id="5" name="楕円 4">
            <a:extLst>
              <a:ext uri="{FF2B5EF4-FFF2-40B4-BE49-F238E27FC236}">
                <a16:creationId xmlns:a16="http://schemas.microsoft.com/office/drawing/2014/main" id="{71E04CB4-0FE2-D3A9-B9EA-A020931E7C11}"/>
              </a:ext>
            </a:extLst>
          </p:cNvPr>
          <p:cNvSpPr/>
          <p:nvPr/>
        </p:nvSpPr>
        <p:spPr>
          <a:xfrm>
            <a:off x="2419616" y="3783726"/>
            <a:ext cx="435133" cy="435133"/>
          </a:xfrm>
          <a:prstGeom prst="ellipse">
            <a:avLst/>
          </a:prstGeom>
        </p:spPr>
        <p:style>
          <a:lnRef idx="2">
            <a:schemeClr val="lt1">
              <a:hueOff val="0"/>
              <a:satOff val="0"/>
              <a:lumOff val="0"/>
              <a:alphaOff val="0"/>
            </a:schemeClr>
          </a:lnRef>
          <a:fillRef idx="1">
            <a:schemeClr val="accent2">
              <a:shade val="50000"/>
              <a:hueOff val="-394115"/>
              <a:satOff val="5189"/>
              <a:lumOff val="31078"/>
              <a:alphaOff val="0"/>
            </a:schemeClr>
          </a:fillRef>
          <a:effectRef idx="0">
            <a:schemeClr val="accent2">
              <a:shade val="50000"/>
              <a:hueOff val="-394115"/>
              <a:satOff val="5189"/>
              <a:lumOff val="31078"/>
              <a:alphaOff val="0"/>
            </a:schemeClr>
          </a:effectRef>
          <a:fontRef idx="minor">
            <a:schemeClr val="lt1"/>
          </a:fontRef>
        </p:style>
        <p:txBody>
          <a:bodyPr/>
          <a:lstStyle/>
          <a:p>
            <a:endParaRPr lang="ja-JP" altLang="en-US"/>
          </a:p>
        </p:txBody>
      </p:sp>
    </p:spTree>
    <p:extLst>
      <p:ext uri="{BB962C8B-B14F-4D97-AF65-F5344CB8AC3E}">
        <p14:creationId xmlns:p14="http://schemas.microsoft.com/office/powerpoint/2010/main" val="1007015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604F4-79CC-A1B4-AABD-68375B90CBF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2EB80CC-B5C1-451C-49E2-2E5A1FA70BDA}"/>
              </a:ext>
            </a:extLst>
          </p:cNvPr>
          <p:cNvSpPr txBox="1"/>
          <p:nvPr/>
        </p:nvSpPr>
        <p:spPr>
          <a:xfrm>
            <a:off x="0" y="342370"/>
            <a:ext cx="121920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二段階認証</a:t>
            </a:r>
          </a:p>
        </p:txBody>
      </p:sp>
      <p:sp>
        <p:nvSpPr>
          <p:cNvPr id="13" name="正方形/長方形 12">
            <a:extLst>
              <a:ext uri="{FF2B5EF4-FFF2-40B4-BE49-F238E27FC236}">
                <a16:creationId xmlns:a16="http://schemas.microsoft.com/office/drawing/2014/main" id="{7342900D-BC38-3688-BA3E-6E56CE12A6FF}"/>
              </a:ext>
            </a:extLst>
          </p:cNvPr>
          <p:cNvSpPr/>
          <p:nvPr/>
        </p:nvSpPr>
        <p:spPr>
          <a:xfrm>
            <a:off x="4727192" y="2215726"/>
            <a:ext cx="3067575" cy="2845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4" name="正方形/長方形 13">
            <a:extLst>
              <a:ext uri="{FF2B5EF4-FFF2-40B4-BE49-F238E27FC236}">
                <a16:creationId xmlns:a16="http://schemas.microsoft.com/office/drawing/2014/main" id="{5559B358-8E59-6156-6DB3-BBC61C5B93CC}"/>
              </a:ext>
            </a:extLst>
          </p:cNvPr>
          <p:cNvSpPr/>
          <p:nvPr/>
        </p:nvSpPr>
        <p:spPr>
          <a:xfrm>
            <a:off x="4727193" y="4851689"/>
            <a:ext cx="3067573" cy="2845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7" name="正方形/長方形 16">
            <a:extLst>
              <a:ext uri="{FF2B5EF4-FFF2-40B4-BE49-F238E27FC236}">
                <a16:creationId xmlns:a16="http://schemas.microsoft.com/office/drawing/2014/main" id="{5CE88197-6D50-15AB-8FC2-609721A523D4}"/>
              </a:ext>
            </a:extLst>
          </p:cNvPr>
          <p:cNvSpPr/>
          <p:nvPr/>
        </p:nvSpPr>
        <p:spPr>
          <a:xfrm>
            <a:off x="4727192" y="3625021"/>
            <a:ext cx="3067574" cy="2845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8" name="正方形/長方形 17">
            <a:extLst>
              <a:ext uri="{FF2B5EF4-FFF2-40B4-BE49-F238E27FC236}">
                <a16:creationId xmlns:a16="http://schemas.microsoft.com/office/drawing/2014/main" id="{C01BA497-C47E-A784-96C7-9FD41D1E2E43}"/>
              </a:ext>
            </a:extLst>
          </p:cNvPr>
          <p:cNvSpPr/>
          <p:nvPr/>
        </p:nvSpPr>
        <p:spPr>
          <a:xfrm>
            <a:off x="4733880" y="2876875"/>
            <a:ext cx="3067574" cy="2845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27" name="テキスト ボックス 26">
            <a:extLst>
              <a:ext uri="{FF2B5EF4-FFF2-40B4-BE49-F238E27FC236}">
                <a16:creationId xmlns:a16="http://schemas.microsoft.com/office/drawing/2014/main" id="{BD4AE726-2638-1860-1D62-946E6DEABEB4}"/>
              </a:ext>
            </a:extLst>
          </p:cNvPr>
          <p:cNvSpPr txBox="1"/>
          <p:nvPr/>
        </p:nvSpPr>
        <p:spPr>
          <a:xfrm>
            <a:off x="3034021" y="2254033"/>
            <a:ext cx="121360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メールアドレス</a:t>
            </a:r>
          </a:p>
        </p:txBody>
      </p:sp>
      <p:sp>
        <p:nvSpPr>
          <p:cNvPr id="30" name="テキスト ボックス 29">
            <a:extLst>
              <a:ext uri="{FF2B5EF4-FFF2-40B4-BE49-F238E27FC236}">
                <a16:creationId xmlns:a16="http://schemas.microsoft.com/office/drawing/2014/main" id="{AABA75FA-30E7-EB46-62A2-D1A5AC315B8A}"/>
              </a:ext>
            </a:extLst>
          </p:cNvPr>
          <p:cNvSpPr txBox="1"/>
          <p:nvPr/>
        </p:nvSpPr>
        <p:spPr>
          <a:xfrm>
            <a:off x="3034021" y="2918814"/>
            <a:ext cx="96752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パスワード</a:t>
            </a:r>
          </a:p>
        </p:txBody>
      </p:sp>
      <p:sp>
        <p:nvSpPr>
          <p:cNvPr id="31" name="テキスト ボックス 30">
            <a:extLst>
              <a:ext uri="{FF2B5EF4-FFF2-40B4-BE49-F238E27FC236}">
                <a16:creationId xmlns:a16="http://schemas.microsoft.com/office/drawing/2014/main" id="{FC028F08-6A69-41C0-AD91-BA5FC48EFE2F}"/>
              </a:ext>
            </a:extLst>
          </p:cNvPr>
          <p:cNvSpPr txBox="1"/>
          <p:nvPr/>
        </p:nvSpPr>
        <p:spPr>
          <a:xfrm>
            <a:off x="3034021" y="3619818"/>
            <a:ext cx="141214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パスワード</a:t>
            </a:r>
            <a:r>
              <a:rPr kumimoji="1" lang="en-US" altLang="ja-JP"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確認用</a:t>
            </a:r>
            <a:r>
              <a:rPr kumimoji="1" lang="en-US" altLang="ja-JP"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8" name="テキスト ボックス 37">
            <a:extLst>
              <a:ext uri="{FF2B5EF4-FFF2-40B4-BE49-F238E27FC236}">
                <a16:creationId xmlns:a16="http://schemas.microsoft.com/office/drawing/2014/main" id="{FE52198A-6F83-071A-D16E-FA08CB05836F}"/>
              </a:ext>
            </a:extLst>
          </p:cNvPr>
          <p:cNvSpPr txBox="1"/>
          <p:nvPr/>
        </p:nvSpPr>
        <p:spPr>
          <a:xfrm>
            <a:off x="4275596" y="4895208"/>
            <a:ext cx="54038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回答</a:t>
            </a:r>
          </a:p>
        </p:txBody>
      </p:sp>
      <p:sp>
        <p:nvSpPr>
          <p:cNvPr id="46" name="正方形/長方形 45">
            <a:extLst>
              <a:ext uri="{FF2B5EF4-FFF2-40B4-BE49-F238E27FC236}">
                <a16:creationId xmlns:a16="http://schemas.microsoft.com/office/drawing/2014/main" id="{25836D05-E2DB-B6DE-F321-722238FAC6E7}"/>
              </a:ext>
            </a:extLst>
          </p:cNvPr>
          <p:cNvSpPr/>
          <p:nvPr/>
        </p:nvSpPr>
        <p:spPr>
          <a:xfrm>
            <a:off x="0" y="6170598"/>
            <a:ext cx="12192000" cy="68740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grpSp>
        <p:nvGrpSpPr>
          <p:cNvPr id="3" name="グループ化 2">
            <a:extLst>
              <a:ext uri="{FF2B5EF4-FFF2-40B4-BE49-F238E27FC236}">
                <a16:creationId xmlns:a16="http://schemas.microsoft.com/office/drawing/2014/main" id="{AB62D88E-6F85-646D-3EDF-8ABCEE37C762}"/>
              </a:ext>
            </a:extLst>
          </p:cNvPr>
          <p:cNvGrpSpPr/>
          <p:nvPr/>
        </p:nvGrpSpPr>
        <p:grpSpPr>
          <a:xfrm>
            <a:off x="3007808" y="4244685"/>
            <a:ext cx="4760746" cy="307777"/>
            <a:chOff x="3034021" y="4376933"/>
            <a:chExt cx="4760746" cy="307777"/>
          </a:xfrm>
        </p:grpSpPr>
        <p:sp>
          <p:nvSpPr>
            <p:cNvPr id="4" name="正方形/長方形 3">
              <a:extLst>
                <a:ext uri="{FF2B5EF4-FFF2-40B4-BE49-F238E27FC236}">
                  <a16:creationId xmlns:a16="http://schemas.microsoft.com/office/drawing/2014/main" id="{ECA80CAF-35D8-D3BD-D4DA-78C48C3D32B9}"/>
                </a:ext>
              </a:extLst>
            </p:cNvPr>
            <p:cNvSpPr/>
            <p:nvPr/>
          </p:nvSpPr>
          <p:spPr>
            <a:xfrm>
              <a:off x="4727194" y="4388559"/>
              <a:ext cx="3067573" cy="2845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5" name="テキスト ボックス 4">
              <a:extLst>
                <a:ext uri="{FF2B5EF4-FFF2-40B4-BE49-F238E27FC236}">
                  <a16:creationId xmlns:a16="http://schemas.microsoft.com/office/drawing/2014/main" id="{1CC8F950-9268-6CB7-930F-F4EBBA91EA25}"/>
                </a:ext>
              </a:extLst>
            </p:cNvPr>
            <p:cNvSpPr txBox="1"/>
            <p:nvPr/>
          </p:nvSpPr>
          <p:spPr>
            <a:xfrm>
              <a:off x="3034021" y="4407710"/>
              <a:ext cx="82560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秘密の質問</a:t>
              </a:r>
            </a:p>
          </p:txBody>
        </p:sp>
        <p:sp>
          <p:nvSpPr>
            <p:cNvPr id="6" name="二等辺三角形 5">
              <a:extLst>
                <a:ext uri="{FF2B5EF4-FFF2-40B4-BE49-F238E27FC236}">
                  <a16:creationId xmlns:a16="http://schemas.microsoft.com/office/drawing/2014/main" id="{4DB442F0-F288-3906-F0DA-0114EC709A3B}"/>
                </a:ext>
              </a:extLst>
            </p:cNvPr>
            <p:cNvSpPr/>
            <p:nvPr/>
          </p:nvSpPr>
          <p:spPr>
            <a:xfrm rot="10800000">
              <a:off x="7633980" y="4505904"/>
              <a:ext cx="83890" cy="50334"/>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7" name="テキスト ボックス 6">
              <a:extLst>
                <a:ext uri="{FF2B5EF4-FFF2-40B4-BE49-F238E27FC236}">
                  <a16:creationId xmlns:a16="http://schemas.microsoft.com/office/drawing/2014/main" id="{CB019C2F-B6BF-9F6B-76B5-60A1C35FCD64}"/>
                </a:ext>
              </a:extLst>
            </p:cNvPr>
            <p:cNvSpPr txBox="1"/>
            <p:nvPr/>
          </p:nvSpPr>
          <p:spPr>
            <a:xfrm>
              <a:off x="5132662" y="4376933"/>
              <a:ext cx="244119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ーーーーーーーーーー</a:t>
              </a:r>
            </a:p>
          </p:txBody>
        </p:sp>
        <p:sp>
          <p:nvSpPr>
            <p:cNvPr id="8" name="テキスト ボックス 7">
              <a:extLst>
                <a:ext uri="{FF2B5EF4-FFF2-40B4-BE49-F238E27FC236}">
                  <a16:creationId xmlns:a16="http://schemas.microsoft.com/office/drawing/2014/main" id="{5CA16D4B-7E8E-6CA6-2A7E-497B121B7C7B}"/>
                </a:ext>
              </a:extLst>
            </p:cNvPr>
            <p:cNvSpPr txBox="1"/>
            <p:nvPr/>
          </p:nvSpPr>
          <p:spPr>
            <a:xfrm>
              <a:off x="4275598" y="4415222"/>
              <a:ext cx="54038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質問</a:t>
              </a:r>
            </a:p>
          </p:txBody>
        </p:sp>
      </p:grpSp>
    </p:spTree>
    <p:extLst>
      <p:ext uri="{BB962C8B-B14F-4D97-AF65-F5344CB8AC3E}">
        <p14:creationId xmlns:p14="http://schemas.microsoft.com/office/powerpoint/2010/main" val="863003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0E6B9-6B65-9318-9E93-255057C337DB}"/>
            </a:ext>
          </a:extLst>
        </p:cNvPr>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3C86D144-4D09-336D-179F-91536A5D67D3}"/>
              </a:ext>
            </a:extLst>
          </p:cNvPr>
          <p:cNvGraphicFramePr>
            <a:graphicFrameLocks noGrp="1"/>
          </p:cNvGraphicFramePr>
          <p:nvPr>
            <p:ph idx="1"/>
            <p:extLst>
              <p:ext uri="{D42A27DB-BD31-4B8C-83A1-F6EECF244321}">
                <p14:modId xmlns:p14="http://schemas.microsoft.com/office/powerpoint/2010/main" val="12578176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テキスト ボックス 1">
            <a:extLst>
              <a:ext uri="{FF2B5EF4-FFF2-40B4-BE49-F238E27FC236}">
                <a16:creationId xmlns:a16="http://schemas.microsoft.com/office/drawing/2014/main" id="{3B13595F-7B61-1202-C559-267D9A91F768}"/>
              </a:ext>
            </a:extLst>
          </p:cNvPr>
          <p:cNvSpPr txBox="1"/>
          <p:nvPr/>
        </p:nvSpPr>
        <p:spPr>
          <a:xfrm>
            <a:off x="3591699" y="2798056"/>
            <a:ext cx="2257167" cy="830997"/>
          </a:xfrm>
          <a:prstGeom prst="rect">
            <a:avLst/>
          </a:prstGeom>
          <a:noFill/>
        </p:spPr>
        <p:txBody>
          <a:bodyPr wrap="square" rtlCol="0">
            <a:spAutoFit/>
          </a:bodyPr>
          <a:lstStyle/>
          <a:p>
            <a:pPr lvl="0" algn="ctr"/>
            <a:r>
              <a:rPr kumimoji="1" lang="ja-JP" altLang="en-US" sz="2400" b="1" dirty="0">
                <a:solidFill>
                  <a:schemeClr val="bg1"/>
                </a:solidFill>
              </a:rPr>
              <a:t>施設予約管理</a:t>
            </a:r>
            <a:endParaRPr kumimoji="1" lang="en-US" altLang="ja-JP" sz="2400" b="1" dirty="0">
              <a:solidFill>
                <a:schemeClr val="bg1"/>
              </a:solidFill>
            </a:endParaRPr>
          </a:p>
          <a:p>
            <a:pPr lvl="0" algn="ctr"/>
            <a:r>
              <a:rPr kumimoji="1" lang="ja-JP" altLang="en-US" sz="2400" b="1" dirty="0">
                <a:solidFill>
                  <a:schemeClr val="bg1"/>
                </a:solidFill>
              </a:rPr>
              <a:t>システム</a:t>
            </a:r>
          </a:p>
        </p:txBody>
      </p:sp>
      <p:sp>
        <p:nvSpPr>
          <p:cNvPr id="5" name="テキスト ボックス 4">
            <a:extLst>
              <a:ext uri="{FF2B5EF4-FFF2-40B4-BE49-F238E27FC236}">
                <a16:creationId xmlns:a16="http://schemas.microsoft.com/office/drawing/2014/main" id="{51BF450C-6048-52D0-ECFC-DA3FB57896D3}"/>
              </a:ext>
            </a:extLst>
          </p:cNvPr>
          <p:cNvSpPr txBox="1"/>
          <p:nvPr/>
        </p:nvSpPr>
        <p:spPr>
          <a:xfrm>
            <a:off x="5453449" y="3213555"/>
            <a:ext cx="3039762" cy="523220"/>
          </a:xfrm>
          <a:prstGeom prst="rect">
            <a:avLst/>
          </a:prstGeom>
          <a:noFill/>
        </p:spPr>
        <p:txBody>
          <a:bodyPr wrap="square" rtlCol="0">
            <a:spAutoFit/>
          </a:bodyPr>
          <a:lstStyle/>
          <a:p>
            <a:pPr algn="ctr"/>
            <a:r>
              <a:rPr kumimoji="1" lang="ja-JP" altLang="en-US" sz="1400" dirty="0">
                <a:solidFill>
                  <a:schemeClr val="bg1"/>
                </a:solidFill>
              </a:rPr>
              <a:t>ユーザー管理</a:t>
            </a:r>
            <a:endParaRPr kumimoji="1" lang="en-US" altLang="ja-JP" sz="1400" dirty="0">
              <a:solidFill>
                <a:schemeClr val="bg1"/>
              </a:solidFill>
            </a:endParaRPr>
          </a:p>
          <a:p>
            <a:pPr algn="ctr"/>
            <a:r>
              <a:rPr kumimoji="1" lang="ja-JP" altLang="en-US" sz="1400" dirty="0">
                <a:solidFill>
                  <a:schemeClr val="bg1"/>
                </a:solidFill>
              </a:rPr>
              <a:t>システム</a:t>
            </a:r>
          </a:p>
        </p:txBody>
      </p:sp>
      <p:sp>
        <p:nvSpPr>
          <p:cNvPr id="8" name="テキスト ボックス 7">
            <a:extLst>
              <a:ext uri="{FF2B5EF4-FFF2-40B4-BE49-F238E27FC236}">
                <a16:creationId xmlns:a16="http://schemas.microsoft.com/office/drawing/2014/main" id="{0140B40E-49B4-0150-6AC9-8C25B8041293}"/>
              </a:ext>
            </a:extLst>
          </p:cNvPr>
          <p:cNvSpPr txBox="1"/>
          <p:nvPr/>
        </p:nvSpPr>
        <p:spPr>
          <a:xfrm>
            <a:off x="5362832" y="4816928"/>
            <a:ext cx="2133600" cy="307777"/>
          </a:xfrm>
          <a:prstGeom prst="rect">
            <a:avLst/>
          </a:prstGeom>
          <a:noFill/>
        </p:spPr>
        <p:txBody>
          <a:bodyPr wrap="square" rtlCol="0">
            <a:spAutoFit/>
          </a:bodyPr>
          <a:lstStyle/>
          <a:p>
            <a:r>
              <a:rPr kumimoji="1" lang="ja-JP" altLang="en-US" sz="1400" dirty="0">
                <a:solidFill>
                  <a:schemeClr val="bg1"/>
                </a:solidFill>
              </a:rPr>
              <a:t>画面表示システム</a:t>
            </a:r>
          </a:p>
        </p:txBody>
      </p:sp>
    </p:spTree>
    <p:extLst>
      <p:ext uri="{BB962C8B-B14F-4D97-AF65-F5344CB8AC3E}">
        <p14:creationId xmlns:p14="http://schemas.microsoft.com/office/powerpoint/2010/main" val="3713998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B7FF28-09F7-8864-1CA0-DD13AB4C1851}"/>
              </a:ext>
            </a:extLst>
          </p:cNvPr>
          <p:cNvSpPr>
            <a:spLocks noGrp="1"/>
          </p:cNvSpPr>
          <p:nvPr>
            <p:ph type="title"/>
          </p:nvPr>
        </p:nvSpPr>
        <p:spPr/>
        <p:txBody>
          <a:bodyPr/>
          <a:lstStyle/>
          <a:p>
            <a:r>
              <a:rPr lang="ja-JP" altLang="en-US" dirty="0"/>
              <a:t>必要な機能</a:t>
            </a:r>
          </a:p>
        </p:txBody>
      </p:sp>
      <p:sp>
        <p:nvSpPr>
          <p:cNvPr id="5" name="テキスト ボックス 4">
            <a:extLst>
              <a:ext uri="{FF2B5EF4-FFF2-40B4-BE49-F238E27FC236}">
                <a16:creationId xmlns:a16="http://schemas.microsoft.com/office/drawing/2014/main" id="{11C65F89-4389-4EDA-8FB6-650A4679E130}"/>
              </a:ext>
            </a:extLst>
          </p:cNvPr>
          <p:cNvSpPr txBox="1"/>
          <p:nvPr/>
        </p:nvSpPr>
        <p:spPr>
          <a:xfrm>
            <a:off x="1357745" y="1958085"/>
            <a:ext cx="9989705" cy="3785652"/>
          </a:xfrm>
          <a:prstGeom prst="rect">
            <a:avLst/>
          </a:prstGeom>
          <a:noFill/>
        </p:spPr>
        <p:txBody>
          <a:bodyPr wrap="square" rtlCol="0">
            <a:spAutoFit/>
          </a:bodyPr>
          <a:lstStyle/>
          <a:p>
            <a:pPr marL="285750" lvl="0" indent="-285750" algn="just">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施設の登録・削除</a:t>
            </a:r>
            <a:endParaRPr lang="en-US" altLang="ja-JP" sz="40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285750" lvl="0" indent="-285750" algn="just">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時刻同期</a:t>
            </a:r>
          </a:p>
          <a:p>
            <a:pPr marL="285750" lvl="0" indent="-285750" algn="just">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施設の予約・取り消し</a:t>
            </a:r>
          </a:p>
          <a:p>
            <a:pPr marL="285750" lvl="0" indent="-285750" algn="just">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利用ログの保存・閲覧</a:t>
            </a:r>
          </a:p>
          <a:p>
            <a:pPr marL="285750" lvl="0" indent="-285750" algn="just">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予約の排他制御</a:t>
            </a:r>
          </a:p>
          <a:p>
            <a:pPr marL="285750" lvl="0" indent="-285750" algn="just">
              <a:buFont typeface="Arial" panose="020B0604020202020204" pitchFamily="34" charset="0"/>
              <a:buChar char="•"/>
            </a:pPr>
            <a:r>
              <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予約完了メール送信機能</a:t>
            </a:r>
            <a:endParaRPr lang="en-US" altLang="ja-JP" sz="40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2675370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A0281-FB97-C01C-3345-8C10D30DFD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12E14C-2D67-2FCD-E9FD-2D0542A122BF}"/>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DE10D5B8-D348-1D88-892A-DAB042A89522}"/>
              </a:ext>
            </a:extLst>
          </p:cNvPr>
          <p:cNvGraphicFramePr>
            <a:graphicFrameLocks noGrp="1"/>
          </p:cNvGraphicFramePr>
          <p:nvPr>
            <p:ph idx="1"/>
            <p:extLst>
              <p:ext uri="{D42A27DB-BD31-4B8C-83A1-F6EECF244321}">
                <p14:modId xmlns:p14="http://schemas.microsoft.com/office/powerpoint/2010/main" val="159856962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楕円 2">
            <a:extLst>
              <a:ext uri="{FF2B5EF4-FFF2-40B4-BE49-F238E27FC236}">
                <a16:creationId xmlns:a16="http://schemas.microsoft.com/office/drawing/2014/main" id="{15883DB7-03D9-422A-76D9-DA1CB8A6659A}"/>
              </a:ext>
            </a:extLst>
          </p:cNvPr>
          <p:cNvSpPr/>
          <p:nvPr/>
        </p:nvSpPr>
        <p:spPr>
          <a:xfrm>
            <a:off x="2940501" y="3783727"/>
            <a:ext cx="435133" cy="435133"/>
          </a:xfrm>
          <a:prstGeom prst="ellipse">
            <a:avLst/>
          </a:prstGeom>
        </p:spPr>
        <p:style>
          <a:lnRef idx="2">
            <a:schemeClr val="lt1">
              <a:hueOff val="0"/>
              <a:satOff val="0"/>
              <a:lumOff val="0"/>
              <a:alphaOff val="0"/>
            </a:schemeClr>
          </a:lnRef>
          <a:fillRef idx="1">
            <a:schemeClr val="accent2">
              <a:shade val="50000"/>
              <a:hueOff val="-591173"/>
              <a:satOff val="7783"/>
              <a:lumOff val="46617"/>
              <a:alphaOff val="0"/>
            </a:schemeClr>
          </a:fillRef>
          <a:effectRef idx="0">
            <a:schemeClr val="accent2">
              <a:shade val="50000"/>
              <a:hueOff val="-591173"/>
              <a:satOff val="7783"/>
              <a:lumOff val="46617"/>
              <a:alphaOff val="0"/>
            </a:schemeClr>
          </a:effectRef>
          <a:fontRef idx="minor">
            <a:schemeClr val="lt1"/>
          </a:fontRef>
        </p:style>
        <p:txBody>
          <a:bodyPr/>
          <a:lstStyle/>
          <a:p>
            <a:endParaRPr lang="ja-JP" altLang="en-US"/>
          </a:p>
        </p:txBody>
      </p:sp>
      <p:sp>
        <p:nvSpPr>
          <p:cNvPr id="5" name="楕円 4">
            <a:extLst>
              <a:ext uri="{FF2B5EF4-FFF2-40B4-BE49-F238E27FC236}">
                <a16:creationId xmlns:a16="http://schemas.microsoft.com/office/drawing/2014/main" id="{8D5D88A7-F050-55D6-87D0-024B0E5936ED}"/>
              </a:ext>
            </a:extLst>
          </p:cNvPr>
          <p:cNvSpPr/>
          <p:nvPr/>
        </p:nvSpPr>
        <p:spPr>
          <a:xfrm>
            <a:off x="7774967" y="3783726"/>
            <a:ext cx="435133" cy="435133"/>
          </a:xfrm>
          <a:prstGeom prst="ellipse">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a:lstStyle/>
          <a:p>
            <a:endParaRPr lang="ja-JP" altLang="en-US"/>
          </a:p>
        </p:txBody>
      </p:sp>
      <p:sp>
        <p:nvSpPr>
          <p:cNvPr id="6" name="楕円 5">
            <a:extLst>
              <a:ext uri="{FF2B5EF4-FFF2-40B4-BE49-F238E27FC236}">
                <a16:creationId xmlns:a16="http://schemas.microsoft.com/office/drawing/2014/main" id="{174F85D7-9BF1-2C08-CB50-E48000DBE44A}"/>
              </a:ext>
            </a:extLst>
          </p:cNvPr>
          <p:cNvSpPr/>
          <p:nvPr/>
        </p:nvSpPr>
        <p:spPr>
          <a:xfrm>
            <a:off x="2940501" y="3783726"/>
            <a:ext cx="435133" cy="435133"/>
          </a:xfrm>
          <a:prstGeom prst="ellipse">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a:lstStyle/>
          <a:p>
            <a:endParaRPr lang="ja-JP" altLang="en-US"/>
          </a:p>
        </p:txBody>
      </p:sp>
      <p:sp>
        <p:nvSpPr>
          <p:cNvPr id="7" name="楕円 6">
            <a:extLst>
              <a:ext uri="{FF2B5EF4-FFF2-40B4-BE49-F238E27FC236}">
                <a16:creationId xmlns:a16="http://schemas.microsoft.com/office/drawing/2014/main" id="{EE1E23E4-B4C6-3BB8-AA94-DD9B7BF5AF61}"/>
              </a:ext>
            </a:extLst>
          </p:cNvPr>
          <p:cNvSpPr/>
          <p:nvPr/>
        </p:nvSpPr>
        <p:spPr>
          <a:xfrm>
            <a:off x="7774967" y="3783725"/>
            <a:ext cx="435133" cy="435133"/>
          </a:xfrm>
          <a:prstGeom prst="ellipse">
            <a:avLst/>
          </a:prstGeom>
        </p:spPr>
        <p:style>
          <a:lnRef idx="2">
            <a:schemeClr val="lt1">
              <a:hueOff val="0"/>
              <a:satOff val="0"/>
              <a:lumOff val="0"/>
              <a:alphaOff val="0"/>
            </a:schemeClr>
          </a:lnRef>
          <a:fillRef idx="1">
            <a:schemeClr val="accent2">
              <a:shade val="50000"/>
              <a:hueOff val="-591173"/>
              <a:satOff val="7783"/>
              <a:lumOff val="46617"/>
              <a:alphaOff val="0"/>
            </a:schemeClr>
          </a:fillRef>
          <a:effectRef idx="0">
            <a:schemeClr val="accent2">
              <a:shade val="50000"/>
              <a:hueOff val="-591173"/>
              <a:satOff val="7783"/>
              <a:lumOff val="46617"/>
              <a:alphaOff val="0"/>
            </a:schemeClr>
          </a:effectRef>
          <a:fontRef idx="minor">
            <a:schemeClr val="lt1"/>
          </a:fontRef>
        </p:style>
        <p:txBody>
          <a:bodyPr/>
          <a:lstStyle/>
          <a:p>
            <a:endParaRPr lang="ja-JP" altLang="en-US"/>
          </a:p>
        </p:txBody>
      </p:sp>
    </p:spTree>
    <p:extLst>
      <p:ext uri="{BB962C8B-B14F-4D97-AF65-F5344CB8AC3E}">
        <p14:creationId xmlns:p14="http://schemas.microsoft.com/office/powerpoint/2010/main" val="690464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5C8A77CF-9A08-4B93-87DD-131F91B1D1CA}"/>
              </a:ext>
            </a:extLst>
          </p:cNvPr>
          <p:cNvSpPr/>
          <p:nvPr/>
        </p:nvSpPr>
        <p:spPr>
          <a:xfrm>
            <a:off x="950834" y="208921"/>
            <a:ext cx="4890781" cy="5788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施設管理（利用者）</a:t>
            </a:r>
          </a:p>
        </p:txBody>
      </p:sp>
      <p:grpSp>
        <p:nvGrpSpPr>
          <p:cNvPr id="7" name="グループ化 6">
            <a:extLst>
              <a:ext uri="{FF2B5EF4-FFF2-40B4-BE49-F238E27FC236}">
                <a16:creationId xmlns:a16="http://schemas.microsoft.com/office/drawing/2014/main" id="{C23F2D08-3BB0-4D22-B8D5-ABD1B77284F2}"/>
              </a:ext>
            </a:extLst>
          </p:cNvPr>
          <p:cNvGrpSpPr/>
          <p:nvPr/>
        </p:nvGrpSpPr>
        <p:grpSpPr>
          <a:xfrm>
            <a:off x="296411" y="1008775"/>
            <a:ext cx="3730306" cy="3168943"/>
            <a:chOff x="3366781" y="1688283"/>
            <a:chExt cx="3730306" cy="3168943"/>
          </a:xfrm>
        </p:grpSpPr>
        <p:sp>
          <p:nvSpPr>
            <p:cNvPr id="4" name="正方形/長方形 3">
              <a:extLst>
                <a:ext uri="{FF2B5EF4-FFF2-40B4-BE49-F238E27FC236}">
                  <a16:creationId xmlns:a16="http://schemas.microsoft.com/office/drawing/2014/main" id="{F67639D7-1048-4567-97BF-2D4AA6AAC760}"/>
                </a:ext>
              </a:extLst>
            </p:cNvPr>
            <p:cNvSpPr/>
            <p:nvPr/>
          </p:nvSpPr>
          <p:spPr>
            <a:xfrm>
              <a:off x="3366781" y="1688283"/>
              <a:ext cx="3730306" cy="31689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5" name="四角形: 角を丸くする 4">
              <a:extLst>
                <a:ext uri="{FF2B5EF4-FFF2-40B4-BE49-F238E27FC236}">
                  <a16:creationId xmlns:a16="http://schemas.microsoft.com/office/drawing/2014/main" id="{C3F0E3E4-145C-4921-B518-5864944A3F21}"/>
                </a:ext>
              </a:extLst>
            </p:cNvPr>
            <p:cNvSpPr/>
            <p:nvPr/>
          </p:nvSpPr>
          <p:spPr>
            <a:xfrm>
              <a:off x="4559415" y="2441197"/>
              <a:ext cx="1224793" cy="5788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a:t>
              </a:r>
            </a:p>
          </p:txBody>
        </p:sp>
        <p:sp>
          <p:nvSpPr>
            <p:cNvPr id="6" name="四角形: 角を丸くする 5">
              <a:extLst>
                <a:ext uri="{FF2B5EF4-FFF2-40B4-BE49-F238E27FC236}">
                  <a16:creationId xmlns:a16="http://schemas.microsoft.com/office/drawing/2014/main" id="{77E94ACC-284C-4A16-B94A-AAFCDA021240}"/>
                </a:ext>
              </a:extLst>
            </p:cNvPr>
            <p:cNvSpPr/>
            <p:nvPr/>
          </p:nvSpPr>
          <p:spPr>
            <a:xfrm>
              <a:off x="4546832" y="3649212"/>
              <a:ext cx="1249960" cy="5788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問合せ</a:t>
              </a:r>
            </a:p>
          </p:txBody>
        </p:sp>
      </p:grpSp>
      <p:grpSp>
        <p:nvGrpSpPr>
          <p:cNvPr id="61" name="グループ化 60">
            <a:extLst>
              <a:ext uri="{FF2B5EF4-FFF2-40B4-BE49-F238E27FC236}">
                <a16:creationId xmlns:a16="http://schemas.microsoft.com/office/drawing/2014/main" id="{E60830D0-89F9-4D16-AD97-B9B0E5D38B80}"/>
              </a:ext>
            </a:extLst>
          </p:cNvPr>
          <p:cNvGrpSpPr/>
          <p:nvPr/>
        </p:nvGrpSpPr>
        <p:grpSpPr>
          <a:xfrm>
            <a:off x="6231447" y="408963"/>
            <a:ext cx="5545123" cy="6279159"/>
            <a:chOff x="6288334" y="289420"/>
            <a:chExt cx="5545123" cy="6279159"/>
          </a:xfrm>
        </p:grpSpPr>
        <p:sp>
          <p:nvSpPr>
            <p:cNvPr id="8" name="正方形/長方形 7">
              <a:extLst>
                <a:ext uri="{FF2B5EF4-FFF2-40B4-BE49-F238E27FC236}">
                  <a16:creationId xmlns:a16="http://schemas.microsoft.com/office/drawing/2014/main" id="{F8E240A1-CC67-4A77-8D6F-82196DFE7EAD}"/>
                </a:ext>
              </a:extLst>
            </p:cNvPr>
            <p:cNvSpPr/>
            <p:nvPr/>
          </p:nvSpPr>
          <p:spPr>
            <a:xfrm>
              <a:off x="6288334" y="289420"/>
              <a:ext cx="5545123" cy="62791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9" name="四角形: 角を丸くする 8">
              <a:extLst>
                <a:ext uri="{FF2B5EF4-FFF2-40B4-BE49-F238E27FC236}">
                  <a16:creationId xmlns:a16="http://schemas.microsoft.com/office/drawing/2014/main" id="{F8768535-D80B-4849-8B6C-F01C6EB26401}"/>
                </a:ext>
              </a:extLst>
            </p:cNvPr>
            <p:cNvSpPr/>
            <p:nvPr/>
          </p:nvSpPr>
          <p:spPr>
            <a:xfrm>
              <a:off x="6681217" y="3944719"/>
              <a:ext cx="1613481" cy="4715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開始時間</a:t>
              </a:r>
            </a:p>
          </p:txBody>
        </p:sp>
        <p:sp>
          <p:nvSpPr>
            <p:cNvPr id="10" name="四角形: 角を丸くする 9">
              <a:extLst>
                <a:ext uri="{FF2B5EF4-FFF2-40B4-BE49-F238E27FC236}">
                  <a16:creationId xmlns:a16="http://schemas.microsoft.com/office/drawing/2014/main" id="{40AB59E2-5E9B-4A5A-B8B6-CE8A099787B2}"/>
                </a:ext>
              </a:extLst>
            </p:cNvPr>
            <p:cNvSpPr/>
            <p:nvPr/>
          </p:nvSpPr>
          <p:spPr>
            <a:xfrm>
              <a:off x="6681217" y="3443606"/>
              <a:ext cx="1613481" cy="3763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日付</a:t>
              </a:r>
            </a:p>
          </p:txBody>
        </p:sp>
        <p:sp>
          <p:nvSpPr>
            <p:cNvPr id="11" name="四角形: 角を丸くする 10">
              <a:extLst>
                <a:ext uri="{FF2B5EF4-FFF2-40B4-BE49-F238E27FC236}">
                  <a16:creationId xmlns:a16="http://schemas.microsoft.com/office/drawing/2014/main" id="{52CFB47E-407F-444B-9050-97A9F42ED3D0}"/>
                </a:ext>
              </a:extLst>
            </p:cNvPr>
            <p:cNvSpPr/>
            <p:nvPr/>
          </p:nvSpPr>
          <p:spPr>
            <a:xfrm>
              <a:off x="6681216" y="4572130"/>
              <a:ext cx="1613481" cy="48656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終了時間</a:t>
              </a:r>
            </a:p>
          </p:txBody>
        </p:sp>
        <p:sp>
          <p:nvSpPr>
            <p:cNvPr id="12" name="四角形: 角を丸くする 11">
              <a:extLst>
                <a:ext uri="{FF2B5EF4-FFF2-40B4-BE49-F238E27FC236}">
                  <a16:creationId xmlns:a16="http://schemas.microsoft.com/office/drawing/2014/main" id="{B4BCCE95-3B1E-4069-9AB3-B0CA6384997D}"/>
                </a:ext>
              </a:extLst>
            </p:cNvPr>
            <p:cNvSpPr/>
            <p:nvPr/>
          </p:nvSpPr>
          <p:spPr>
            <a:xfrm>
              <a:off x="6681216" y="5201850"/>
              <a:ext cx="1613481" cy="37007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利用人数</a:t>
              </a:r>
            </a:p>
          </p:txBody>
        </p:sp>
        <p:sp>
          <p:nvSpPr>
            <p:cNvPr id="13" name="四角形: 角を丸くする 12">
              <a:extLst>
                <a:ext uri="{FF2B5EF4-FFF2-40B4-BE49-F238E27FC236}">
                  <a16:creationId xmlns:a16="http://schemas.microsoft.com/office/drawing/2014/main" id="{A8EEDF59-C2A9-49C0-85E9-99B4FED1DB3F}"/>
                </a:ext>
              </a:extLst>
            </p:cNvPr>
            <p:cNvSpPr/>
            <p:nvPr/>
          </p:nvSpPr>
          <p:spPr>
            <a:xfrm>
              <a:off x="10443048" y="5209866"/>
              <a:ext cx="914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予約する</a:t>
              </a:r>
            </a:p>
          </p:txBody>
        </p:sp>
        <p:grpSp>
          <p:nvGrpSpPr>
            <p:cNvPr id="26" name="グループ化 25">
              <a:extLst>
                <a:ext uri="{FF2B5EF4-FFF2-40B4-BE49-F238E27FC236}">
                  <a16:creationId xmlns:a16="http://schemas.microsoft.com/office/drawing/2014/main" id="{D1303B6C-C7CC-4137-9BF7-D13099DC4F78}"/>
                </a:ext>
              </a:extLst>
            </p:cNvPr>
            <p:cNvGrpSpPr/>
            <p:nvPr/>
          </p:nvGrpSpPr>
          <p:grpSpPr>
            <a:xfrm>
              <a:off x="8466263" y="3473073"/>
              <a:ext cx="2964523" cy="2037625"/>
              <a:chOff x="7327422" y="1650255"/>
              <a:chExt cx="2772923" cy="2037625"/>
            </a:xfrm>
          </p:grpSpPr>
          <p:sp>
            <p:nvSpPr>
              <p:cNvPr id="14" name="正方形/長方形 13">
                <a:extLst>
                  <a:ext uri="{FF2B5EF4-FFF2-40B4-BE49-F238E27FC236}">
                    <a16:creationId xmlns:a16="http://schemas.microsoft.com/office/drawing/2014/main" id="{F4A55913-822F-4407-BDBE-4BD57DCD800D}"/>
                  </a:ext>
                </a:extLst>
              </p:cNvPr>
              <p:cNvSpPr/>
              <p:nvPr/>
            </p:nvSpPr>
            <p:spPr>
              <a:xfrm>
                <a:off x="7327422" y="1650255"/>
                <a:ext cx="873583" cy="329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5" name="正方形/長方形 14">
                <a:extLst>
                  <a:ext uri="{FF2B5EF4-FFF2-40B4-BE49-F238E27FC236}">
                    <a16:creationId xmlns:a16="http://schemas.microsoft.com/office/drawing/2014/main" id="{ABA9E28E-3374-4C07-A5D1-D4C01EFEAB46}"/>
                  </a:ext>
                </a:extLst>
              </p:cNvPr>
              <p:cNvSpPr/>
              <p:nvPr/>
            </p:nvSpPr>
            <p:spPr>
              <a:xfrm>
                <a:off x="8554801" y="1650255"/>
                <a:ext cx="529382" cy="3185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6" name="正方形/長方形 15">
                <a:extLst>
                  <a:ext uri="{FF2B5EF4-FFF2-40B4-BE49-F238E27FC236}">
                    <a16:creationId xmlns:a16="http://schemas.microsoft.com/office/drawing/2014/main" id="{3600B25E-7437-47BB-9B19-7FF59005A1C3}"/>
                  </a:ext>
                </a:extLst>
              </p:cNvPr>
              <p:cNvSpPr/>
              <p:nvPr/>
            </p:nvSpPr>
            <p:spPr>
              <a:xfrm>
                <a:off x="9359531" y="1650255"/>
                <a:ext cx="414994" cy="329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8" name="テキスト ボックス 17">
                <a:extLst>
                  <a:ext uri="{FF2B5EF4-FFF2-40B4-BE49-F238E27FC236}">
                    <a16:creationId xmlns:a16="http://schemas.microsoft.com/office/drawing/2014/main" id="{A6CB6E26-6214-4A39-8F56-C70D8B51F60B}"/>
                  </a:ext>
                </a:extLst>
              </p:cNvPr>
              <p:cNvSpPr txBox="1"/>
              <p:nvPr/>
            </p:nvSpPr>
            <p:spPr>
              <a:xfrm>
                <a:off x="8201005" y="1650255"/>
                <a:ext cx="285476" cy="3487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年</a:t>
                </a:r>
              </a:p>
            </p:txBody>
          </p:sp>
          <p:sp>
            <p:nvSpPr>
              <p:cNvPr id="19" name="テキスト ボックス 18">
                <a:extLst>
                  <a:ext uri="{FF2B5EF4-FFF2-40B4-BE49-F238E27FC236}">
                    <a16:creationId xmlns:a16="http://schemas.microsoft.com/office/drawing/2014/main" id="{EB7313EF-A48A-449C-B11D-FBB0C6ED9C5E}"/>
                  </a:ext>
                </a:extLst>
              </p:cNvPr>
              <p:cNvSpPr txBox="1"/>
              <p:nvPr/>
            </p:nvSpPr>
            <p:spPr>
              <a:xfrm>
                <a:off x="9033708" y="1650255"/>
                <a:ext cx="285476" cy="3487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月</a:t>
                </a:r>
              </a:p>
            </p:txBody>
          </p:sp>
          <p:sp>
            <p:nvSpPr>
              <p:cNvPr id="20" name="テキスト ボックス 19">
                <a:extLst>
                  <a:ext uri="{FF2B5EF4-FFF2-40B4-BE49-F238E27FC236}">
                    <a16:creationId xmlns:a16="http://schemas.microsoft.com/office/drawing/2014/main" id="{064E9812-1CB7-4921-96EA-6975DD10FCFE}"/>
                  </a:ext>
                </a:extLst>
              </p:cNvPr>
              <p:cNvSpPr txBox="1"/>
              <p:nvPr/>
            </p:nvSpPr>
            <p:spPr>
              <a:xfrm>
                <a:off x="9814869" y="1650255"/>
                <a:ext cx="285476" cy="3487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日</a:t>
                </a:r>
              </a:p>
            </p:txBody>
          </p:sp>
          <p:sp>
            <p:nvSpPr>
              <p:cNvPr id="25" name="正方形/長方形 24">
                <a:extLst>
                  <a:ext uri="{FF2B5EF4-FFF2-40B4-BE49-F238E27FC236}">
                    <a16:creationId xmlns:a16="http://schemas.microsoft.com/office/drawing/2014/main" id="{C1740F7A-664F-741D-A50F-C0A59E7BD9C5}"/>
                  </a:ext>
                </a:extLst>
              </p:cNvPr>
              <p:cNvSpPr/>
              <p:nvPr/>
            </p:nvSpPr>
            <p:spPr>
              <a:xfrm>
                <a:off x="7327422" y="2183425"/>
                <a:ext cx="1034060" cy="3081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8" name="正方形/長方形 27">
                <a:extLst>
                  <a:ext uri="{FF2B5EF4-FFF2-40B4-BE49-F238E27FC236}">
                    <a16:creationId xmlns:a16="http://schemas.microsoft.com/office/drawing/2014/main" id="{A41619C6-BA90-0B8A-3F54-97E2C0B25517}"/>
                  </a:ext>
                </a:extLst>
              </p:cNvPr>
              <p:cNvSpPr/>
              <p:nvPr/>
            </p:nvSpPr>
            <p:spPr>
              <a:xfrm>
                <a:off x="7327422" y="2791765"/>
                <a:ext cx="1034060" cy="3081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0" name="正方形/長方形 29">
                <a:extLst>
                  <a:ext uri="{FF2B5EF4-FFF2-40B4-BE49-F238E27FC236}">
                    <a16:creationId xmlns:a16="http://schemas.microsoft.com/office/drawing/2014/main" id="{6DCFFD83-080C-FB9C-C699-F6F06A29480A}"/>
                  </a:ext>
                </a:extLst>
              </p:cNvPr>
              <p:cNvSpPr/>
              <p:nvPr/>
            </p:nvSpPr>
            <p:spPr>
              <a:xfrm>
                <a:off x="7338753" y="3387048"/>
                <a:ext cx="1089740" cy="3008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grpSp>
      </p:grpSp>
      <p:graphicFrame>
        <p:nvGraphicFramePr>
          <p:cNvPr id="54" name="表 54">
            <a:extLst>
              <a:ext uri="{FF2B5EF4-FFF2-40B4-BE49-F238E27FC236}">
                <a16:creationId xmlns:a16="http://schemas.microsoft.com/office/drawing/2014/main" id="{5CC83EC4-AFB5-4A1C-A293-55D2B70ADAD4}"/>
              </a:ext>
            </a:extLst>
          </p:cNvPr>
          <p:cNvGraphicFramePr>
            <a:graphicFrameLocks noGrp="1"/>
          </p:cNvGraphicFramePr>
          <p:nvPr/>
        </p:nvGraphicFramePr>
        <p:xfrm>
          <a:off x="6601684" y="519081"/>
          <a:ext cx="4582595" cy="2807652"/>
        </p:xfrm>
        <a:graphic>
          <a:graphicData uri="http://schemas.openxmlformats.org/drawingml/2006/table">
            <a:tbl>
              <a:tblPr firstRow="1" bandRow="1">
                <a:tableStyleId>{5C22544A-7EE6-4342-B048-85BDC9FD1C3A}</a:tableStyleId>
              </a:tblPr>
              <a:tblGrid>
                <a:gridCol w="916519">
                  <a:extLst>
                    <a:ext uri="{9D8B030D-6E8A-4147-A177-3AD203B41FA5}">
                      <a16:colId xmlns:a16="http://schemas.microsoft.com/office/drawing/2014/main" val="654718349"/>
                    </a:ext>
                  </a:extLst>
                </a:gridCol>
                <a:gridCol w="916519">
                  <a:extLst>
                    <a:ext uri="{9D8B030D-6E8A-4147-A177-3AD203B41FA5}">
                      <a16:colId xmlns:a16="http://schemas.microsoft.com/office/drawing/2014/main" val="2586370492"/>
                    </a:ext>
                  </a:extLst>
                </a:gridCol>
                <a:gridCol w="916519">
                  <a:extLst>
                    <a:ext uri="{9D8B030D-6E8A-4147-A177-3AD203B41FA5}">
                      <a16:colId xmlns:a16="http://schemas.microsoft.com/office/drawing/2014/main" val="2741180081"/>
                    </a:ext>
                  </a:extLst>
                </a:gridCol>
                <a:gridCol w="916519">
                  <a:extLst>
                    <a:ext uri="{9D8B030D-6E8A-4147-A177-3AD203B41FA5}">
                      <a16:colId xmlns:a16="http://schemas.microsoft.com/office/drawing/2014/main" val="2391920855"/>
                    </a:ext>
                  </a:extLst>
                </a:gridCol>
                <a:gridCol w="916519">
                  <a:extLst>
                    <a:ext uri="{9D8B030D-6E8A-4147-A177-3AD203B41FA5}">
                      <a16:colId xmlns:a16="http://schemas.microsoft.com/office/drawing/2014/main" val="3869063842"/>
                    </a:ext>
                  </a:extLst>
                </a:gridCol>
              </a:tblGrid>
              <a:tr h="375126">
                <a:tc>
                  <a:txBody>
                    <a:bodyPr/>
                    <a:lstStyle/>
                    <a:p>
                      <a:r>
                        <a:rPr kumimoji="1" lang="ja-JP" altLang="en-US" sz="900" dirty="0"/>
                        <a:t>部屋番号</a:t>
                      </a:r>
                    </a:p>
                  </a:txBody>
                  <a:tcPr/>
                </a:tc>
                <a:tc>
                  <a:txBody>
                    <a:bodyPr/>
                    <a:lstStyle/>
                    <a:p>
                      <a:r>
                        <a:rPr kumimoji="1" lang="en-US" altLang="ja-JP" sz="900" dirty="0"/>
                        <a:t>001</a:t>
                      </a:r>
                      <a:endParaRPr kumimoji="1" lang="ja-JP" altLang="en-US" sz="900" dirty="0"/>
                    </a:p>
                  </a:txBody>
                  <a:tcPr/>
                </a:tc>
                <a:tc>
                  <a:txBody>
                    <a:bodyPr/>
                    <a:lstStyle/>
                    <a:p>
                      <a:r>
                        <a:rPr kumimoji="1" lang="en-US" altLang="ja-JP" sz="900" dirty="0"/>
                        <a:t>002</a:t>
                      </a:r>
                      <a:endParaRPr kumimoji="1" lang="ja-JP" altLang="en-US" sz="900" dirty="0"/>
                    </a:p>
                  </a:txBody>
                  <a:tcPr/>
                </a:tc>
                <a:tc>
                  <a:txBody>
                    <a:bodyPr/>
                    <a:lstStyle/>
                    <a:p>
                      <a:r>
                        <a:rPr kumimoji="1" lang="en-US" altLang="ja-JP" sz="900" dirty="0"/>
                        <a:t>003</a:t>
                      </a:r>
                      <a:endParaRPr kumimoji="1" lang="ja-JP" altLang="en-US" sz="900" dirty="0"/>
                    </a:p>
                  </a:txBody>
                  <a:tcPr/>
                </a:tc>
                <a:tc>
                  <a:txBody>
                    <a:bodyPr/>
                    <a:lstStyle/>
                    <a:p>
                      <a:r>
                        <a:rPr kumimoji="1" lang="en-US" altLang="ja-JP" sz="900" dirty="0"/>
                        <a:t>004</a:t>
                      </a:r>
                      <a:endParaRPr kumimoji="1" lang="ja-JP" altLang="en-US" sz="900" dirty="0"/>
                    </a:p>
                  </a:txBody>
                  <a:tcPr/>
                </a:tc>
                <a:extLst>
                  <a:ext uri="{0D108BD9-81ED-4DB2-BD59-A6C34878D82A}">
                    <a16:rowId xmlns:a16="http://schemas.microsoft.com/office/drawing/2014/main" val="1729954435"/>
                  </a:ext>
                </a:extLst>
              </a:tr>
              <a:tr h="375126">
                <a:tc>
                  <a:txBody>
                    <a:bodyPr/>
                    <a:lstStyle/>
                    <a:p>
                      <a:r>
                        <a:rPr kumimoji="1" lang="ja-JP" altLang="en-US" sz="900" dirty="0"/>
                        <a:t>最大人数</a:t>
                      </a:r>
                    </a:p>
                  </a:txBody>
                  <a:tcPr/>
                </a:tc>
                <a:tc>
                  <a:txBody>
                    <a:bodyPr/>
                    <a:lstStyle/>
                    <a:p>
                      <a:r>
                        <a:rPr kumimoji="1" lang="en-US" altLang="ja-JP" sz="900" dirty="0"/>
                        <a:t>5</a:t>
                      </a:r>
                      <a:endParaRPr kumimoji="1" lang="ja-JP" altLang="en-US" sz="900" dirty="0"/>
                    </a:p>
                  </a:txBody>
                  <a:tcPr/>
                </a:tc>
                <a:tc>
                  <a:txBody>
                    <a:bodyPr/>
                    <a:lstStyle/>
                    <a:p>
                      <a:r>
                        <a:rPr kumimoji="1" lang="en-US" altLang="ja-JP" sz="900" dirty="0"/>
                        <a:t>7</a:t>
                      </a:r>
                      <a:endParaRPr kumimoji="1" lang="ja-JP" altLang="en-US" sz="900" dirty="0"/>
                    </a:p>
                  </a:txBody>
                  <a:tcPr/>
                </a:tc>
                <a:tc>
                  <a:txBody>
                    <a:bodyPr/>
                    <a:lstStyle/>
                    <a:p>
                      <a:r>
                        <a:rPr kumimoji="1" lang="en-US" altLang="ja-JP" sz="900" dirty="0"/>
                        <a:t>6</a:t>
                      </a:r>
                      <a:endParaRPr kumimoji="1" lang="ja-JP" altLang="en-US" sz="900" dirty="0"/>
                    </a:p>
                  </a:txBody>
                  <a:tcPr/>
                </a:tc>
                <a:tc>
                  <a:txBody>
                    <a:bodyPr/>
                    <a:lstStyle/>
                    <a:p>
                      <a:r>
                        <a:rPr kumimoji="1" lang="en-US" altLang="ja-JP" sz="900" dirty="0"/>
                        <a:t>12</a:t>
                      </a:r>
                      <a:endParaRPr kumimoji="1" lang="ja-JP" altLang="en-US" sz="900" dirty="0"/>
                    </a:p>
                  </a:txBody>
                  <a:tcPr/>
                </a:tc>
                <a:extLst>
                  <a:ext uri="{0D108BD9-81ED-4DB2-BD59-A6C34878D82A}">
                    <a16:rowId xmlns:a16="http://schemas.microsoft.com/office/drawing/2014/main" val="1802524180"/>
                  </a:ext>
                </a:extLst>
              </a:tr>
              <a:tr h="214358">
                <a:tc>
                  <a:txBody>
                    <a:bodyPr/>
                    <a:lstStyle/>
                    <a:p>
                      <a:r>
                        <a:rPr kumimoji="1" lang="en-US" altLang="ja-JP" sz="900" dirty="0"/>
                        <a:t>12:00</a:t>
                      </a:r>
                      <a:endParaRPr kumimoji="1" lang="ja-JP" altLang="en-US" sz="900" dirty="0"/>
                    </a:p>
                  </a:txBody>
                  <a:tcPr/>
                </a:tc>
                <a:tc>
                  <a:txBody>
                    <a:bodyPr/>
                    <a:lstStyle/>
                    <a:p>
                      <a:endParaRPr kumimoji="1" lang="ja-JP" altLang="en-US" sz="900" dirty="0"/>
                    </a:p>
                  </a:txBody>
                  <a:tcPr>
                    <a:solidFill>
                      <a:srgbClr val="92D050"/>
                    </a:solidFill>
                  </a:tcPr>
                </a:tc>
                <a:tc>
                  <a:txBody>
                    <a:bodyPr/>
                    <a:lstStyle/>
                    <a:p>
                      <a:endParaRPr kumimoji="1" lang="ja-JP" altLang="en-US" sz="900"/>
                    </a:p>
                  </a:txBody>
                  <a:tcPr/>
                </a:tc>
                <a:tc>
                  <a:txBody>
                    <a:bodyPr/>
                    <a:lstStyle/>
                    <a:p>
                      <a:endParaRPr kumimoji="1" lang="ja-JP" altLang="en-US" sz="900"/>
                    </a:p>
                  </a:txBody>
                  <a:tcPr/>
                </a:tc>
                <a:tc>
                  <a:txBody>
                    <a:bodyPr/>
                    <a:lstStyle/>
                    <a:p>
                      <a:endParaRPr kumimoji="1" lang="ja-JP" altLang="en-US" sz="900" dirty="0"/>
                    </a:p>
                  </a:txBody>
                  <a:tcPr>
                    <a:solidFill>
                      <a:srgbClr val="92D050"/>
                    </a:solidFill>
                  </a:tcPr>
                </a:tc>
                <a:extLst>
                  <a:ext uri="{0D108BD9-81ED-4DB2-BD59-A6C34878D82A}">
                    <a16:rowId xmlns:a16="http://schemas.microsoft.com/office/drawing/2014/main" val="84669429"/>
                  </a:ext>
                </a:extLst>
              </a:tr>
              <a:tr h="214358">
                <a:tc>
                  <a:txBody>
                    <a:bodyPr/>
                    <a:lstStyle/>
                    <a:p>
                      <a:r>
                        <a:rPr kumimoji="1" lang="en-US" altLang="ja-JP" sz="900" dirty="0"/>
                        <a:t>12:30</a:t>
                      </a:r>
                      <a:endParaRPr kumimoji="1" lang="ja-JP" altLang="en-US" sz="900" dirty="0"/>
                    </a:p>
                  </a:txBody>
                  <a:tcPr/>
                </a:tc>
                <a:tc>
                  <a:txBody>
                    <a:bodyPr/>
                    <a:lstStyle/>
                    <a:p>
                      <a:endParaRPr kumimoji="1" lang="ja-JP" altLang="en-US" sz="900"/>
                    </a:p>
                  </a:txBody>
                  <a:tcPr/>
                </a:tc>
                <a:tc>
                  <a:txBody>
                    <a:bodyPr/>
                    <a:lstStyle/>
                    <a:p>
                      <a:endParaRPr kumimoji="1" lang="ja-JP" altLang="en-US" sz="900" dirty="0"/>
                    </a:p>
                  </a:txBody>
                  <a:tcPr>
                    <a:solidFill>
                      <a:srgbClr val="92D050"/>
                    </a:solidFill>
                  </a:tcPr>
                </a:tc>
                <a:tc>
                  <a:txBody>
                    <a:bodyPr/>
                    <a:lstStyle/>
                    <a:p>
                      <a:endParaRPr kumimoji="1" lang="ja-JP" altLang="en-US" sz="900"/>
                    </a:p>
                  </a:txBody>
                  <a:tcPr/>
                </a:tc>
                <a:tc>
                  <a:txBody>
                    <a:bodyPr/>
                    <a:lstStyle/>
                    <a:p>
                      <a:endParaRPr kumimoji="1" lang="ja-JP" altLang="en-US" sz="900"/>
                    </a:p>
                  </a:txBody>
                  <a:tcPr/>
                </a:tc>
                <a:extLst>
                  <a:ext uri="{0D108BD9-81ED-4DB2-BD59-A6C34878D82A}">
                    <a16:rowId xmlns:a16="http://schemas.microsoft.com/office/drawing/2014/main" val="1759314746"/>
                  </a:ext>
                </a:extLst>
              </a:tr>
              <a:tr h="214358">
                <a:tc>
                  <a:txBody>
                    <a:bodyPr/>
                    <a:lstStyle/>
                    <a:p>
                      <a:r>
                        <a:rPr kumimoji="1" lang="en-US" altLang="ja-JP" sz="900" dirty="0"/>
                        <a:t>13:00</a:t>
                      </a:r>
                      <a:endParaRPr kumimoji="1" lang="ja-JP" altLang="en-US" sz="900" dirty="0"/>
                    </a:p>
                  </a:txBody>
                  <a:tcPr/>
                </a:tc>
                <a:tc>
                  <a:txBody>
                    <a:bodyPr/>
                    <a:lstStyle/>
                    <a:p>
                      <a:endParaRPr kumimoji="1" lang="ja-JP" altLang="en-US" sz="900"/>
                    </a:p>
                  </a:txBody>
                  <a:tcPr/>
                </a:tc>
                <a:tc>
                  <a:txBody>
                    <a:bodyPr/>
                    <a:lstStyle/>
                    <a:p>
                      <a:endParaRPr kumimoji="1" lang="ja-JP" altLang="en-US" sz="900" dirty="0"/>
                    </a:p>
                  </a:txBody>
                  <a:tcPr>
                    <a:solidFill>
                      <a:srgbClr val="92D050"/>
                    </a:solidFill>
                  </a:tcPr>
                </a:tc>
                <a:tc>
                  <a:txBody>
                    <a:bodyPr/>
                    <a:lstStyle/>
                    <a:p>
                      <a:endParaRPr kumimoji="1" lang="ja-JP" altLang="en-US" sz="900" dirty="0"/>
                    </a:p>
                  </a:txBody>
                  <a:tcPr>
                    <a:solidFill>
                      <a:srgbClr val="92D050"/>
                    </a:solidFill>
                  </a:tcPr>
                </a:tc>
                <a:tc>
                  <a:txBody>
                    <a:bodyPr/>
                    <a:lstStyle/>
                    <a:p>
                      <a:endParaRPr kumimoji="1" lang="ja-JP" altLang="en-US" sz="900"/>
                    </a:p>
                  </a:txBody>
                  <a:tcPr/>
                </a:tc>
                <a:extLst>
                  <a:ext uri="{0D108BD9-81ED-4DB2-BD59-A6C34878D82A}">
                    <a16:rowId xmlns:a16="http://schemas.microsoft.com/office/drawing/2014/main" val="2449544308"/>
                  </a:ext>
                </a:extLst>
              </a:tr>
              <a:tr h="214358">
                <a:tc>
                  <a:txBody>
                    <a:bodyPr/>
                    <a:lstStyle/>
                    <a:p>
                      <a:r>
                        <a:rPr kumimoji="1" lang="en-US" altLang="ja-JP" sz="900" dirty="0"/>
                        <a:t>13:30</a:t>
                      </a:r>
                      <a:endParaRPr kumimoji="1" lang="ja-JP" altLang="en-US" sz="900" dirty="0"/>
                    </a:p>
                  </a:txBody>
                  <a:tcPr/>
                </a:tc>
                <a:tc>
                  <a:txBody>
                    <a:bodyPr/>
                    <a:lstStyle/>
                    <a:p>
                      <a:endParaRPr kumimoji="1" lang="ja-JP" altLang="en-US" sz="900"/>
                    </a:p>
                  </a:txBody>
                  <a:tcPr/>
                </a:tc>
                <a:tc>
                  <a:txBody>
                    <a:bodyPr/>
                    <a:lstStyle/>
                    <a:p>
                      <a:endParaRPr kumimoji="1" lang="ja-JP" altLang="en-US" sz="900" dirty="0"/>
                    </a:p>
                  </a:txBody>
                  <a:tcPr/>
                </a:tc>
                <a:tc>
                  <a:txBody>
                    <a:bodyPr/>
                    <a:lstStyle/>
                    <a:p>
                      <a:endParaRPr kumimoji="1" lang="ja-JP" altLang="en-US" sz="900" dirty="0"/>
                    </a:p>
                  </a:txBody>
                  <a:tcPr/>
                </a:tc>
                <a:tc>
                  <a:txBody>
                    <a:bodyPr/>
                    <a:lstStyle/>
                    <a:p>
                      <a:endParaRPr kumimoji="1" lang="ja-JP" altLang="en-US" sz="900" dirty="0"/>
                    </a:p>
                  </a:txBody>
                  <a:tcPr/>
                </a:tc>
                <a:extLst>
                  <a:ext uri="{0D108BD9-81ED-4DB2-BD59-A6C34878D82A}">
                    <a16:rowId xmlns:a16="http://schemas.microsoft.com/office/drawing/2014/main" val="1739681438"/>
                  </a:ext>
                </a:extLst>
              </a:tr>
              <a:tr h="214358">
                <a:tc>
                  <a:txBody>
                    <a:bodyPr/>
                    <a:lstStyle/>
                    <a:p>
                      <a:r>
                        <a:rPr kumimoji="1" lang="en-US" altLang="ja-JP" sz="900" dirty="0"/>
                        <a:t>14:00</a:t>
                      </a:r>
                      <a:endParaRPr kumimoji="1" lang="ja-JP" altLang="en-US" sz="900" dirty="0"/>
                    </a:p>
                  </a:txBody>
                  <a:tcPr/>
                </a:tc>
                <a:tc>
                  <a:txBody>
                    <a:bodyPr/>
                    <a:lstStyle/>
                    <a:p>
                      <a:endParaRPr kumimoji="1" lang="ja-JP" altLang="en-US" sz="900" dirty="0"/>
                    </a:p>
                  </a:txBody>
                  <a:tcPr>
                    <a:solidFill>
                      <a:srgbClr val="92D050"/>
                    </a:solidFill>
                  </a:tcPr>
                </a:tc>
                <a:tc>
                  <a:txBody>
                    <a:bodyPr/>
                    <a:lstStyle/>
                    <a:p>
                      <a:endParaRPr kumimoji="1" lang="ja-JP" altLang="en-US" sz="900"/>
                    </a:p>
                  </a:txBody>
                  <a:tcPr/>
                </a:tc>
                <a:tc>
                  <a:txBody>
                    <a:bodyPr/>
                    <a:lstStyle/>
                    <a:p>
                      <a:endParaRPr kumimoji="1" lang="ja-JP" altLang="en-US" sz="900" dirty="0"/>
                    </a:p>
                  </a:txBody>
                  <a:tcPr/>
                </a:tc>
                <a:tc>
                  <a:txBody>
                    <a:bodyPr/>
                    <a:lstStyle/>
                    <a:p>
                      <a:endParaRPr kumimoji="1" lang="ja-JP" altLang="en-US" sz="900" dirty="0"/>
                    </a:p>
                  </a:txBody>
                  <a:tcPr>
                    <a:solidFill>
                      <a:srgbClr val="92D050"/>
                    </a:solidFill>
                  </a:tcPr>
                </a:tc>
                <a:extLst>
                  <a:ext uri="{0D108BD9-81ED-4DB2-BD59-A6C34878D82A}">
                    <a16:rowId xmlns:a16="http://schemas.microsoft.com/office/drawing/2014/main" val="3256433017"/>
                  </a:ext>
                </a:extLst>
              </a:tr>
              <a:tr h="214358">
                <a:tc>
                  <a:txBody>
                    <a:bodyPr/>
                    <a:lstStyle/>
                    <a:p>
                      <a:r>
                        <a:rPr kumimoji="1" lang="en-US" altLang="ja-JP" sz="900" dirty="0"/>
                        <a:t>14:30</a:t>
                      </a:r>
                      <a:endParaRPr kumimoji="1" lang="ja-JP" altLang="en-US" sz="900" dirty="0"/>
                    </a:p>
                  </a:txBody>
                  <a:tcPr/>
                </a:tc>
                <a:tc>
                  <a:txBody>
                    <a:bodyPr/>
                    <a:lstStyle/>
                    <a:p>
                      <a:endParaRPr kumimoji="1" lang="ja-JP" altLang="en-US" sz="900"/>
                    </a:p>
                  </a:txBody>
                  <a:tcPr/>
                </a:tc>
                <a:tc>
                  <a:txBody>
                    <a:bodyPr/>
                    <a:lstStyle/>
                    <a:p>
                      <a:endParaRPr kumimoji="1" lang="ja-JP" altLang="en-US" sz="900" dirty="0"/>
                    </a:p>
                  </a:txBody>
                  <a:tcPr/>
                </a:tc>
                <a:tc>
                  <a:txBody>
                    <a:bodyPr/>
                    <a:lstStyle/>
                    <a:p>
                      <a:endParaRPr kumimoji="1" lang="ja-JP" altLang="en-US" sz="900" dirty="0"/>
                    </a:p>
                  </a:txBody>
                  <a:tcPr>
                    <a:solidFill>
                      <a:srgbClr val="92D050"/>
                    </a:solidFill>
                  </a:tcPr>
                </a:tc>
                <a:tc>
                  <a:txBody>
                    <a:bodyPr/>
                    <a:lstStyle/>
                    <a:p>
                      <a:endParaRPr kumimoji="1" lang="ja-JP" altLang="en-US" sz="900" dirty="0"/>
                    </a:p>
                  </a:txBody>
                  <a:tcPr>
                    <a:solidFill>
                      <a:srgbClr val="92D050"/>
                    </a:solidFill>
                  </a:tcPr>
                </a:tc>
                <a:extLst>
                  <a:ext uri="{0D108BD9-81ED-4DB2-BD59-A6C34878D82A}">
                    <a16:rowId xmlns:a16="http://schemas.microsoft.com/office/drawing/2014/main" val="734409213"/>
                  </a:ext>
                </a:extLst>
              </a:tr>
              <a:tr h="214358">
                <a:tc>
                  <a:txBody>
                    <a:bodyPr/>
                    <a:lstStyle/>
                    <a:p>
                      <a:r>
                        <a:rPr kumimoji="1" lang="en-US" altLang="ja-JP" sz="900" dirty="0"/>
                        <a:t>15:00</a:t>
                      </a:r>
                      <a:endParaRPr kumimoji="1" lang="ja-JP" altLang="en-US" sz="900" dirty="0"/>
                    </a:p>
                  </a:txBody>
                  <a:tcPr/>
                </a:tc>
                <a:tc>
                  <a:txBody>
                    <a:bodyPr/>
                    <a:lstStyle/>
                    <a:p>
                      <a:endParaRPr kumimoji="1" lang="ja-JP" altLang="en-US" sz="900" dirty="0"/>
                    </a:p>
                  </a:txBody>
                  <a:tcPr>
                    <a:solidFill>
                      <a:srgbClr val="92D050"/>
                    </a:solidFill>
                  </a:tcPr>
                </a:tc>
                <a:tc>
                  <a:txBody>
                    <a:bodyPr/>
                    <a:lstStyle/>
                    <a:p>
                      <a:endParaRPr kumimoji="1" lang="ja-JP" altLang="en-US" sz="900"/>
                    </a:p>
                  </a:txBody>
                  <a:tcPr/>
                </a:tc>
                <a:tc>
                  <a:txBody>
                    <a:bodyPr/>
                    <a:lstStyle/>
                    <a:p>
                      <a:endParaRPr kumimoji="1" lang="ja-JP" altLang="en-US" sz="900"/>
                    </a:p>
                  </a:txBody>
                  <a:tcPr/>
                </a:tc>
                <a:tc>
                  <a:txBody>
                    <a:bodyPr/>
                    <a:lstStyle/>
                    <a:p>
                      <a:endParaRPr kumimoji="1" lang="ja-JP" altLang="en-US" sz="900"/>
                    </a:p>
                  </a:txBody>
                  <a:tcPr/>
                </a:tc>
                <a:extLst>
                  <a:ext uri="{0D108BD9-81ED-4DB2-BD59-A6C34878D82A}">
                    <a16:rowId xmlns:a16="http://schemas.microsoft.com/office/drawing/2014/main" val="955031001"/>
                  </a:ext>
                </a:extLst>
              </a:tr>
              <a:tr h="214358">
                <a:tc>
                  <a:txBody>
                    <a:bodyPr/>
                    <a:lstStyle/>
                    <a:p>
                      <a:r>
                        <a:rPr kumimoji="1" lang="en-US" altLang="ja-JP" sz="900" dirty="0"/>
                        <a:t>15:30</a:t>
                      </a:r>
                      <a:endParaRPr kumimoji="1" lang="ja-JP" altLang="en-US" sz="900" dirty="0"/>
                    </a:p>
                  </a:txBody>
                  <a:tcPr/>
                </a:tc>
                <a:tc>
                  <a:txBody>
                    <a:bodyPr/>
                    <a:lstStyle/>
                    <a:p>
                      <a:endParaRPr kumimoji="1" lang="ja-JP" altLang="en-US" sz="900"/>
                    </a:p>
                  </a:txBody>
                  <a:tcPr/>
                </a:tc>
                <a:tc>
                  <a:txBody>
                    <a:bodyPr/>
                    <a:lstStyle/>
                    <a:p>
                      <a:endParaRPr kumimoji="1" lang="ja-JP" altLang="en-US" sz="900" dirty="0"/>
                    </a:p>
                  </a:txBody>
                  <a:tcPr>
                    <a:solidFill>
                      <a:srgbClr val="92D050"/>
                    </a:solidFill>
                  </a:tcPr>
                </a:tc>
                <a:tc>
                  <a:txBody>
                    <a:bodyPr/>
                    <a:lstStyle/>
                    <a:p>
                      <a:endParaRPr kumimoji="1" lang="ja-JP" altLang="en-US" sz="900"/>
                    </a:p>
                  </a:txBody>
                  <a:tcPr/>
                </a:tc>
                <a:tc>
                  <a:txBody>
                    <a:bodyPr/>
                    <a:lstStyle/>
                    <a:p>
                      <a:endParaRPr kumimoji="1" lang="ja-JP" altLang="en-US" sz="900" dirty="0"/>
                    </a:p>
                  </a:txBody>
                  <a:tcPr/>
                </a:tc>
                <a:extLst>
                  <a:ext uri="{0D108BD9-81ED-4DB2-BD59-A6C34878D82A}">
                    <a16:rowId xmlns:a16="http://schemas.microsoft.com/office/drawing/2014/main" val="3117093721"/>
                  </a:ext>
                </a:extLst>
              </a:tr>
              <a:tr h="214358">
                <a:tc>
                  <a:txBody>
                    <a:bodyPr/>
                    <a:lstStyle/>
                    <a:p>
                      <a:r>
                        <a:rPr kumimoji="1" lang="en-US" altLang="ja-JP" sz="900" dirty="0"/>
                        <a:t>16:00</a:t>
                      </a:r>
                      <a:endParaRPr kumimoji="1" lang="ja-JP" altLang="en-US" sz="900" dirty="0"/>
                    </a:p>
                  </a:txBody>
                  <a:tcPr/>
                </a:tc>
                <a:tc>
                  <a:txBody>
                    <a:bodyPr/>
                    <a:lstStyle/>
                    <a:p>
                      <a:endParaRPr kumimoji="1" lang="ja-JP" altLang="en-US" sz="900"/>
                    </a:p>
                  </a:txBody>
                  <a:tcPr/>
                </a:tc>
                <a:tc>
                  <a:txBody>
                    <a:bodyPr/>
                    <a:lstStyle/>
                    <a:p>
                      <a:endParaRPr kumimoji="1" lang="ja-JP" altLang="en-US" sz="900" dirty="0"/>
                    </a:p>
                  </a:txBody>
                  <a:tcPr/>
                </a:tc>
                <a:tc>
                  <a:txBody>
                    <a:bodyPr/>
                    <a:lstStyle/>
                    <a:p>
                      <a:endParaRPr kumimoji="1" lang="ja-JP" altLang="en-US" sz="900"/>
                    </a:p>
                  </a:txBody>
                  <a:tcPr/>
                </a:tc>
                <a:tc>
                  <a:txBody>
                    <a:bodyPr/>
                    <a:lstStyle/>
                    <a:p>
                      <a:endParaRPr kumimoji="1" lang="ja-JP" altLang="en-US" sz="900" dirty="0"/>
                    </a:p>
                  </a:txBody>
                  <a:tcPr>
                    <a:solidFill>
                      <a:srgbClr val="92D050"/>
                    </a:solidFill>
                  </a:tcPr>
                </a:tc>
                <a:extLst>
                  <a:ext uri="{0D108BD9-81ED-4DB2-BD59-A6C34878D82A}">
                    <a16:rowId xmlns:a16="http://schemas.microsoft.com/office/drawing/2014/main" val="2446481682"/>
                  </a:ext>
                </a:extLst>
              </a:tr>
            </a:tbl>
          </a:graphicData>
        </a:graphic>
      </p:graphicFrame>
      <p:sp>
        <p:nvSpPr>
          <p:cNvPr id="3" name="テキスト ボックス 2">
            <a:extLst>
              <a:ext uri="{FF2B5EF4-FFF2-40B4-BE49-F238E27FC236}">
                <a16:creationId xmlns:a16="http://schemas.microsoft.com/office/drawing/2014/main" id="{3FADC7D7-9E82-E837-CA20-5D202CB32FEC}"/>
              </a:ext>
            </a:extLst>
          </p:cNvPr>
          <p:cNvSpPr txBox="1"/>
          <p:nvPr/>
        </p:nvSpPr>
        <p:spPr>
          <a:xfrm>
            <a:off x="9548153" y="4122817"/>
            <a:ext cx="1828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※24h</a:t>
            </a: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表記</a:t>
            </a:r>
          </a:p>
        </p:txBody>
      </p:sp>
      <p:sp>
        <p:nvSpPr>
          <p:cNvPr id="22" name="テキスト ボックス 21">
            <a:extLst>
              <a:ext uri="{FF2B5EF4-FFF2-40B4-BE49-F238E27FC236}">
                <a16:creationId xmlns:a16="http://schemas.microsoft.com/office/drawing/2014/main" id="{A64DD218-DC59-128B-C906-15BAC91E5A55}"/>
              </a:ext>
            </a:extLst>
          </p:cNvPr>
          <p:cNvSpPr txBox="1"/>
          <p:nvPr/>
        </p:nvSpPr>
        <p:spPr>
          <a:xfrm>
            <a:off x="9548153" y="4650670"/>
            <a:ext cx="18288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※24h</a:t>
            </a: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表記</a:t>
            </a:r>
          </a:p>
        </p:txBody>
      </p:sp>
      <p:sp>
        <p:nvSpPr>
          <p:cNvPr id="21" name="テキスト ボックス 20">
            <a:extLst>
              <a:ext uri="{FF2B5EF4-FFF2-40B4-BE49-F238E27FC236}">
                <a16:creationId xmlns:a16="http://schemas.microsoft.com/office/drawing/2014/main" id="{1DB604B6-5E6D-4E48-8569-423C317FAAFC}"/>
              </a:ext>
            </a:extLst>
          </p:cNvPr>
          <p:cNvSpPr txBox="1"/>
          <p:nvPr/>
        </p:nvSpPr>
        <p:spPr>
          <a:xfrm>
            <a:off x="4940872" y="3259123"/>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7" name="テキスト ボックス 26">
            <a:extLst>
              <a:ext uri="{FF2B5EF4-FFF2-40B4-BE49-F238E27FC236}">
                <a16:creationId xmlns:a16="http://schemas.microsoft.com/office/drawing/2014/main" id="{989D35ED-AA2B-4AFF-B118-B016A3022393}"/>
              </a:ext>
            </a:extLst>
          </p:cNvPr>
          <p:cNvSpPr txBox="1"/>
          <p:nvPr/>
        </p:nvSpPr>
        <p:spPr>
          <a:xfrm>
            <a:off x="6546100" y="5791889"/>
            <a:ext cx="304042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・塗りつぶし部分：既に予約あり</a:t>
            </a:r>
            <a:endParaRPr kumimoji="1" lang="en-US" altLang="ja-JP" sz="1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3" name="テキスト ボックス 32">
            <a:extLst>
              <a:ext uri="{FF2B5EF4-FFF2-40B4-BE49-F238E27FC236}">
                <a16:creationId xmlns:a16="http://schemas.microsoft.com/office/drawing/2014/main" id="{95BD1473-CF61-443F-B9EA-64C550F698C5}"/>
              </a:ext>
            </a:extLst>
          </p:cNvPr>
          <p:cNvSpPr txBox="1"/>
          <p:nvPr/>
        </p:nvSpPr>
        <p:spPr>
          <a:xfrm>
            <a:off x="6535022" y="6113004"/>
            <a:ext cx="229858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・塗りつぶしなし：空き</a:t>
            </a:r>
            <a:endParaRPr kumimoji="1" lang="en-US" altLang="ja-JP" sz="1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10821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65580-A7F6-4836-7F5A-AFEB842E26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ACE78A-C743-2BBF-D832-CE483998165E}"/>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0B94E9F1-1112-A871-5486-D666E00B1687}"/>
              </a:ext>
            </a:extLst>
          </p:cNvPr>
          <p:cNvGraphicFramePr>
            <a:graphicFrameLocks noGrp="1"/>
          </p:cNvGraphicFramePr>
          <p:nvPr>
            <p:ph idx="1"/>
            <p:extLst>
              <p:ext uri="{D42A27DB-BD31-4B8C-83A1-F6EECF244321}">
                <p14:modId xmlns:p14="http://schemas.microsoft.com/office/powerpoint/2010/main" val="413614617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楕円 2">
            <a:extLst>
              <a:ext uri="{FF2B5EF4-FFF2-40B4-BE49-F238E27FC236}">
                <a16:creationId xmlns:a16="http://schemas.microsoft.com/office/drawing/2014/main" id="{91F5A003-063E-5AFF-7FAB-E53C51030420}"/>
              </a:ext>
            </a:extLst>
          </p:cNvPr>
          <p:cNvSpPr/>
          <p:nvPr/>
        </p:nvSpPr>
        <p:spPr>
          <a:xfrm>
            <a:off x="2940501" y="3783727"/>
            <a:ext cx="435133" cy="435133"/>
          </a:xfrm>
          <a:prstGeom prst="ellipse">
            <a:avLst/>
          </a:prstGeom>
        </p:spPr>
        <p:style>
          <a:lnRef idx="2">
            <a:schemeClr val="lt1">
              <a:hueOff val="0"/>
              <a:satOff val="0"/>
              <a:lumOff val="0"/>
              <a:alphaOff val="0"/>
            </a:schemeClr>
          </a:lnRef>
          <a:fillRef idx="1">
            <a:schemeClr val="accent2">
              <a:shade val="50000"/>
              <a:hueOff val="-591173"/>
              <a:satOff val="7783"/>
              <a:lumOff val="46617"/>
              <a:alphaOff val="0"/>
            </a:schemeClr>
          </a:fillRef>
          <a:effectRef idx="0">
            <a:schemeClr val="accent2">
              <a:shade val="50000"/>
              <a:hueOff val="-591173"/>
              <a:satOff val="7783"/>
              <a:lumOff val="46617"/>
              <a:alphaOff val="0"/>
            </a:schemeClr>
          </a:effectRef>
          <a:fontRef idx="minor">
            <a:schemeClr val="lt1"/>
          </a:fontRef>
        </p:style>
        <p:txBody>
          <a:bodyPr/>
          <a:lstStyle/>
          <a:p>
            <a:endParaRPr lang="ja-JP" altLang="en-US"/>
          </a:p>
        </p:txBody>
      </p:sp>
      <p:sp>
        <p:nvSpPr>
          <p:cNvPr id="5" name="楕円 4">
            <a:extLst>
              <a:ext uri="{FF2B5EF4-FFF2-40B4-BE49-F238E27FC236}">
                <a16:creationId xmlns:a16="http://schemas.microsoft.com/office/drawing/2014/main" id="{9A77F83B-0958-EA07-2254-E773D6A00451}"/>
              </a:ext>
            </a:extLst>
          </p:cNvPr>
          <p:cNvSpPr/>
          <p:nvPr/>
        </p:nvSpPr>
        <p:spPr>
          <a:xfrm>
            <a:off x="7774967" y="3783726"/>
            <a:ext cx="435133" cy="435133"/>
          </a:xfrm>
          <a:prstGeom prst="ellipse">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a:lstStyle/>
          <a:p>
            <a:endParaRPr lang="ja-JP" altLang="en-US"/>
          </a:p>
        </p:txBody>
      </p:sp>
    </p:spTree>
    <p:extLst>
      <p:ext uri="{BB962C8B-B14F-4D97-AF65-F5344CB8AC3E}">
        <p14:creationId xmlns:p14="http://schemas.microsoft.com/office/powerpoint/2010/main" val="4291747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313B2AE-6F83-4D4A-92C4-19A0395B2D63}"/>
              </a:ext>
            </a:extLst>
          </p:cNvPr>
          <p:cNvSpPr/>
          <p:nvPr/>
        </p:nvSpPr>
        <p:spPr>
          <a:xfrm>
            <a:off x="54063" y="1003301"/>
            <a:ext cx="12137938" cy="527050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 name="四角形: 角を丸くする 2">
            <a:extLst>
              <a:ext uri="{FF2B5EF4-FFF2-40B4-BE49-F238E27FC236}">
                <a16:creationId xmlns:a16="http://schemas.microsoft.com/office/drawing/2014/main" id="{D7D519BF-DD81-48F3-9D1A-6C4344614B69}"/>
              </a:ext>
            </a:extLst>
          </p:cNvPr>
          <p:cNvSpPr/>
          <p:nvPr/>
        </p:nvSpPr>
        <p:spPr>
          <a:xfrm>
            <a:off x="3137483" y="159391"/>
            <a:ext cx="6098796" cy="713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施設管理（管理者）</a:t>
            </a:r>
          </a:p>
        </p:txBody>
      </p:sp>
      <p:graphicFrame>
        <p:nvGraphicFramePr>
          <p:cNvPr id="6" name="表 3">
            <a:extLst>
              <a:ext uri="{FF2B5EF4-FFF2-40B4-BE49-F238E27FC236}">
                <a16:creationId xmlns:a16="http://schemas.microsoft.com/office/drawing/2014/main" id="{477053FA-08E6-40FB-A6F8-CD2FC660CAB2}"/>
              </a:ext>
            </a:extLst>
          </p:cNvPr>
          <p:cNvGraphicFramePr>
            <a:graphicFrameLocks noGrp="1"/>
          </p:cNvGraphicFramePr>
          <p:nvPr/>
        </p:nvGraphicFramePr>
        <p:xfrm>
          <a:off x="235824" y="1169336"/>
          <a:ext cx="11902114" cy="2149021"/>
        </p:xfrm>
        <a:graphic>
          <a:graphicData uri="http://schemas.openxmlformats.org/drawingml/2006/table">
            <a:tbl>
              <a:tblPr firstRow="1" bandRow="1">
                <a:tableStyleId>{5C22544A-7EE6-4342-B048-85BDC9FD1C3A}</a:tableStyleId>
              </a:tblPr>
              <a:tblGrid>
                <a:gridCol w="1700302">
                  <a:extLst>
                    <a:ext uri="{9D8B030D-6E8A-4147-A177-3AD203B41FA5}">
                      <a16:colId xmlns:a16="http://schemas.microsoft.com/office/drawing/2014/main" val="1032764683"/>
                    </a:ext>
                  </a:extLst>
                </a:gridCol>
                <a:gridCol w="1700302">
                  <a:extLst>
                    <a:ext uri="{9D8B030D-6E8A-4147-A177-3AD203B41FA5}">
                      <a16:colId xmlns:a16="http://schemas.microsoft.com/office/drawing/2014/main" val="3651770389"/>
                    </a:ext>
                  </a:extLst>
                </a:gridCol>
                <a:gridCol w="1700302">
                  <a:extLst>
                    <a:ext uri="{9D8B030D-6E8A-4147-A177-3AD203B41FA5}">
                      <a16:colId xmlns:a16="http://schemas.microsoft.com/office/drawing/2014/main" val="1682015117"/>
                    </a:ext>
                  </a:extLst>
                </a:gridCol>
                <a:gridCol w="1700302">
                  <a:extLst>
                    <a:ext uri="{9D8B030D-6E8A-4147-A177-3AD203B41FA5}">
                      <a16:colId xmlns:a16="http://schemas.microsoft.com/office/drawing/2014/main" val="1688972096"/>
                    </a:ext>
                  </a:extLst>
                </a:gridCol>
                <a:gridCol w="1700302">
                  <a:extLst>
                    <a:ext uri="{9D8B030D-6E8A-4147-A177-3AD203B41FA5}">
                      <a16:colId xmlns:a16="http://schemas.microsoft.com/office/drawing/2014/main" val="1861815303"/>
                    </a:ext>
                  </a:extLst>
                </a:gridCol>
                <a:gridCol w="1700302">
                  <a:extLst>
                    <a:ext uri="{9D8B030D-6E8A-4147-A177-3AD203B41FA5}">
                      <a16:colId xmlns:a16="http://schemas.microsoft.com/office/drawing/2014/main" val="4213008924"/>
                    </a:ext>
                  </a:extLst>
                </a:gridCol>
                <a:gridCol w="1700302">
                  <a:extLst>
                    <a:ext uri="{9D8B030D-6E8A-4147-A177-3AD203B41FA5}">
                      <a16:colId xmlns:a16="http://schemas.microsoft.com/office/drawing/2014/main" val="2408368054"/>
                    </a:ext>
                  </a:extLst>
                </a:gridCol>
              </a:tblGrid>
              <a:tr h="589489">
                <a:tc>
                  <a:txBody>
                    <a:bodyPr/>
                    <a:lstStyle/>
                    <a:p>
                      <a:r>
                        <a:rPr kumimoji="1" lang="ja-JP" altLang="en-US" dirty="0"/>
                        <a:t>部屋番号</a:t>
                      </a:r>
                    </a:p>
                  </a:txBody>
                  <a:tcPr/>
                </a:tc>
                <a:tc>
                  <a:txBody>
                    <a:bodyPr/>
                    <a:lstStyle/>
                    <a:p>
                      <a:r>
                        <a:rPr kumimoji="1" lang="ja-JP" altLang="en-US" dirty="0"/>
                        <a:t>人数</a:t>
                      </a:r>
                    </a:p>
                  </a:txBody>
                  <a:tcPr/>
                </a:tc>
                <a:tc>
                  <a:txBody>
                    <a:bodyPr/>
                    <a:lstStyle/>
                    <a:p>
                      <a:r>
                        <a:rPr kumimoji="1" lang="ja-JP" altLang="en-US" dirty="0"/>
                        <a:t>開始時間</a:t>
                      </a:r>
                    </a:p>
                  </a:txBody>
                  <a:tcPr/>
                </a:tc>
                <a:tc>
                  <a:txBody>
                    <a:bodyPr/>
                    <a:lstStyle/>
                    <a:p>
                      <a:r>
                        <a:rPr kumimoji="1" lang="ja-JP" altLang="en-US" dirty="0"/>
                        <a:t>終了時間</a:t>
                      </a:r>
                    </a:p>
                  </a:txBody>
                  <a:tcPr/>
                </a:tc>
                <a:tc>
                  <a:txBody>
                    <a:bodyPr/>
                    <a:lstStyle/>
                    <a:p>
                      <a:r>
                        <a:rPr kumimoji="1" lang="ja-JP" altLang="en-US" dirty="0"/>
                        <a:t>日付</a:t>
                      </a:r>
                    </a:p>
                  </a:txBody>
                  <a:tcPr/>
                </a:tc>
                <a:tc>
                  <a:txBody>
                    <a:bodyPr/>
                    <a:lstStyle/>
                    <a:p>
                      <a:r>
                        <a:rPr kumimoji="1" lang="ja-JP" altLang="en-US" dirty="0"/>
                        <a:t>予約完了時間</a:t>
                      </a:r>
                    </a:p>
                  </a:txBody>
                  <a:tcPr/>
                </a:tc>
                <a:tc>
                  <a:txBody>
                    <a:bodyPr/>
                    <a:lstStyle/>
                    <a:p>
                      <a:r>
                        <a:rPr kumimoji="1" lang="ja-JP" altLang="en-US" dirty="0"/>
                        <a:t>キャンセルフラグ</a:t>
                      </a:r>
                      <a:endParaRPr kumimoji="1" lang="en-US" altLang="ja-JP" dirty="0"/>
                    </a:p>
                  </a:txBody>
                  <a:tcPr/>
                </a:tc>
                <a:extLst>
                  <a:ext uri="{0D108BD9-81ED-4DB2-BD59-A6C34878D82A}">
                    <a16:rowId xmlns:a16="http://schemas.microsoft.com/office/drawing/2014/main" val="2553100352"/>
                  </a:ext>
                </a:extLst>
              </a:tr>
              <a:tr h="411661">
                <a:tc>
                  <a:txBody>
                    <a:bodyPr/>
                    <a:lstStyle/>
                    <a:p>
                      <a:r>
                        <a:rPr kumimoji="1" lang="en-US" altLang="ja-JP" dirty="0"/>
                        <a:t>001</a:t>
                      </a:r>
                    </a:p>
                  </a:txBody>
                  <a:tcPr/>
                </a:tc>
                <a:tc>
                  <a:txBody>
                    <a:bodyPr/>
                    <a:lstStyle/>
                    <a:p>
                      <a:r>
                        <a:rPr kumimoji="1" lang="en-US" altLang="ja-JP" dirty="0"/>
                        <a:t>16</a:t>
                      </a:r>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r>
                        <a:rPr kumimoji="1" lang="en-US" altLang="ja-JP" sz="1400" dirty="0"/>
                        <a:t>2024/05/03/12:54</a:t>
                      </a:r>
                      <a:endParaRPr kumimoji="1" lang="ja-JP" altLang="en-US" sz="1400" dirty="0"/>
                    </a:p>
                  </a:txBody>
                  <a:tcPr/>
                </a:tc>
                <a:tc>
                  <a:txBody>
                    <a:bodyPr/>
                    <a:lstStyle/>
                    <a:p>
                      <a:pPr algn="ctr"/>
                      <a:r>
                        <a:rPr kumimoji="1" lang="ja-JP" altLang="en-US" sz="1600" b="1" dirty="0"/>
                        <a:t>ー</a:t>
                      </a:r>
                    </a:p>
                  </a:txBody>
                  <a:tcPr/>
                </a:tc>
                <a:extLst>
                  <a:ext uri="{0D108BD9-81ED-4DB2-BD59-A6C34878D82A}">
                    <a16:rowId xmlns:a16="http://schemas.microsoft.com/office/drawing/2014/main" val="1523893986"/>
                  </a:ext>
                </a:extLst>
              </a:tr>
              <a:tr h="336851">
                <a:tc>
                  <a:txBody>
                    <a:bodyPr/>
                    <a:lstStyle/>
                    <a:p>
                      <a:r>
                        <a:rPr kumimoji="1" lang="en-US" altLang="ja-JP" dirty="0"/>
                        <a:t>002</a:t>
                      </a:r>
                      <a:endParaRPr kumimoji="1" lang="ja-JP" altLang="en-US" dirty="0"/>
                    </a:p>
                  </a:txBody>
                  <a:tcPr/>
                </a:tc>
                <a:tc>
                  <a:txBody>
                    <a:bodyPr/>
                    <a:lstStyle/>
                    <a:p>
                      <a:r>
                        <a:rPr kumimoji="1" lang="en-US" altLang="ja-JP" dirty="0"/>
                        <a:t>12</a:t>
                      </a:r>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t>ー</a:t>
                      </a:r>
                    </a:p>
                  </a:txBody>
                  <a:tcPr/>
                </a:tc>
                <a:extLst>
                  <a:ext uri="{0D108BD9-81ED-4DB2-BD59-A6C34878D82A}">
                    <a16:rowId xmlns:a16="http://schemas.microsoft.com/office/drawing/2014/main" val="3733962854"/>
                  </a:ext>
                </a:extLst>
              </a:tr>
              <a:tr h="336851">
                <a:tc>
                  <a:txBody>
                    <a:bodyPr/>
                    <a:lstStyle/>
                    <a:p>
                      <a:r>
                        <a:rPr kumimoji="1" lang="en-US" altLang="ja-JP" dirty="0"/>
                        <a:t>003</a:t>
                      </a:r>
                      <a:endParaRPr kumimoji="1" lang="ja-JP" altLang="en-US" dirty="0"/>
                    </a:p>
                  </a:txBody>
                  <a:tcPr/>
                </a:tc>
                <a:tc>
                  <a:txBody>
                    <a:bodyPr/>
                    <a:lstStyle/>
                    <a:p>
                      <a:r>
                        <a:rPr kumimoji="1" lang="en-US" altLang="ja-JP" dirty="0"/>
                        <a:t>20</a:t>
                      </a:r>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t>ー</a:t>
                      </a:r>
                    </a:p>
                  </a:txBody>
                  <a:tcPr/>
                </a:tc>
                <a:extLst>
                  <a:ext uri="{0D108BD9-81ED-4DB2-BD59-A6C34878D82A}">
                    <a16:rowId xmlns:a16="http://schemas.microsoft.com/office/drawing/2014/main" val="1320604238"/>
                  </a:ext>
                </a:extLst>
              </a:tr>
              <a:tr h="336851">
                <a:tc>
                  <a:txBody>
                    <a:bodyPr/>
                    <a:lstStyle/>
                    <a:p>
                      <a:r>
                        <a:rPr kumimoji="1" lang="en-US" altLang="ja-JP" dirty="0"/>
                        <a:t>004</a:t>
                      </a:r>
                      <a:endParaRPr kumimoji="1" lang="ja-JP" altLang="en-US" dirty="0"/>
                    </a:p>
                  </a:txBody>
                  <a:tcPr/>
                </a:tc>
                <a:tc>
                  <a:txBody>
                    <a:bodyPr/>
                    <a:lstStyle/>
                    <a:p>
                      <a:r>
                        <a:rPr kumimoji="1" lang="en-US" altLang="ja-JP" dirty="0"/>
                        <a:t>35</a:t>
                      </a:r>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t>ー</a:t>
                      </a:r>
                    </a:p>
                  </a:txBody>
                  <a:tcPr/>
                </a:tc>
                <a:extLst>
                  <a:ext uri="{0D108BD9-81ED-4DB2-BD59-A6C34878D82A}">
                    <a16:rowId xmlns:a16="http://schemas.microsoft.com/office/drawing/2014/main" val="2643699971"/>
                  </a:ext>
                </a:extLst>
              </a:tr>
            </a:tbl>
          </a:graphicData>
        </a:graphic>
      </p:graphicFrame>
      <p:sp>
        <p:nvSpPr>
          <p:cNvPr id="7" name="四角形: 角を丸くする 6">
            <a:extLst>
              <a:ext uri="{FF2B5EF4-FFF2-40B4-BE49-F238E27FC236}">
                <a16:creationId xmlns:a16="http://schemas.microsoft.com/office/drawing/2014/main" id="{471C80F8-F277-42AD-A0E0-1AA6EE055262}"/>
              </a:ext>
            </a:extLst>
          </p:cNvPr>
          <p:cNvSpPr/>
          <p:nvPr/>
        </p:nvSpPr>
        <p:spPr>
          <a:xfrm>
            <a:off x="1733143" y="5042399"/>
            <a:ext cx="2150376" cy="650149"/>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部屋番号順に整列</a:t>
            </a:r>
          </a:p>
        </p:txBody>
      </p:sp>
      <p:sp>
        <p:nvSpPr>
          <p:cNvPr id="8" name="四角形: 角を丸くする 7">
            <a:extLst>
              <a:ext uri="{FF2B5EF4-FFF2-40B4-BE49-F238E27FC236}">
                <a16:creationId xmlns:a16="http://schemas.microsoft.com/office/drawing/2014/main" id="{1A47CA20-E6D9-4222-B1C4-879DB9AAAC65}"/>
              </a:ext>
            </a:extLst>
          </p:cNvPr>
          <p:cNvSpPr/>
          <p:nvPr/>
        </p:nvSpPr>
        <p:spPr>
          <a:xfrm>
            <a:off x="5020812" y="5058983"/>
            <a:ext cx="2150376" cy="650149"/>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予約完了時間ごとに整列</a:t>
            </a:r>
          </a:p>
        </p:txBody>
      </p:sp>
      <p:sp>
        <p:nvSpPr>
          <p:cNvPr id="10" name="四角形: 角を丸くする 9">
            <a:extLst>
              <a:ext uri="{FF2B5EF4-FFF2-40B4-BE49-F238E27FC236}">
                <a16:creationId xmlns:a16="http://schemas.microsoft.com/office/drawing/2014/main" id="{6AB8199E-306D-4492-98F7-8F62584D9A5C}"/>
              </a:ext>
            </a:extLst>
          </p:cNvPr>
          <p:cNvSpPr/>
          <p:nvPr/>
        </p:nvSpPr>
        <p:spPr>
          <a:xfrm>
            <a:off x="1714150" y="3720086"/>
            <a:ext cx="2150376" cy="650149"/>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予約の追加</a:t>
            </a:r>
          </a:p>
        </p:txBody>
      </p:sp>
      <p:sp>
        <p:nvSpPr>
          <p:cNvPr id="11" name="四角形: 角を丸くする 10">
            <a:extLst>
              <a:ext uri="{FF2B5EF4-FFF2-40B4-BE49-F238E27FC236}">
                <a16:creationId xmlns:a16="http://schemas.microsoft.com/office/drawing/2014/main" id="{418E5AAB-C9BB-401F-80C7-2585E0132A99}"/>
              </a:ext>
            </a:extLst>
          </p:cNvPr>
          <p:cNvSpPr/>
          <p:nvPr/>
        </p:nvSpPr>
        <p:spPr>
          <a:xfrm>
            <a:off x="8182062" y="4175618"/>
            <a:ext cx="2295788" cy="744527"/>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問合せ画面</a:t>
            </a:r>
            <a:r>
              <a:rPr kumimoji="1" lang="en-US" altLang="ja-JP" sz="14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14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管理者用</a:t>
            </a:r>
            <a:r>
              <a:rPr kumimoji="1" lang="en-US" altLang="ja-JP" sz="14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14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へ</a:t>
            </a:r>
          </a:p>
        </p:txBody>
      </p:sp>
      <p:sp>
        <p:nvSpPr>
          <p:cNvPr id="12" name="四角形: 角を丸くする 11">
            <a:extLst>
              <a:ext uri="{FF2B5EF4-FFF2-40B4-BE49-F238E27FC236}">
                <a16:creationId xmlns:a16="http://schemas.microsoft.com/office/drawing/2014/main" id="{75D4E6CC-353D-4765-B42D-A1DA118E1C64}"/>
              </a:ext>
            </a:extLst>
          </p:cNvPr>
          <p:cNvSpPr/>
          <p:nvPr/>
        </p:nvSpPr>
        <p:spPr>
          <a:xfrm>
            <a:off x="5020812" y="3744431"/>
            <a:ext cx="2150376" cy="650149"/>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予約の変更・削除</a:t>
            </a:r>
          </a:p>
        </p:txBody>
      </p:sp>
    </p:spTree>
    <p:extLst>
      <p:ext uri="{BB962C8B-B14F-4D97-AF65-F5344CB8AC3E}">
        <p14:creationId xmlns:p14="http://schemas.microsoft.com/office/powerpoint/2010/main" val="681896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520BE-A33E-C5FB-6093-808B2D6ED0E4}"/>
            </a:ext>
          </a:extLst>
        </p:cNvPr>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B9DDD405-87AE-FCB4-37A1-3FA79F79B11E}"/>
              </a:ext>
            </a:extLst>
          </p:cNvPr>
          <p:cNvGraphicFramePr>
            <a:graphicFrameLocks noGrp="1"/>
          </p:cNvGraphicFramePr>
          <p:nvPr>
            <p:ph idx="1"/>
            <p:extLst>
              <p:ext uri="{D42A27DB-BD31-4B8C-83A1-F6EECF244321}">
                <p14:modId xmlns:p14="http://schemas.microsoft.com/office/powerpoint/2010/main" val="1318975692"/>
              </p:ext>
            </p:extLst>
          </p:nvPr>
        </p:nvGraphicFramePr>
        <p:xfrm>
          <a:off x="838200" y="1817387"/>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テキスト ボックス 1">
            <a:extLst>
              <a:ext uri="{FF2B5EF4-FFF2-40B4-BE49-F238E27FC236}">
                <a16:creationId xmlns:a16="http://schemas.microsoft.com/office/drawing/2014/main" id="{90063F53-CB23-7BCA-D644-B3E4D7E94194}"/>
              </a:ext>
            </a:extLst>
          </p:cNvPr>
          <p:cNvSpPr txBox="1"/>
          <p:nvPr/>
        </p:nvSpPr>
        <p:spPr>
          <a:xfrm>
            <a:off x="3838833" y="1992251"/>
            <a:ext cx="2257167" cy="523220"/>
          </a:xfrm>
          <a:prstGeom prst="rect">
            <a:avLst/>
          </a:prstGeom>
          <a:noFill/>
        </p:spPr>
        <p:txBody>
          <a:bodyPr wrap="square" rtlCol="0">
            <a:spAutoFit/>
          </a:bodyPr>
          <a:lstStyle/>
          <a:p>
            <a:pPr lvl="0" algn="ctr"/>
            <a:r>
              <a:rPr kumimoji="1" lang="ja-JP" altLang="en-US" sz="1400" dirty="0">
                <a:solidFill>
                  <a:schemeClr val="bg1"/>
                </a:solidFill>
              </a:rPr>
              <a:t>施設予約管理</a:t>
            </a:r>
            <a:endParaRPr kumimoji="1" lang="en-US" altLang="ja-JP" sz="1400" dirty="0">
              <a:solidFill>
                <a:schemeClr val="bg1"/>
              </a:solidFill>
            </a:endParaRPr>
          </a:p>
          <a:p>
            <a:pPr lvl="0" algn="ctr"/>
            <a:r>
              <a:rPr kumimoji="1" lang="ja-JP" altLang="en-US" sz="1400" dirty="0">
                <a:solidFill>
                  <a:schemeClr val="bg1"/>
                </a:solidFill>
              </a:rPr>
              <a:t>システム</a:t>
            </a:r>
          </a:p>
        </p:txBody>
      </p:sp>
      <p:sp>
        <p:nvSpPr>
          <p:cNvPr id="5" name="テキスト ボックス 4">
            <a:extLst>
              <a:ext uri="{FF2B5EF4-FFF2-40B4-BE49-F238E27FC236}">
                <a16:creationId xmlns:a16="http://schemas.microsoft.com/office/drawing/2014/main" id="{952861F9-DFC6-A80F-F2BB-C19C95987729}"/>
              </a:ext>
            </a:extLst>
          </p:cNvPr>
          <p:cNvSpPr txBox="1"/>
          <p:nvPr/>
        </p:nvSpPr>
        <p:spPr>
          <a:xfrm>
            <a:off x="5280455" y="1992250"/>
            <a:ext cx="3039762" cy="523220"/>
          </a:xfrm>
          <a:prstGeom prst="rect">
            <a:avLst/>
          </a:prstGeom>
          <a:noFill/>
        </p:spPr>
        <p:txBody>
          <a:bodyPr wrap="square" rtlCol="0">
            <a:spAutoFit/>
          </a:bodyPr>
          <a:lstStyle/>
          <a:p>
            <a:pPr algn="ctr"/>
            <a:r>
              <a:rPr kumimoji="1" lang="ja-JP" altLang="en-US" sz="1400" dirty="0">
                <a:solidFill>
                  <a:schemeClr val="bg1"/>
                </a:solidFill>
              </a:rPr>
              <a:t>ユーザー管理</a:t>
            </a:r>
            <a:endParaRPr kumimoji="1" lang="en-US" altLang="ja-JP" sz="1400" dirty="0">
              <a:solidFill>
                <a:schemeClr val="bg1"/>
              </a:solidFill>
            </a:endParaRPr>
          </a:p>
          <a:p>
            <a:pPr algn="ctr"/>
            <a:r>
              <a:rPr kumimoji="1" lang="ja-JP" altLang="en-US" sz="1400" dirty="0">
                <a:solidFill>
                  <a:schemeClr val="bg1"/>
                </a:solidFill>
              </a:rPr>
              <a:t>システム</a:t>
            </a:r>
          </a:p>
        </p:txBody>
      </p:sp>
      <p:sp>
        <p:nvSpPr>
          <p:cNvPr id="8" name="テキスト ボックス 7">
            <a:extLst>
              <a:ext uri="{FF2B5EF4-FFF2-40B4-BE49-F238E27FC236}">
                <a16:creationId xmlns:a16="http://schemas.microsoft.com/office/drawing/2014/main" id="{1B1CEEF4-BA46-AC35-1899-F54240DB3D92}"/>
              </a:ext>
            </a:extLst>
          </p:cNvPr>
          <p:cNvSpPr txBox="1"/>
          <p:nvPr/>
        </p:nvSpPr>
        <p:spPr>
          <a:xfrm>
            <a:off x="4596714" y="4342530"/>
            <a:ext cx="2792627" cy="461665"/>
          </a:xfrm>
          <a:prstGeom prst="rect">
            <a:avLst/>
          </a:prstGeom>
          <a:noFill/>
        </p:spPr>
        <p:txBody>
          <a:bodyPr wrap="square" rtlCol="0">
            <a:spAutoFit/>
          </a:bodyPr>
          <a:lstStyle/>
          <a:p>
            <a:r>
              <a:rPr kumimoji="1" lang="ja-JP" altLang="en-US" sz="2400" b="1" dirty="0">
                <a:solidFill>
                  <a:schemeClr val="bg1"/>
                </a:solidFill>
              </a:rPr>
              <a:t>画面表示システム</a:t>
            </a:r>
          </a:p>
        </p:txBody>
      </p:sp>
    </p:spTree>
    <p:extLst>
      <p:ext uri="{BB962C8B-B14F-4D97-AF65-F5344CB8AC3E}">
        <p14:creationId xmlns:p14="http://schemas.microsoft.com/office/powerpoint/2010/main" val="1735735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72D559-F6FD-8E77-AB36-07B102AD4427}"/>
              </a:ext>
            </a:extLst>
          </p:cNvPr>
          <p:cNvSpPr>
            <a:spLocks noGrp="1"/>
          </p:cNvSpPr>
          <p:nvPr>
            <p:ph type="title"/>
          </p:nvPr>
        </p:nvSpPr>
        <p:spPr/>
        <p:txBody>
          <a:bodyPr/>
          <a:lstStyle/>
          <a:p>
            <a:r>
              <a:rPr lang="ja-JP" altLang="en-US" dirty="0"/>
              <a:t>必要な機能</a:t>
            </a:r>
          </a:p>
        </p:txBody>
      </p:sp>
      <p:sp>
        <p:nvSpPr>
          <p:cNvPr id="5" name="テキスト ボックス 4">
            <a:extLst>
              <a:ext uri="{FF2B5EF4-FFF2-40B4-BE49-F238E27FC236}">
                <a16:creationId xmlns:a16="http://schemas.microsoft.com/office/drawing/2014/main" id="{611B8F0E-2A08-4946-AC8E-1EB5CE5CFCD9}"/>
              </a:ext>
            </a:extLst>
          </p:cNvPr>
          <p:cNvSpPr txBox="1"/>
          <p:nvPr/>
        </p:nvSpPr>
        <p:spPr>
          <a:xfrm>
            <a:off x="1364095" y="2598003"/>
            <a:ext cx="9989705" cy="1938992"/>
          </a:xfrm>
          <a:prstGeom prst="rect">
            <a:avLst/>
          </a:prstGeom>
          <a:noFill/>
        </p:spPr>
        <p:txBody>
          <a:bodyPr wrap="square" rtlCol="0">
            <a:spAutoFit/>
          </a:bodyPr>
          <a:lstStyle/>
          <a:p>
            <a:pPr marL="285750" indent="-285750">
              <a:buFont typeface="Arial" panose="020B0604020202020204" pitchFamily="34" charset="0"/>
              <a:buChar char="•"/>
            </a:pPr>
            <a:r>
              <a:rPr lang="ja-JP" altLang="en-US" sz="4000" dirty="0"/>
              <a:t>時刻同期</a:t>
            </a:r>
            <a:endParaRPr lang="en-US" altLang="ja-JP" sz="4000" dirty="0"/>
          </a:p>
          <a:p>
            <a:pPr marL="285750" indent="-285750">
              <a:buFont typeface="Arial" panose="020B0604020202020204" pitchFamily="34" charset="0"/>
              <a:buChar char="•"/>
            </a:pPr>
            <a:r>
              <a:rPr lang="ja-JP" altLang="en-US" sz="4000" dirty="0"/>
              <a:t>自動更新と自動ページ遷移機能</a:t>
            </a:r>
            <a:endParaRPr lang="en-US" altLang="ja-JP" sz="4000" dirty="0"/>
          </a:p>
          <a:p>
            <a:pPr marL="285750" indent="-285750">
              <a:buFont typeface="Arial" panose="020B0604020202020204" pitchFamily="34" charset="0"/>
              <a:buChar char="•"/>
            </a:pPr>
            <a:r>
              <a:rPr kumimoji="1" lang="ja-JP" altLang="en-US" sz="4000" dirty="0"/>
              <a:t>リアルタイムでの応答機能と状態遷移</a:t>
            </a:r>
          </a:p>
        </p:txBody>
      </p:sp>
    </p:spTree>
    <p:extLst>
      <p:ext uri="{BB962C8B-B14F-4D97-AF65-F5344CB8AC3E}">
        <p14:creationId xmlns:p14="http://schemas.microsoft.com/office/powerpoint/2010/main" val="1047067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FB4C0-0B1F-40A3-07E5-101FAB5641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D8996-BC23-1B60-2C45-CE6B7A24A1AA}"/>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371E1053-573C-4BAA-DACB-1A112EEEBAEA}"/>
              </a:ext>
            </a:extLst>
          </p:cNvPr>
          <p:cNvGraphicFramePr>
            <a:graphicFrameLocks noGrp="1"/>
          </p:cNvGraphicFramePr>
          <p:nvPr>
            <p:ph idx="1"/>
            <p:extLst>
              <p:ext uri="{D42A27DB-BD31-4B8C-83A1-F6EECF244321}">
                <p14:modId xmlns:p14="http://schemas.microsoft.com/office/powerpoint/2010/main" val="23784881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23626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A56B81E6-4A2F-85A7-8E9B-7EFB9BE9F89A}"/>
              </a:ext>
            </a:extLst>
          </p:cNvPr>
          <p:cNvGrpSpPr/>
          <p:nvPr/>
        </p:nvGrpSpPr>
        <p:grpSpPr>
          <a:xfrm>
            <a:off x="1376073" y="332728"/>
            <a:ext cx="9439853" cy="6192544"/>
            <a:chOff x="1475817" y="3240350"/>
            <a:chExt cx="4438835" cy="2911876"/>
          </a:xfrm>
        </p:grpSpPr>
        <p:grpSp>
          <p:nvGrpSpPr>
            <p:cNvPr id="5" name="グループ化 4">
              <a:extLst>
                <a:ext uri="{FF2B5EF4-FFF2-40B4-BE49-F238E27FC236}">
                  <a16:creationId xmlns:a16="http://schemas.microsoft.com/office/drawing/2014/main" id="{E08140F9-FB4E-79E3-7251-9930435368A1}"/>
                </a:ext>
              </a:extLst>
            </p:cNvPr>
            <p:cNvGrpSpPr/>
            <p:nvPr/>
          </p:nvGrpSpPr>
          <p:grpSpPr>
            <a:xfrm>
              <a:off x="1475817" y="3240350"/>
              <a:ext cx="4438835" cy="2911876"/>
              <a:chOff x="1475817" y="3240350"/>
              <a:chExt cx="4438835" cy="2911876"/>
            </a:xfrm>
          </p:grpSpPr>
          <p:sp>
            <p:nvSpPr>
              <p:cNvPr id="7" name="正方形/長方形 6">
                <a:extLst>
                  <a:ext uri="{FF2B5EF4-FFF2-40B4-BE49-F238E27FC236}">
                    <a16:creationId xmlns:a16="http://schemas.microsoft.com/office/drawing/2014/main" id="{BD72249B-CFE3-5ECF-C71C-1CC6EF84F8EE}"/>
                  </a:ext>
                </a:extLst>
              </p:cNvPr>
              <p:cNvSpPr/>
              <p:nvPr/>
            </p:nvSpPr>
            <p:spPr>
              <a:xfrm>
                <a:off x="1475817" y="3240350"/>
                <a:ext cx="4438835" cy="291187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6DEFAB7C-6B3E-9677-08C2-8D28641C6B41}"/>
                  </a:ext>
                </a:extLst>
              </p:cNvPr>
              <p:cNvSpPr/>
              <p:nvPr/>
            </p:nvSpPr>
            <p:spPr>
              <a:xfrm>
                <a:off x="1538668" y="3308042"/>
                <a:ext cx="4313131" cy="2776492"/>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6" name="図 5">
              <a:extLst>
                <a:ext uri="{FF2B5EF4-FFF2-40B4-BE49-F238E27FC236}">
                  <a16:creationId xmlns:a16="http://schemas.microsoft.com/office/drawing/2014/main" id="{788CDEB3-6397-4351-CC44-42A4F53F6CC1}"/>
                </a:ext>
              </a:extLst>
            </p:cNvPr>
            <p:cNvPicPr>
              <a:picLocks noChangeAspect="1"/>
            </p:cNvPicPr>
            <p:nvPr/>
          </p:nvPicPr>
          <p:blipFill>
            <a:blip r:embed="rId3"/>
            <a:stretch>
              <a:fillRect/>
            </a:stretch>
          </p:blipFill>
          <p:spPr>
            <a:xfrm>
              <a:off x="1668839" y="3489381"/>
              <a:ext cx="4028901" cy="2405849"/>
            </a:xfrm>
            <a:prstGeom prst="rect">
              <a:avLst/>
            </a:prstGeom>
          </p:spPr>
        </p:pic>
      </p:grpSp>
    </p:spTree>
    <p:extLst>
      <p:ext uri="{BB962C8B-B14F-4D97-AF65-F5344CB8AC3E}">
        <p14:creationId xmlns:p14="http://schemas.microsoft.com/office/powerpoint/2010/main" val="2737425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78EDF-61FE-00F1-6D8B-5F1C68103B2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8D3880-046D-29AA-1F69-A5F12EAA5F38}"/>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F4580F61-44CA-33D9-F057-273EFA09EE29}"/>
              </a:ext>
            </a:extLst>
          </p:cNvPr>
          <p:cNvGraphicFramePr>
            <a:graphicFrameLocks noGrp="1"/>
          </p:cNvGraphicFramePr>
          <p:nvPr>
            <p:ph idx="1"/>
            <p:extLst>
              <p:ext uri="{D42A27DB-BD31-4B8C-83A1-F6EECF244321}">
                <p14:modId xmlns:p14="http://schemas.microsoft.com/office/powerpoint/2010/main" val="137918800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楕円 2">
            <a:extLst>
              <a:ext uri="{FF2B5EF4-FFF2-40B4-BE49-F238E27FC236}">
                <a16:creationId xmlns:a16="http://schemas.microsoft.com/office/drawing/2014/main" id="{7C278501-8BDD-7872-E03D-02711B361102}"/>
              </a:ext>
            </a:extLst>
          </p:cNvPr>
          <p:cNvSpPr/>
          <p:nvPr/>
        </p:nvSpPr>
        <p:spPr>
          <a:xfrm>
            <a:off x="7774966" y="3783727"/>
            <a:ext cx="435133" cy="435133"/>
          </a:xfrm>
          <a:prstGeom prst="ellipse">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a:lstStyle/>
          <a:p>
            <a:endParaRPr lang="ja-JP" altLang="en-US"/>
          </a:p>
        </p:txBody>
      </p:sp>
      <p:sp>
        <p:nvSpPr>
          <p:cNvPr id="5" name="楕円 4">
            <a:extLst>
              <a:ext uri="{FF2B5EF4-FFF2-40B4-BE49-F238E27FC236}">
                <a16:creationId xmlns:a16="http://schemas.microsoft.com/office/drawing/2014/main" id="{059593B1-D8D3-C036-AB03-C22E686DFA1E}"/>
              </a:ext>
            </a:extLst>
          </p:cNvPr>
          <p:cNvSpPr/>
          <p:nvPr/>
        </p:nvSpPr>
        <p:spPr>
          <a:xfrm>
            <a:off x="2915101" y="3783727"/>
            <a:ext cx="435133" cy="435133"/>
          </a:xfrm>
          <a:prstGeom prst="ellipse">
            <a:avLst/>
          </a:prstGeom>
        </p:spPr>
        <p:style>
          <a:lnRef idx="2">
            <a:schemeClr val="lt1">
              <a:hueOff val="0"/>
              <a:satOff val="0"/>
              <a:lumOff val="0"/>
              <a:alphaOff val="0"/>
            </a:schemeClr>
          </a:lnRef>
          <a:fillRef idx="1">
            <a:schemeClr val="accent2">
              <a:shade val="50000"/>
              <a:hueOff val="-591173"/>
              <a:satOff val="7783"/>
              <a:lumOff val="46617"/>
              <a:alphaOff val="0"/>
            </a:schemeClr>
          </a:fillRef>
          <a:effectRef idx="0">
            <a:schemeClr val="accent2">
              <a:shade val="50000"/>
              <a:hueOff val="-591173"/>
              <a:satOff val="7783"/>
              <a:lumOff val="46617"/>
              <a:alphaOff val="0"/>
            </a:schemeClr>
          </a:effectRef>
          <a:fontRef idx="minor">
            <a:schemeClr val="lt1"/>
          </a:fontRef>
        </p:style>
        <p:txBody>
          <a:bodyPr/>
          <a:lstStyle/>
          <a:p>
            <a:endParaRPr lang="ja-JP" altLang="en-US"/>
          </a:p>
        </p:txBody>
      </p:sp>
    </p:spTree>
    <p:extLst>
      <p:ext uri="{BB962C8B-B14F-4D97-AF65-F5344CB8AC3E}">
        <p14:creationId xmlns:p14="http://schemas.microsoft.com/office/powerpoint/2010/main" val="1028428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ADBF3B8-7A69-4BE5-A112-F65ECCAADF14}"/>
              </a:ext>
            </a:extLst>
          </p:cNvPr>
          <p:cNvSpPr/>
          <p:nvPr/>
        </p:nvSpPr>
        <p:spPr>
          <a:xfrm>
            <a:off x="1711354" y="1124207"/>
            <a:ext cx="8387592" cy="51256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 name="四角形: 角を丸くする 1">
            <a:extLst>
              <a:ext uri="{FF2B5EF4-FFF2-40B4-BE49-F238E27FC236}">
                <a16:creationId xmlns:a16="http://schemas.microsoft.com/office/drawing/2014/main" id="{CC2FBFE3-597C-48A1-BA0A-6137A78716CB}"/>
              </a:ext>
            </a:extLst>
          </p:cNvPr>
          <p:cNvSpPr/>
          <p:nvPr/>
        </p:nvSpPr>
        <p:spPr>
          <a:xfrm>
            <a:off x="3682768" y="226503"/>
            <a:ext cx="4051882" cy="71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画面表示（サイネージ画面）</a:t>
            </a:r>
          </a:p>
        </p:txBody>
      </p:sp>
      <p:grpSp>
        <p:nvGrpSpPr>
          <p:cNvPr id="8" name="グループ化 7">
            <a:extLst>
              <a:ext uri="{FF2B5EF4-FFF2-40B4-BE49-F238E27FC236}">
                <a16:creationId xmlns:a16="http://schemas.microsoft.com/office/drawing/2014/main" id="{5FD29A20-3828-4185-BB2A-932496E0EBBC}"/>
              </a:ext>
            </a:extLst>
          </p:cNvPr>
          <p:cNvGrpSpPr/>
          <p:nvPr/>
        </p:nvGrpSpPr>
        <p:grpSpPr>
          <a:xfrm>
            <a:off x="2218538" y="3334838"/>
            <a:ext cx="3179428" cy="2239862"/>
            <a:chOff x="2260834" y="2732713"/>
            <a:chExt cx="3179428" cy="2239862"/>
          </a:xfrm>
        </p:grpSpPr>
        <p:sp>
          <p:nvSpPr>
            <p:cNvPr id="4" name="四角形: 対角を丸める 3">
              <a:extLst>
                <a:ext uri="{FF2B5EF4-FFF2-40B4-BE49-F238E27FC236}">
                  <a16:creationId xmlns:a16="http://schemas.microsoft.com/office/drawing/2014/main" id="{2E84F57D-43B1-4B6F-A2F4-DB0C0CFF0108}"/>
                </a:ext>
              </a:extLst>
            </p:cNvPr>
            <p:cNvSpPr/>
            <p:nvPr/>
          </p:nvSpPr>
          <p:spPr>
            <a:xfrm>
              <a:off x="2260834" y="2732713"/>
              <a:ext cx="3179428" cy="2239862"/>
            </a:xfrm>
            <a:prstGeom prst="round2Diag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5" name="テキスト ボックス 4">
              <a:extLst>
                <a:ext uri="{FF2B5EF4-FFF2-40B4-BE49-F238E27FC236}">
                  <a16:creationId xmlns:a16="http://schemas.microsoft.com/office/drawing/2014/main" id="{078147BD-3207-4167-8896-B9BEA87E4D61}"/>
                </a:ext>
              </a:extLst>
            </p:cNvPr>
            <p:cNvSpPr txBox="1"/>
            <p:nvPr/>
          </p:nvSpPr>
          <p:spPr>
            <a:xfrm>
              <a:off x="2260834" y="2984114"/>
              <a:ext cx="2172390"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・開始時間：</a:t>
              </a:r>
              <a:r>
                <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13:00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・終了時間：</a:t>
              </a:r>
              <a:r>
                <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14:00</a:t>
              </a:r>
              <a:endPar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pSp>
      <p:sp>
        <p:nvSpPr>
          <p:cNvPr id="7" name="四角形: 角を丸くする 6">
            <a:extLst>
              <a:ext uri="{FF2B5EF4-FFF2-40B4-BE49-F238E27FC236}">
                <a16:creationId xmlns:a16="http://schemas.microsoft.com/office/drawing/2014/main" id="{EB2F6D95-EE30-489B-975D-D592BA13039F}"/>
              </a:ext>
            </a:extLst>
          </p:cNvPr>
          <p:cNvSpPr/>
          <p:nvPr/>
        </p:nvSpPr>
        <p:spPr>
          <a:xfrm>
            <a:off x="3292678" y="1437449"/>
            <a:ext cx="4802697" cy="1266471"/>
          </a:xfrm>
          <a:prstGeom prst="roundRect">
            <a:avLst/>
          </a:pr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現在　使用中</a:t>
            </a:r>
          </a:p>
        </p:txBody>
      </p:sp>
      <p:grpSp>
        <p:nvGrpSpPr>
          <p:cNvPr id="11" name="グループ化 10">
            <a:extLst>
              <a:ext uri="{FF2B5EF4-FFF2-40B4-BE49-F238E27FC236}">
                <a16:creationId xmlns:a16="http://schemas.microsoft.com/office/drawing/2014/main" id="{272AB113-9DB0-44A8-9753-67795C2924BB}"/>
              </a:ext>
            </a:extLst>
          </p:cNvPr>
          <p:cNvGrpSpPr/>
          <p:nvPr/>
        </p:nvGrpSpPr>
        <p:grpSpPr>
          <a:xfrm>
            <a:off x="6069259" y="3938845"/>
            <a:ext cx="3358393" cy="704410"/>
            <a:chOff x="5917035" y="3164748"/>
            <a:chExt cx="3358393" cy="704410"/>
          </a:xfrm>
        </p:grpSpPr>
        <p:sp>
          <p:nvSpPr>
            <p:cNvPr id="9" name="四角形: 1 つの角を丸める 8">
              <a:extLst>
                <a:ext uri="{FF2B5EF4-FFF2-40B4-BE49-F238E27FC236}">
                  <a16:creationId xmlns:a16="http://schemas.microsoft.com/office/drawing/2014/main" id="{0CF1F01A-6F9E-47BE-8EA5-87F1C0580971}"/>
                </a:ext>
              </a:extLst>
            </p:cNvPr>
            <p:cNvSpPr/>
            <p:nvPr/>
          </p:nvSpPr>
          <p:spPr>
            <a:xfrm>
              <a:off x="5917035" y="3164748"/>
              <a:ext cx="3358393" cy="704410"/>
            </a:xfrm>
            <a:prstGeom prst="round1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0" name="テキスト ボックス 9">
              <a:extLst>
                <a:ext uri="{FF2B5EF4-FFF2-40B4-BE49-F238E27FC236}">
                  <a16:creationId xmlns:a16="http://schemas.microsoft.com/office/drawing/2014/main" id="{EB6E5439-403D-465C-9933-5A0F5FEBBA41}"/>
                </a:ext>
              </a:extLst>
            </p:cNvPr>
            <p:cNvSpPr txBox="1"/>
            <p:nvPr/>
          </p:nvSpPr>
          <p:spPr>
            <a:xfrm>
              <a:off x="6136927" y="3345109"/>
              <a:ext cx="29546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使用者・団体名：営業一課</a:t>
              </a:r>
            </a:p>
          </p:txBody>
        </p:sp>
      </p:grpSp>
    </p:spTree>
    <p:extLst>
      <p:ext uri="{BB962C8B-B14F-4D97-AF65-F5344CB8AC3E}">
        <p14:creationId xmlns:p14="http://schemas.microsoft.com/office/powerpoint/2010/main" val="4228436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560198-6338-FA05-B1AD-EAEBDB316465}"/>
              </a:ext>
            </a:extLst>
          </p:cNvPr>
          <p:cNvSpPr>
            <a:spLocks noGrp="1"/>
          </p:cNvSpPr>
          <p:nvPr>
            <p:ph type="title"/>
          </p:nvPr>
        </p:nvSpPr>
        <p:spPr/>
        <p:txBody>
          <a:bodyPr/>
          <a:lstStyle/>
          <a:p>
            <a:r>
              <a:rPr lang="ja-JP" altLang="en-US" dirty="0"/>
              <a:t>システムのカスタマイズ</a:t>
            </a:r>
          </a:p>
        </p:txBody>
      </p:sp>
      <p:sp>
        <p:nvSpPr>
          <p:cNvPr id="4" name="テキスト ボックス 3">
            <a:extLst>
              <a:ext uri="{FF2B5EF4-FFF2-40B4-BE49-F238E27FC236}">
                <a16:creationId xmlns:a16="http://schemas.microsoft.com/office/drawing/2014/main" id="{B90BB642-3561-52C4-AC3A-5A0DC8F2983D}"/>
              </a:ext>
            </a:extLst>
          </p:cNvPr>
          <p:cNvSpPr txBox="1"/>
          <p:nvPr/>
        </p:nvSpPr>
        <p:spPr>
          <a:xfrm>
            <a:off x="1364095" y="2598003"/>
            <a:ext cx="9989705" cy="292387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4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施設管理者用ポータル画面</a:t>
            </a:r>
            <a:endParaRPr kumimoji="1" lang="en-US" altLang="ja-JP" sz="4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4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ダッシュボード</a:t>
            </a:r>
            <a:endParaRPr kumimoji="1" lang="en-US" altLang="ja-JP" sz="4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4000" dirty="0">
                <a:solidFill>
                  <a:prstClr val="black"/>
                </a:solidFill>
                <a:latin typeface="游ゴシック" panose="020F0502020204030204"/>
                <a:ea typeface="游ゴシック" panose="020B0400000000000000" pitchFamily="50" charset="-128"/>
              </a:rPr>
              <a:t>ログ管理</a:t>
            </a:r>
            <a:endParaRPr lang="en-US" altLang="ja-JP" sz="4000" dirty="0">
              <a:solidFill>
                <a:prstClr val="black"/>
              </a:solidFill>
              <a:latin typeface="游ゴシック" panose="020F0502020204030204"/>
              <a:ea typeface="游ゴシック" panose="020B0400000000000000" pitchFamily="50" charset="-128"/>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4000" dirty="0">
                <a:solidFill>
                  <a:prstClr val="black"/>
                </a:solidFill>
                <a:latin typeface="游ゴシック" panose="020F0502020204030204"/>
                <a:ea typeface="游ゴシック" panose="020B0400000000000000" pitchFamily="50" charset="-128"/>
              </a:rPr>
              <a:t>機能を追加する機能</a:t>
            </a:r>
            <a:endParaRPr lang="en-US" altLang="ja-JP" sz="4000" dirty="0">
              <a:solidFill>
                <a:prstClr val="black"/>
              </a:solidFill>
              <a:latin typeface="游ゴシック" panose="020F0502020204030204"/>
              <a:ea typeface="游ゴシック" panose="020B0400000000000000" pitchFamily="50" charset="-128"/>
            </a:endParaRPr>
          </a:p>
          <a:p>
            <a:pPr marR="0" lvl="0" algn="l" defTabSz="914400" rtl="0" eaLnBrk="1" fontAlgn="auto" latinLnBrk="0" hangingPunct="1">
              <a:lnSpc>
                <a:spcPct val="100000"/>
              </a:lnSpc>
              <a:spcBef>
                <a:spcPts val="0"/>
              </a:spcBef>
              <a:spcAft>
                <a:spcPts val="0"/>
              </a:spcAft>
              <a:buClrTx/>
              <a:buSzTx/>
              <a:tabLst/>
              <a:defRPr/>
            </a:pP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975979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3CB18-4CF5-12CD-EDAD-F8CD39D571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C6593D-622C-DBF1-C81C-A9939839EF42}"/>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82C30CB7-2EEE-8252-B1DB-6A11C930781E}"/>
              </a:ext>
            </a:extLst>
          </p:cNvPr>
          <p:cNvGraphicFramePr>
            <a:graphicFrameLocks noGrp="1"/>
          </p:cNvGraphicFramePr>
          <p:nvPr>
            <p:ph idx="1"/>
            <p:extLst>
              <p:ext uri="{D42A27DB-BD31-4B8C-83A1-F6EECF244321}">
                <p14:modId xmlns:p14="http://schemas.microsoft.com/office/powerpoint/2010/main" val="124570273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6621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1F112397-C8D5-46B0-BDEF-3FDACDF1200C}"/>
              </a:ext>
            </a:extLst>
          </p:cNvPr>
          <p:cNvSpPr/>
          <p:nvPr/>
        </p:nvSpPr>
        <p:spPr>
          <a:xfrm>
            <a:off x="426598" y="132226"/>
            <a:ext cx="1682361" cy="6798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ポータル画面</a:t>
            </a:r>
          </a:p>
        </p:txBody>
      </p:sp>
      <p:sp>
        <p:nvSpPr>
          <p:cNvPr id="5" name="正方形/長方形 4">
            <a:extLst>
              <a:ext uri="{FF2B5EF4-FFF2-40B4-BE49-F238E27FC236}">
                <a16:creationId xmlns:a16="http://schemas.microsoft.com/office/drawing/2014/main" id="{E117627B-6C6C-43B9-A053-DBC72A6DE011}"/>
              </a:ext>
            </a:extLst>
          </p:cNvPr>
          <p:cNvSpPr/>
          <p:nvPr/>
        </p:nvSpPr>
        <p:spPr>
          <a:xfrm>
            <a:off x="2411907" y="1143830"/>
            <a:ext cx="7088551" cy="511073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pSp>
        <p:nvGrpSpPr>
          <p:cNvPr id="26" name="グループ化 25">
            <a:extLst>
              <a:ext uri="{FF2B5EF4-FFF2-40B4-BE49-F238E27FC236}">
                <a16:creationId xmlns:a16="http://schemas.microsoft.com/office/drawing/2014/main" id="{D9B9FF2A-9F67-4A52-B5DB-E043B213B1F6}"/>
              </a:ext>
            </a:extLst>
          </p:cNvPr>
          <p:cNvGrpSpPr/>
          <p:nvPr/>
        </p:nvGrpSpPr>
        <p:grpSpPr>
          <a:xfrm>
            <a:off x="9590526" y="533763"/>
            <a:ext cx="2390274" cy="5909824"/>
            <a:chOff x="9641305" y="587229"/>
            <a:chExt cx="2390274" cy="5909824"/>
          </a:xfrm>
        </p:grpSpPr>
        <p:sp>
          <p:nvSpPr>
            <p:cNvPr id="6" name="正方形/長方形 5">
              <a:extLst>
                <a:ext uri="{FF2B5EF4-FFF2-40B4-BE49-F238E27FC236}">
                  <a16:creationId xmlns:a16="http://schemas.microsoft.com/office/drawing/2014/main" id="{2C527A11-1C1F-4862-86C2-09EF227D6EA5}"/>
                </a:ext>
              </a:extLst>
            </p:cNvPr>
            <p:cNvSpPr/>
            <p:nvPr/>
          </p:nvSpPr>
          <p:spPr>
            <a:xfrm>
              <a:off x="9641305" y="587229"/>
              <a:ext cx="2390274" cy="59098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8" name="正方形/長方形 7">
              <a:extLst>
                <a:ext uri="{FF2B5EF4-FFF2-40B4-BE49-F238E27FC236}">
                  <a16:creationId xmlns:a16="http://schemas.microsoft.com/office/drawing/2014/main" id="{F6C2472C-4797-4AD3-9994-59AF971B211E}"/>
                </a:ext>
              </a:extLst>
            </p:cNvPr>
            <p:cNvSpPr/>
            <p:nvPr/>
          </p:nvSpPr>
          <p:spPr>
            <a:xfrm>
              <a:off x="9808789" y="838899"/>
              <a:ext cx="1925053" cy="35292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施設登録・変更</a:t>
              </a:r>
            </a:p>
          </p:txBody>
        </p:sp>
        <p:sp>
          <p:nvSpPr>
            <p:cNvPr id="13" name="正方形/長方形 12">
              <a:extLst>
                <a:ext uri="{FF2B5EF4-FFF2-40B4-BE49-F238E27FC236}">
                  <a16:creationId xmlns:a16="http://schemas.microsoft.com/office/drawing/2014/main" id="{903A45B2-80BA-4E78-A728-E578AE911807}"/>
                </a:ext>
              </a:extLst>
            </p:cNvPr>
            <p:cNvSpPr/>
            <p:nvPr/>
          </p:nvSpPr>
          <p:spPr>
            <a:xfrm>
              <a:off x="9808789" y="1350094"/>
              <a:ext cx="1925053" cy="35292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予約照会</a:t>
              </a:r>
            </a:p>
          </p:txBody>
        </p:sp>
        <p:sp>
          <p:nvSpPr>
            <p:cNvPr id="14" name="正方形/長方形 13">
              <a:extLst>
                <a:ext uri="{FF2B5EF4-FFF2-40B4-BE49-F238E27FC236}">
                  <a16:creationId xmlns:a16="http://schemas.microsoft.com/office/drawing/2014/main" id="{D27B4649-1748-4920-85E8-B197DF5E5ED9}"/>
                </a:ext>
              </a:extLst>
            </p:cNvPr>
            <p:cNvSpPr/>
            <p:nvPr/>
          </p:nvSpPr>
          <p:spPr>
            <a:xfrm>
              <a:off x="9808789" y="2850519"/>
              <a:ext cx="1925053" cy="35292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ログアウト</a:t>
              </a:r>
            </a:p>
          </p:txBody>
        </p:sp>
        <p:sp>
          <p:nvSpPr>
            <p:cNvPr id="15" name="正方形/長方形 14">
              <a:extLst>
                <a:ext uri="{FF2B5EF4-FFF2-40B4-BE49-F238E27FC236}">
                  <a16:creationId xmlns:a16="http://schemas.microsoft.com/office/drawing/2014/main" id="{4DE7F773-108E-4767-A71C-7CB66EB6D743}"/>
                </a:ext>
              </a:extLst>
            </p:cNvPr>
            <p:cNvSpPr/>
            <p:nvPr/>
          </p:nvSpPr>
          <p:spPr>
            <a:xfrm>
              <a:off x="9808788" y="1825899"/>
              <a:ext cx="1925053" cy="35292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予約変更</a:t>
              </a:r>
            </a:p>
          </p:txBody>
        </p:sp>
        <p:sp>
          <p:nvSpPr>
            <p:cNvPr id="16" name="正方形/長方形 15">
              <a:extLst>
                <a:ext uri="{FF2B5EF4-FFF2-40B4-BE49-F238E27FC236}">
                  <a16:creationId xmlns:a16="http://schemas.microsoft.com/office/drawing/2014/main" id="{2DEE8A52-21AF-41D8-96C8-996CD27B5F66}"/>
                </a:ext>
              </a:extLst>
            </p:cNvPr>
            <p:cNvSpPr/>
            <p:nvPr/>
          </p:nvSpPr>
          <p:spPr>
            <a:xfrm>
              <a:off x="9780093" y="2325973"/>
              <a:ext cx="1925053" cy="35292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問合せ・</a:t>
              </a:r>
              <a:r>
                <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FAQ</a:t>
              </a:r>
              <a:endPar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 name="正方形/長方形 2">
              <a:extLst>
                <a:ext uri="{FF2B5EF4-FFF2-40B4-BE49-F238E27FC236}">
                  <a16:creationId xmlns:a16="http://schemas.microsoft.com/office/drawing/2014/main" id="{4FE0D602-CB0C-4FE6-9AAB-D6276F3DD014}"/>
                </a:ext>
              </a:extLst>
            </p:cNvPr>
            <p:cNvSpPr/>
            <p:nvPr/>
          </p:nvSpPr>
          <p:spPr>
            <a:xfrm>
              <a:off x="9808789" y="3361714"/>
              <a:ext cx="1925054" cy="674966"/>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拡張機能</a:t>
              </a:r>
            </a:p>
          </p:txBody>
        </p:sp>
      </p:grpSp>
      <p:sp>
        <p:nvSpPr>
          <p:cNvPr id="25" name="四角形: 対角を丸める 24">
            <a:extLst>
              <a:ext uri="{FF2B5EF4-FFF2-40B4-BE49-F238E27FC236}">
                <a16:creationId xmlns:a16="http://schemas.microsoft.com/office/drawing/2014/main" id="{4BB51807-2AAD-4BED-A4FC-3BF0F9FBD22D}"/>
              </a:ext>
            </a:extLst>
          </p:cNvPr>
          <p:cNvSpPr/>
          <p:nvPr/>
        </p:nvSpPr>
        <p:spPr>
          <a:xfrm>
            <a:off x="7146016" y="3429000"/>
            <a:ext cx="2306968" cy="3227583"/>
          </a:xfrm>
          <a:prstGeom prst="round2Diag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・（拡張機能①）</a:t>
            </a: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・（拡張機能②）</a:t>
            </a: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・（拡張機能③）</a:t>
            </a: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・（拡張機能④）</a:t>
            </a: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・（拡張機能⑤）</a:t>
            </a:r>
            <a:endPar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7" name="正方形/長方形 26">
            <a:extLst>
              <a:ext uri="{FF2B5EF4-FFF2-40B4-BE49-F238E27FC236}">
                <a16:creationId xmlns:a16="http://schemas.microsoft.com/office/drawing/2014/main" id="{F1381A01-8CB0-4CB0-B048-54156B39BF04}"/>
              </a:ext>
            </a:extLst>
          </p:cNvPr>
          <p:cNvSpPr/>
          <p:nvPr/>
        </p:nvSpPr>
        <p:spPr>
          <a:xfrm>
            <a:off x="2465122" y="255120"/>
            <a:ext cx="2166120" cy="5292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＜ポータル名＞</a:t>
            </a:r>
          </a:p>
        </p:txBody>
      </p:sp>
      <p:grpSp>
        <p:nvGrpSpPr>
          <p:cNvPr id="33" name="グループ化 32">
            <a:extLst>
              <a:ext uri="{FF2B5EF4-FFF2-40B4-BE49-F238E27FC236}">
                <a16:creationId xmlns:a16="http://schemas.microsoft.com/office/drawing/2014/main" id="{2C6AC198-2E85-4900-B129-6F66C9561D09}"/>
              </a:ext>
            </a:extLst>
          </p:cNvPr>
          <p:cNvGrpSpPr/>
          <p:nvPr/>
        </p:nvGrpSpPr>
        <p:grpSpPr>
          <a:xfrm>
            <a:off x="467290" y="5075899"/>
            <a:ext cx="1441420" cy="1643252"/>
            <a:chOff x="362203" y="5011530"/>
            <a:chExt cx="1441420" cy="1643252"/>
          </a:xfrm>
        </p:grpSpPr>
        <p:pic>
          <p:nvPicPr>
            <p:cNvPr id="30" name="図 29">
              <a:extLst>
                <a:ext uri="{FF2B5EF4-FFF2-40B4-BE49-F238E27FC236}">
                  <a16:creationId xmlns:a16="http://schemas.microsoft.com/office/drawing/2014/main" id="{D474A4FD-2447-48AB-A0F2-AB68A2541D7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rot="10800000" flipV="1">
              <a:off x="390236" y="5011530"/>
              <a:ext cx="1385353" cy="1643252"/>
            </a:xfrm>
            <a:prstGeom prst="rect">
              <a:avLst/>
            </a:prstGeom>
          </p:spPr>
        </p:pic>
        <p:sp>
          <p:nvSpPr>
            <p:cNvPr id="31" name="テキスト ボックス 30">
              <a:extLst>
                <a:ext uri="{FF2B5EF4-FFF2-40B4-BE49-F238E27FC236}">
                  <a16:creationId xmlns:a16="http://schemas.microsoft.com/office/drawing/2014/main" id="{61ED4B52-BD83-4610-B951-43F52CEF0219}"/>
                </a:ext>
              </a:extLst>
            </p:cNvPr>
            <p:cNvSpPr txBox="1"/>
            <p:nvPr/>
          </p:nvSpPr>
          <p:spPr>
            <a:xfrm>
              <a:off x="362203" y="5642583"/>
              <a:ext cx="144142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Trash</a:t>
              </a:r>
              <a:r>
                <a:rPr kumimoji="1" lang="ja-JP" altLang="en-US"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en-US" altLang="ja-JP"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Box</a:t>
              </a:r>
              <a:endParaRPr kumimoji="1" lang="ja-JP" altLang="en-US"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pSp>
      <p:grpSp>
        <p:nvGrpSpPr>
          <p:cNvPr id="10" name="グループ化 9">
            <a:extLst>
              <a:ext uri="{FF2B5EF4-FFF2-40B4-BE49-F238E27FC236}">
                <a16:creationId xmlns:a16="http://schemas.microsoft.com/office/drawing/2014/main" id="{83545D9B-D69A-4F97-8091-9076B0D52DE4}"/>
              </a:ext>
            </a:extLst>
          </p:cNvPr>
          <p:cNvGrpSpPr/>
          <p:nvPr/>
        </p:nvGrpSpPr>
        <p:grpSpPr>
          <a:xfrm>
            <a:off x="96917" y="1031139"/>
            <a:ext cx="2166121" cy="3609633"/>
            <a:chOff x="96917" y="1031139"/>
            <a:chExt cx="2166121" cy="3609633"/>
          </a:xfrm>
        </p:grpSpPr>
        <p:sp>
          <p:nvSpPr>
            <p:cNvPr id="28" name="正方形/長方形 27">
              <a:extLst>
                <a:ext uri="{FF2B5EF4-FFF2-40B4-BE49-F238E27FC236}">
                  <a16:creationId xmlns:a16="http://schemas.microsoft.com/office/drawing/2014/main" id="{C3B41FC8-4607-4E34-80EB-43F410603198}"/>
                </a:ext>
              </a:extLst>
            </p:cNvPr>
            <p:cNvSpPr/>
            <p:nvPr/>
          </p:nvSpPr>
          <p:spPr>
            <a:xfrm>
              <a:off x="96917" y="1031139"/>
              <a:ext cx="2166121" cy="5292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&lt;</a:t>
              </a: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ポータルデザイン</a:t>
              </a:r>
              <a:r>
                <a:rPr kumimoji="1" lang="en-US" altLang="ja-JP"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&gt;</a:t>
              </a:r>
              <a:endPar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pSp>
          <p:nvGrpSpPr>
            <p:cNvPr id="38" name="グループ化 37">
              <a:extLst>
                <a:ext uri="{FF2B5EF4-FFF2-40B4-BE49-F238E27FC236}">
                  <a16:creationId xmlns:a16="http://schemas.microsoft.com/office/drawing/2014/main" id="{AC6576F5-BF5A-4C97-8C69-4C12283B8EC5}"/>
                </a:ext>
              </a:extLst>
            </p:cNvPr>
            <p:cNvGrpSpPr/>
            <p:nvPr/>
          </p:nvGrpSpPr>
          <p:grpSpPr>
            <a:xfrm rot="10800000">
              <a:off x="98401" y="1560399"/>
              <a:ext cx="328197" cy="293836"/>
              <a:chOff x="5085346" y="-1973179"/>
              <a:chExt cx="1876927" cy="1636295"/>
            </a:xfrm>
          </p:grpSpPr>
          <p:sp>
            <p:nvSpPr>
              <p:cNvPr id="36" name="正方形/長方形 35">
                <a:extLst>
                  <a:ext uri="{FF2B5EF4-FFF2-40B4-BE49-F238E27FC236}">
                    <a16:creationId xmlns:a16="http://schemas.microsoft.com/office/drawing/2014/main" id="{ACAC39D2-3014-4448-B0D6-AE1BB7F2F363}"/>
                  </a:ext>
                </a:extLst>
              </p:cNvPr>
              <p:cNvSpPr/>
              <p:nvPr/>
            </p:nvSpPr>
            <p:spPr>
              <a:xfrm>
                <a:off x="5085346" y="-1973179"/>
                <a:ext cx="1876927" cy="16362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7" name="二等辺三角形 36">
                <a:extLst>
                  <a:ext uri="{FF2B5EF4-FFF2-40B4-BE49-F238E27FC236}">
                    <a16:creationId xmlns:a16="http://schemas.microsoft.com/office/drawing/2014/main" id="{FDF25F19-773F-4212-AF70-432697FFEC89}"/>
                  </a:ext>
                </a:extLst>
              </p:cNvPr>
              <p:cNvSpPr/>
              <p:nvPr/>
            </p:nvSpPr>
            <p:spPr>
              <a:xfrm rot="10800000">
                <a:off x="5493457" y="-1612232"/>
                <a:ext cx="1060704" cy="91440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grpSp>
        <p:sp>
          <p:nvSpPr>
            <p:cNvPr id="40" name="四角形: 対角を切り取る 39">
              <a:extLst>
                <a:ext uri="{FF2B5EF4-FFF2-40B4-BE49-F238E27FC236}">
                  <a16:creationId xmlns:a16="http://schemas.microsoft.com/office/drawing/2014/main" id="{048C04CB-78BA-4D65-A205-32460CF3AC34}"/>
                </a:ext>
              </a:extLst>
            </p:cNvPr>
            <p:cNvSpPr/>
            <p:nvPr/>
          </p:nvSpPr>
          <p:spPr>
            <a:xfrm>
              <a:off x="96917" y="1861251"/>
              <a:ext cx="2166119" cy="2779521"/>
            </a:xfrm>
            <a:prstGeom prst="snip2Diag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・イメージ①</a:t>
              </a:r>
              <a:endParaRPr kumimoji="1" lang="en-US" altLang="ja-JP"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・イメージ②</a:t>
              </a:r>
              <a:endParaRPr kumimoji="1" lang="en-US" altLang="ja-JP"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・イメージ③</a:t>
              </a:r>
              <a:endParaRPr kumimoji="1" lang="en-US" altLang="ja-JP"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・イメージ④</a:t>
              </a:r>
              <a:endParaRPr kumimoji="1" lang="en-US" altLang="ja-JP"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・イメージ⑤</a:t>
              </a:r>
              <a:endParaRPr kumimoji="1" lang="en-US" altLang="ja-JP"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・イメージ⑥</a:t>
              </a:r>
              <a:endParaRPr kumimoji="1" lang="en-US" altLang="ja-JP"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・イメージ⑦</a:t>
              </a:r>
              <a:endParaRPr kumimoji="1" lang="en-US" altLang="ja-JP" sz="20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pSp>
      <p:sp>
        <p:nvSpPr>
          <p:cNvPr id="43" name="正方形/長方形 42">
            <a:extLst>
              <a:ext uri="{FF2B5EF4-FFF2-40B4-BE49-F238E27FC236}">
                <a16:creationId xmlns:a16="http://schemas.microsoft.com/office/drawing/2014/main" id="{2E2386FC-8FDE-4B04-A438-9EDCD7D26F89}"/>
              </a:ext>
            </a:extLst>
          </p:cNvPr>
          <p:cNvSpPr/>
          <p:nvPr/>
        </p:nvSpPr>
        <p:spPr>
          <a:xfrm>
            <a:off x="9837485" y="4243341"/>
            <a:ext cx="1896357" cy="750914"/>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項目の挿入</a:t>
            </a:r>
          </a:p>
        </p:txBody>
      </p:sp>
      <p:pic>
        <p:nvPicPr>
          <p:cNvPr id="46" name="図 45">
            <a:extLst>
              <a:ext uri="{FF2B5EF4-FFF2-40B4-BE49-F238E27FC236}">
                <a16:creationId xmlns:a16="http://schemas.microsoft.com/office/drawing/2014/main" id="{5BCCDB97-2CCD-4CDA-8780-C9EC25FD0C04}"/>
              </a:ext>
            </a:extLst>
          </p:cNvPr>
          <p:cNvPicPr>
            <a:picLocks noChangeAspect="1"/>
          </p:cNvPicPr>
          <p:nvPr/>
        </p:nvPicPr>
        <p:blipFill>
          <a:blip r:embed="rId5"/>
          <a:stretch>
            <a:fillRect/>
          </a:stretch>
        </p:blipFill>
        <p:spPr>
          <a:xfrm rot="5400000">
            <a:off x="9485673" y="4317656"/>
            <a:ext cx="341406" cy="304826"/>
          </a:xfrm>
          <a:prstGeom prst="rect">
            <a:avLst/>
          </a:prstGeom>
        </p:spPr>
      </p:pic>
      <p:grpSp>
        <p:nvGrpSpPr>
          <p:cNvPr id="48" name="グループ化 47">
            <a:extLst>
              <a:ext uri="{FF2B5EF4-FFF2-40B4-BE49-F238E27FC236}">
                <a16:creationId xmlns:a16="http://schemas.microsoft.com/office/drawing/2014/main" id="{51DE3EB8-0F35-465A-A603-75CB65EDA2A2}"/>
              </a:ext>
            </a:extLst>
          </p:cNvPr>
          <p:cNvGrpSpPr/>
          <p:nvPr/>
        </p:nvGrpSpPr>
        <p:grpSpPr>
          <a:xfrm rot="16200000">
            <a:off x="9469077" y="3434494"/>
            <a:ext cx="328197" cy="293836"/>
            <a:chOff x="5085346" y="-1973179"/>
            <a:chExt cx="1876927" cy="1636295"/>
          </a:xfrm>
        </p:grpSpPr>
        <p:sp>
          <p:nvSpPr>
            <p:cNvPr id="49" name="正方形/長方形 48">
              <a:extLst>
                <a:ext uri="{FF2B5EF4-FFF2-40B4-BE49-F238E27FC236}">
                  <a16:creationId xmlns:a16="http://schemas.microsoft.com/office/drawing/2014/main" id="{7045F632-FC26-497F-9EA1-C5413BA4F030}"/>
                </a:ext>
              </a:extLst>
            </p:cNvPr>
            <p:cNvSpPr/>
            <p:nvPr/>
          </p:nvSpPr>
          <p:spPr>
            <a:xfrm>
              <a:off x="5085346" y="-1973179"/>
              <a:ext cx="1876927" cy="16362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50" name="二等辺三角形 49">
              <a:extLst>
                <a:ext uri="{FF2B5EF4-FFF2-40B4-BE49-F238E27FC236}">
                  <a16:creationId xmlns:a16="http://schemas.microsoft.com/office/drawing/2014/main" id="{60DAEC50-F8A2-4717-A4EA-981B527D4290}"/>
                </a:ext>
              </a:extLst>
            </p:cNvPr>
            <p:cNvSpPr/>
            <p:nvPr/>
          </p:nvSpPr>
          <p:spPr>
            <a:xfrm rot="10800000">
              <a:off x="5493457" y="-1612232"/>
              <a:ext cx="1060704" cy="91440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grpSp>
      <p:sp>
        <p:nvSpPr>
          <p:cNvPr id="7" name="四角形: 角を丸くする 6">
            <a:extLst>
              <a:ext uri="{FF2B5EF4-FFF2-40B4-BE49-F238E27FC236}">
                <a16:creationId xmlns:a16="http://schemas.microsoft.com/office/drawing/2014/main" id="{5A45B3D6-992B-44F3-B611-8FF50193A8F1}"/>
              </a:ext>
            </a:extLst>
          </p:cNvPr>
          <p:cNvSpPr/>
          <p:nvPr/>
        </p:nvSpPr>
        <p:spPr>
          <a:xfrm>
            <a:off x="5495444" y="51450"/>
            <a:ext cx="2065316" cy="979689"/>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問合せ画面</a:t>
            </a:r>
            <a:r>
              <a:rPr kumimoji="1" lang="en-US" altLang="ja-JP" sz="14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14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管理者用</a:t>
            </a:r>
            <a:r>
              <a:rPr kumimoji="1" lang="en-US" altLang="ja-JP" sz="14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14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へ</a:t>
            </a:r>
            <a:endParaRPr kumimoji="1" lang="en-US" altLang="ja-JP" sz="14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4" name="四角形: 対角を丸める 3">
            <a:extLst>
              <a:ext uri="{FF2B5EF4-FFF2-40B4-BE49-F238E27FC236}">
                <a16:creationId xmlns:a16="http://schemas.microsoft.com/office/drawing/2014/main" id="{19B27D1F-0454-446F-B58E-17F9488FA2A1}"/>
              </a:ext>
            </a:extLst>
          </p:cNvPr>
          <p:cNvSpPr/>
          <p:nvPr/>
        </p:nvSpPr>
        <p:spPr>
          <a:xfrm>
            <a:off x="9837484" y="5170607"/>
            <a:ext cx="1896357" cy="824960"/>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内容の保存</a:t>
            </a:r>
          </a:p>
        </p:txBody>
      </p:sp>
    </p:spTree>
    <p:extLst>
      <p:ext uri="{BB962C8B-B14F-4D97-AF65-F5344CB8AC3E}">
        <p14:creationId xmlns:p14="http://schemas.microsoft.com/office/powerpoint/2010/main" val="2734933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F57859-D819-6B0A-E0D5-169024224847}"/>
              </a:ext>
            </a:extLst>
          </p:cNvPr>
          <p:cNvSpPr>
            <a:spLocks noGrp="1"/>
          </p:cNvSpPr>
          <p:nvPr>
            <p:ph type="title"/>
          </p:nvPr>
        </p:nvSpPr>
        <p:spPr/>
        <p:txBody>
          <a:bodyPr/>
          <a:lstStyle/>
          <a:p>
            <a:r>
              <a:rPr kumimoji="1" lang="ja-JP" altLang="en-US" dirty="0"/>
              <a:t>その他機能システム</a:t>
            </a:r>
          </a:p>
        </p:txBody>
      </p:sp>
      <p:sp>
        <p:nvSpPr>
          <p:cNvPr id="4" name="テキスト ボックス 3">
            <a:extLst>
              <a:ext uri="{FF2B5EF4-FFF2-40B4-BE49-F238E27FC236}">
                <a16:creationId xmlns:a16="http://schemas.microsoft.com/office/drawing/2014/main" id="{D878F089-4457-1F37-87EB-E58EBB09AD3B}"/>
              </a:ext>
            </a:extLst>
          </p:cNvPr>
          <p:cNvSpPr txBox="1"/>
          <p:nvPr/>
        </p:nvSpPr>
        <p:spPr>
          <a:xfrm>
            <a:off x="1357744" y="2558175"/>
            <a:ext cx="9989705" cy="2554545"/>
          </a:xfrm>
          <a:prstGeom prst="rect">
            <a:avLst/>
          </a:prstGeom>
          <a:noFill/>
        </p:spPr>
        <p:txBody>
          <a:bodyPr wrap="square" rtlCol="0">
            <a:spAutoFit/>
          </a:bodyPr>
          <a:lstStyle/>
          <a:p>
            <a:pPr marL="285750" lvl="0" indent="-285750" algn="just">
              <a:buFont typeface="Arial" panose="020B0604020202020204" pitchFamily="34" charset="0"/>
              <a:buChar char="•"/>
            </a:pPr>
            <a:r>
              <a:rPr lang="ja-JP" altLang="en-US" sz="4000" kern="100" dirty="0">
                <a:latin typeface="游明朝" panose="02020400000000000000" pitchFamily="18" charset="-128"/>
                <a:ea typeface="游明朝" panose="02020400000000000000" pitchFamily="18" charset="-128"/>
                <a:cs typeface="Times New Roman" panose="02020603050405020304" pitchFamily="18" charset="0"/>
              </a:rPr>
              <a:t>問合せ（カスタマイズ要望や質問）</a:t>
            </a:r>
            <a:endParaRPr lang="en-US" altLang="ja-JP" sz="4000" kern="100" dirty="0">
              <a:latin typeface="游明朝" panose="02020400000000000000" pitchFamily="18" charset="-128"/>
              <a:ea typeface="游明朝" panose="02020400000000000000" pitchFamily="18" charset="-128"/>
              <a:cs typeface="Times New Roman" panose="02020603050405020304" pitchFamily="18" charset="0"/>
            </a:endParaRPr>
          </a:p>
          <a:p>
            <a:pPr lvl="0" algn="just"/>
            <a:r>
              <a:rPr lang="ja-JP" altLang="en-US" sz="4000" kern="100" dirty="0">
                <a:latin typeface="游明朝" panose="02020400000000000000" pitchFamily="18" charset="-128"/>
                <a:ea typeface="游明朝" panose="02020400000000000000" pitchFamily="18" charset="-128"/>
                <a:cs typeface="Times New Roman" panose="02020603050405020304" pitchFamily="18" charset="0"/>
              </a:rPr>
              <a:t>→管理者とのチャット</a:t>
            </a:r>
            <a:endParaRPr lang="en-US" altLang="ja-JP" sz="4000" kern="100" dirty="0">
              <a:latin typeface="游明朝" panose="02020400000000000000" pitchFamily="18" charset="-128"/>
              <a:ea typeface="游明朝" panose="02020400000000000000" pitchFamily="18" charset="-128"/>
              <a:cs typeface="Times New Roman" panose="02020603050405020304" pitchFamily="18" charset="0"/>
            </a:endParaRPr>
          </a:p>
          <a:p>
            <a:pPr marL="285750" lvl="0" indent="-285750" algn="just">
              <a:buFont typeface="Arial" panose="020B0604020202020204" pitchFamily="34" charset="0"/>
              <a:buChar char="•"/>
            </a:pPr>
            <a:r>
              <a:rPr lang="en-US" altLang="ja-JP" sz="4000" kern="100" dirty="0">
                <a:effectLst/>
                <a:latin typeface="游明朝" panose="02020400000000000000" pitchFamily="18" charset="-128"/>
                <a:ea typeface="游明朝" panose="02020400000000000000" pitchFamily="18" charset="-128"/>
                <a:cs typeface="Times New Roman" panose="02020603050405020304" pitchFamily="18" charset="0"/>
              </a:rPr>
              <a:t>FAQ</a:t>
            </a:r>
            <a:endPar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285750" indent="-285750">
              <a:buFont typeface="Arial" panose="020B0604020202020204" pitchFamily="34" charset="0"/>
              <a:buChar char="•"/>
            </a:pPr>
            <a:r>
              <a:rPr kumimoji="1" lang="ja-JP" altLang="en-US" sz="4000" dirty="0"/>
              <a:t>予約情報のプライバシー</a:t>
            </a:r>
          </a:p>
        </p:txBody>
      </p:sp>
    </p:spTree>
    <p:extLst>
      <p:ext uri="{BB962C8B-B14F-4D97-AF65-F5344CB8AC3E}">
        <p14:creationId xmlns:p14="http://schemas.microsoft.com/office/powerpoint/2010/main" val="7400243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70828-1A3C-A0A4-8108-B654B4DA2D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9D975A8-E7A6-D3F3-07CD-95BE4216A04E}"/>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D338702A-ECF4-0F01-2C01-5B5790EDF9AB}"/>
              </a:ext>
            </a:extLst>
          </p:cNvPr>
          <p:cNvGraphicFramePr>
            <a:graphicFrameLocks noGrp="1"/>
          </p:cNvGraphicFramePr>
          <p:nvPr>
            <p:ph idx="1"/>
            <p:extLst>
              <p:ext uri="{D42A27DB-BD31-4B8C-83A1-F6EECF244321}">
                <p14:modId xmlns:p14="http://schemas.microsoft.com/office/powerpoint/2010/main" val="2755682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8577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グループ化 15">
            <a:extLst>
              <a:ext uri="{FF2B5EF4-FFF2-40B4-BE49-F238E27FC236}">
                <a16:creationId xmlns:a16="http://schemas.microsoft.com/office/drawing/2014/main" id="{1B0283E2-C10F-40C5-85A3-D04493B70FD9}"/>
              </a:ext>
            </a:extLst>
          </p:cNvPr>
          <p:cNvGrpSpPr/>
          <p:nvPr/>
        </p:nvGrpSpPr>
        <p:grpSpPr>
          <a:xfrm>
            <a:off x="1510018" y="973122"/>
            <a:ext cx="8556771" cy="5494790"/>
            <a:chOff x="1510018" y="973122"/>
            <a:chExt cx="8556771" cy="5494790"/>
          </a:xfrm>
        </p:grpSpPr>
        <p:sp>
          <p:nvSpPr>
            <p:cNvPr id="3" name="正方形/長方形 2">
              <a:extLst>
                <a:ext uri="{FF2B5EF4-FFF2-40B4-BE49-F238E27FC236}">
                  <a16:creationId xmlns:a16="http://schemas.microsoft.com/office/drawing/2014/main" id="{8A7ED3F2-445D-43E9-84D0-6EEB613F3D72}"/>
                </a:ext>
              </a:extLst>
            </p:cNvPr>
            <p:cNvSpPr/>
            <p:nvPr/>
          </p:nvSpPr>
          <p:spPr>
            <a:xfrm>
              <a:off x="1510018" y="973122"/>
              <a:ext cx="8556771" cy="54947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5" name="正方形/長方形 14">
              <a:extLst>
                <a:ext uri="{FF2B5EF4-FFF2-40B4-BE49-F238E27FC236}">
                  <a16:creationId xmlns:a16="http://schemas.microsoft.com/office/drawing/2014/main" id="{A2B2451B-93C1-4B38-A125-0A88CDFCA74F}"/>
                </a:ext>
              </a:extLst>
            </p:cNvPr>
            <p:cNvSpPr/>
            <p:nvPr/>
          </p:nvSpPr>
          <p:spPr>
            <a:xfrm>
              <a:off x="1677801" y="1095463"/>
              <a:ext cx="8246376" cy="528855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grpSp>
      <p:sp>
        <p:nvSpPr>
          <p:cNvPr id="2" name="四角形: 角を丸くする 1">
            <a:extLst>
              <a:ext uri="{FF2B5EF4-FFF2-40B4-BE49-F238E27FC236}">
                <a16:creationId xmlns:a16="http://schemas.microsoft.com/office/drawing/2014/main" id="{EBE0FD89-EBA2-4F44-862E-DE5F76C279EB}"/>
              </a:ext>
            </a:extLst>
          </p:cNvPr>
          <p:cNvSpPr/>
          <p:nvPr/>
        </p:nvSpPr>
        <p:spPr>
          <a:xfrm>
            <a:off x="3556931" y="83890"/>
            <a:ext cx="4815282" cy="6711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問合せチャット画面</a:t>
            </a:r>
            <a:r>
              <a:rPr kumimoji="1" lang="en-US" altLang="ja-JP"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利用者用</a:t>
            </a:r>
            <a:r>
              <a:rPr kumimoji="1" lang="en-US" altLang="ja-JP"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4" name="正方形/長方形 3">
            <a:extLst>
              <a:ext uri="{FF2B5EF4-FFF2-40B4-BE49-F238E27FC236}">
                <a16:creationId xmlns:a16="http://schemas.microsoft.com/office/drawing/2014/main" id="{2137C651-7472-43CC-8E7F-6791D71B3E96}"/>
              </a:ext>
            </a:extLst>
          </p:cNvPr>
          <p:cNvSpPr/>
          <p:nvPr/>
        </p:nvSpPr>
        <p:spPr>
          <a:xfrm>
            <a:off x="1851171" y="1159778"/>
            <a:ext cx="2930553" cy="35233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p>
        </p:txBody>
      </p:sp>
      <p:sp>
        <p:nvSpPr>
          <p:cNvPr id="5" name="正方形/長方形 4">
            <a:extLst>
              <a:ext uri="{FF2B5EF4-FFF2-40B4-BE49-F238E27FC236}">
                <a16:creationId xmlns:a16="http://schemas.microsoft.com/office/drawing/2014/main" id="{F333F941-2302-4C00-8150-95AE15B58673}"/>
              </a:ext>
            </a:extLst>
          </p:cNvPr>
          <p:cNvSpPr/>
          <p:nvPr/>
        </p:nvSpPr>
        <p:spPr>
          <a:xfrm>
            <a:off x="1851172" y="2186031"/>
            <a:ext cx="1610687" cy="35233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6" name="正方形/長方形 5">
            <a:extLst>
              <a:ext uri="{FF2B5EF4-FFF2-40B4-BE49-F238E27FC236}">
                <a16:creationId xmlns:a16="http://schemas.microsoft.com/office/drawing/2014/main" id="{56C3150C-FE3F-47D6-9C0F-8665328C92F6}"/>
              </a:ext>
            </a:extLst>
          </p:cNvPr>
          <p:cNvSpPr/>
          <p:nvPr/>
        </p:nvSpPr>
        <p:spPr>
          <a:xfrm>
            <a:off x="7410277" y="1494288"/>
            <a:ext cx="2332137" cy="352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7" name="正方形/長方形 6">
            <a:extLst>
              <a:ext uri="{FF2B5EF4-FFF2-40B4-BE49-F238E27FC236}">
                <a16:creationId xmlns:a16="http://schemas.microsoft.com/office/drawing/2014/main" id="{EF2C394D-E07B-46F9-B951-3221B64D1A96}"/>
              </a:ext>
            </a:extLst>
          </p:cNvPr>
          <p:cNvSpPr/>
          <p:nvPr/>
        </p:nvSpPr>
        <p:spPr>
          <a:xfrm>
            <a:off x="7986319" y="4126688"/>
            <a:ext cx="1756095" cy="352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8" name="正方形/長方形 7">
            <a:extLst>
              <a:ext uri="{FF2B5EF4-FFF2-40B4-BE49-F238E27FC236}">
                <a16:creationId xmlns:a16="http://schemas.microsoft.com/office/drawing/2014/main" id="{35C1B8C5-8B2E-4903-9D40-CD0004811E20}"/>
              </a:ext>
            </a:extLst>
          </p:cNvPr>
          <p:cNvSpPr/>
          <p:nvPr/>
        </p:nvSpPr>
        <p:spPr>
          <a:xfrm>
            <a:off x="1851172" y="3468849"/>
            <a:ext cx="3014443" cy="35233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9" name="正方形/長方形 8">
            <a:extLst>
              <a:ext uri="{FF2B5EF4-FFF2-40B4-BE49-F238E27FC236}">
                <a16:creationId xmlns:a16="http://schemas.microsoft.com/office/drawing/2014/main" id="{8ECA4525-1473-443D-A828-5800A895DD63}"/>
              </a:ext>
            </a:extLst>
          </p:cNvPr>
          <p:cNvSpPr/>
          <p:nvPr/>
        </p:nvSpPr>
        <p:spPr>
          <a:xfrm>
            <a:off x="6467912" y="2628899"/>
            <a:ext cx="3277296" cy="352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0" name="正方形/長方形 9">
            <a:extLst>
              <a:ext uri="{FF2B5EF4-FFF2-40B4-BE49-F238E27FC236}">
                <a16:creationId xmlns:a16="http://schemas.microsoft.com/office/drawing/2014/main" id="{CCAF4A3D-DE6C-40D9-B5B0-D16A0A114E64}"/>
              </a:ext>
            </a:extLst>
          </p:cNvPr>
          <p:cNvSpPr/>
          <p:nvPr/>
        </p:nvSpPr>
        <p:spPr>
          <a:xfrm>
            <a:off x="1851172" y="4950204"/>
            <a:ext cx="3942825" cy="35233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pSp>
        <p:nvGrpSpPr>
          <p:cNvPr id="11" name="グループ化 10">
            <a:extLst>
              <a:ext uri="{FF2B5EF4-FFF2-40B4-BE49-F238E27FC236}">
                <a16:creationId xmlns:a16="http://schemas.microsoft.com/office/drawing/2014/main" id="{4C457AE7-6691-4829-8EF8-28ADEBC86BA9}"/>
              </a:ext>
            </a:extLst>
          </p:cNvPr>
          <p:cNvGrpSpPr/>
          <p:nvPr/>
        </p:nvGrpSpPr>
        <p:grpSpPr>
          <a:xfrm>
            <a:off x="1954634" y="5935212"/>
            <a:ext cx="4974672" cy="352336"/>
            <a:chOff x="1954634" y="5935212"/>
            <a:chExt cx="4974672" cy="352336"/>
          </a:xfrm>
        </p:grpSpPr>
        <p:sp>
          <p:nvSpPr>
            <p:cNvPr id="12" name="正方形/長方形 11">
              <a:extLst>
                <a:ext uri="{FF2B5EF4-FFF2-40B4-BE49-F238E27FC236}">
                  <a16:creationId xmlns:a16="http://schemas.microsoft.com/office/drawing/2014/main" id="{6039BF38-7594-4B57-B00E-BB950B497DD5}"/>
                </a:ext>
              </a:extLst>
            </p:cNvPr>
            <p:cNvSpPr/>
            <p:nvPr/>
          </p:nvSpPr>
          <p:spPr>
            <a:xfrm>
              <a:off x="1954634" y="5935212"/>
              <a:ext cx="4974672" cy="352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メッセージの入力</a:t>
              </a:r>
            </a:p>
          </p:txBody>
        </p:sp>
        <p:sp>
          <p:nvSpPr>
            <p:cNvPr id="13" name="二等辺三角形 12">
              <a:extLst>
                <a:ext uri="{FF2B5EF4-FFF2-40B4-BE49-F238E27FC236}">
                  <a16:creationId xmlns:a16="http://schemas.microsoft.com/office/drawing/2014/main" id="{9CF8DB03-A36A-4AFD-960D-D8B132A73B54}"/>
                </a:ext>
              </a:extLst>
            </p:cNvPr>
            <p:cNvSpPr/>
            <p:nvPr/>
          </p:nvSpPr>
          <p:spPr>
            <a:xfrm rot="5400000">
              <a:off x="6602136" y="5960378"/>
              <a:ext cx="352336" cy="302004"/>
            </a:xfrm>
            <a:prstGeom prst="triangle">
              <a:avLst/>
            </a:prstGeom>
            <a:ln>
              <a:solidFill>
                <a:schemeClr val="tx1"/>
              </a:solidFill>
            </a:ln>
            <a:scene3d>
              <a:camera prst="orthographicFront"/>
              <a:lightRig rig="threePt" dir="t"/>
            </a:scene3d>
            <a:sp3d>
              <a:bevelT w="101600" prst="riblet"/>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grpSp>
    </p:spTree>
    <p:extLst>
      <p:ext uri="{BB962C8B-B14F-4D97-AF65-F5344CB8AC3E}">
        <p14:creationId xmlns:p14="http://schemas.microsoft.com/office/powerpoint/2010/main" val="2754621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1A0E5-AF48-B881-CB71-FE24DC8D1CD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18C581-1687-7D99-2DE3-DE03DF4878C0}"/>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BC081499-F01F-F30D-22A9-BC3B21446C3A}"/>
              </a:ext>
            </a:extLst>
          </p:cNvPr>
          <p:cNvGraphicFramePr>
            <a:graphicFrameLocks noGrp="1"/>
          </p:cNvGraphicFramePr>
          <p:nvPr>
            <p:ph idx="1"/>
            <p:extLst>
              <p:ext uri="{D42A27DB-BD31-4B8C-83A1-F6EECF244321}">
                <p14:modId xmlns:p14="http://schemas.microsoft.com/office/powerpoint/2010/main" val="239759985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楕円 2">
            <a:extLst>
              <a:ext uri="{FF2B5EF4-FFF2-40B4-BE49-F238E27FC236}">
                <a16:creationId xmlns:a16="http://schemas.microsoft.com/office/drawing/2014/main" id="{A0C31DFD-5EF4-1812-8D28-576CBCDC8619}"/>
              </a:ext>
            </a:extLst>
          </p:cNvPr>
          <p:cNvSpPr/>
          <p:nvPr/>
        </p:nvSpPr>
        <p:spPr>
          <a:xfrm>
            <a:off x="7774966" y="3783727"/>
            <a:ext cx="435133" cy="435133"/>
          </a:xfrm>
          <a:prstGeom prst="ellipse">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a:lstStyle/>
          <a:p>
            <a:endParaRPr lang="ja-JP" altLang="en-US"/>
          </a:p>
        </p:txBody>
      </p:sp>
      <p:sp>
        <p:nvSpPr>
          <p:cNvPr id="5" name="楕円 4">
            <a:extLst>
              <a:ext uri="{FF2B5EF4-FFF2-40B4-BE49-F238E27FC236}">
                <a16:creationId xmlns:a16="http://schemas.microsoft.com/office/drawing/2014/main" id="{D6059122-8F6D-2B0F-F566-C2C0A8BC876A}"/>
              </a:ext>
            </a:extLst>
          </p:cNvPr>
          <p:cNvSpPr/>
          <p:nvPr/>
        </p:nvSpPr>
        <p:spPr>
          <a:xfrm>
            <a:off x="2915101" y="3783727"/>
            <a:ext cx="435133" cy="435133"/>
          </a:xfrm>
          <a:prstGeom prst="ellipse">
            <a:avLst/>
          </a:prstGeom>
        </p:spPr>
        <p:style>
          <a:lnRef idx="2">
            <a:schemeClr val="lt1">
              <a:hueOff val="0"/>
              <a:satOff val="0"/>
              <a:lumOff val="0"/>
              <a:alphaOff val="0"/>
            </a:schemeClr>
          </a:lnRef>
          <a:fillRef idx="1">
            <a:schemeClr val="accent2">
              <a:shade val="50000"/>
              <a:hueOff val="-591173"/>
              <a:satOff val="7783"/>
              <a:lumOff val="46617"/>
              <a:alphaOff val="0"/>
            </a:schemeClr>
          </a:fillRef>
          <a:effectRef idx="0">
            <a:schemeClr val="accent2">
              <a:shade val="50000"/>
              <a:hueOff val="-591173"/>
              <a:satOff val="7783"/>
              <a:lumOff val="46617"/>
              <a:alphaOff val="0"/>
            </a:schemeClr>
          </a:effectRef>
          <a:fontRef idx="minor">
            <a:schemeClr val="lt1"/>
          </a:fontRef>
        </p:style>
        <p:txBody>
          <a:bodyPr/>
          <a:lstStyle/>
          <a:p>
            <a:endParaRPr lang="ja-JP" altLang="en-US"/>
          </a:p>
        </p:txBody>
      </p:sp>
    </p:spTree>
    <p:extLst>
      <p:ext uri="{BB962C8B-B14F-4D97-AF65-F5344CB8AC3E}">
        <p14:creationId xmlns:p14="http://schemas.microsoft.com/office/powerpoint/2010/main" val="2388234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ローチャート: 定義済み処理 3">
            <a:extLst>
              <a:ext uri="{FF2B5EF4-FFF2-40B4-BE49-F238E27FC236}">
                <a16:creationId xmlns:a16="http://schemas.microsoft.com/office/drawing/2014/main" id="{78AEB110-70E1-485F-9042-67DE510A91E0}"/>
              </a:ext>
            </a:extLst>
          </p:cNvPr>
          <p:cNvSpPr/>
          <p:nvPr/>
        </p:nvSpPr>
        <p:spPr>
          <a:xfrm>
            <a:off x="429237" y="1057012"/>
            <a:ext cx="10830188" cy="5528346"/>
          </a:xfrm>
          <a:prstGeom prst="flowChartPredefinedProcess">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 name="四角形: 角を丸くする 1">
            <a:extLst>
              <a:ext uri="{FF2B5EF4-FFF2-40B4-BE49-F238E27FC236}">
                <a16:creationId xmlns:a16="http://schemas.microsoft.com/office/drawing/2014/main" id="{65B1D941-E09C-4AC9-8755-57A262BBEE7A}"/>
              </a:ext>
            </a:extLst>
          </p:cNvPr>
          <p:cNvSpPr/>
          <p:nvPr/>
        </p:nvSpPr>
        <p:spPr>
          <a:xfrm>
            <a:off x="4268599" y="159389"/>
            <a:ext cx="2950128" cy="6040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問合せ用チャット画面</a:t>
            </a:r>
          </a:p>
        </p:txBody>
      </p:sp>
      <p:sp>
        <p:nvSpPr>
          <p:cNvPr id="6" name="吹き出し: 円形 5">
            <a:extLst>
              <a:ext uri="{FF2B5EF4-FFF2-40B4-BE49-F238E27FC236}">
                <a16:creationId xmlns:a16="http://schemas.microsoft.com/office/drawing/2014/main" id="{F2252CCB-51DE-4D2F-9359-8DB0606A986D}"/>
              </a:ext>
            </a:extLst>
          </p:cNvPr>
          <p:cNvSpPr/>
          <p:nvPr/>
        </p:nvSpPr>
        <p:spPr>
          <a:xfrm>
            <a:off x="7894042" y="121639"/>
            <a:ext cx="1761688" cy="981512"/>
          </a:xfrm>
          <a:prstGeom prst="wedgeEllipseCallou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管理者用</a:t>
            </a:r>
          </a:p>
        </p:txBody>
      </p:sp>
      <p:sp>
        <p:nvSpPr>
          <p:cNvPr id="7" name="正方形/長方形 6">
            <a:extLst>
              <a:ext uri="{FF2B5EF4-FFF2-40B4-BE49-F238E27FC236}">
                <a16:creationId xmlns:a16="http://schemas.microsoft.com/office/drawing/2014/main" id="{55D0C49F-D0DB-422D-AE54-83A3EDCB3136}"/>
              </a:ext>
            </a:extLst>
          </p:cNvPr>
          <p:cNvSpPr/>
          <p:nvPr/>
        </p:nvSpPr>
        <p:spPr>
          <a:xfrm>
            <a:off x="1851172" y="1141952"/>
            <a:ext cx="2930553" cy="35233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ｰ－－－－－－－－</a:t>
            </a:r>
          </a:p>
        </p:txBody>
      </p:sp>
      <p:sp>
        <p:nvSpPr>
          <p:cNvPr id="15" name="正方形/長方形 14">
            <a:extLst>
              <a:ext uri="{FF2B5EF4-FFF2-40B4-BE49-F238E27FC236}">
                <a16:creationId xmlns:a16="http://schemas.microsoft.com/office/drawing/2014/main" id="{EF9E9012-3CD6-42E0-B5CD-D8F52D15C9EA}"/>
              </a:ext>
            </a:extLst>
          </p:cNvPr>
          <p:cNvSpPr/>
          <p:nvPr/>
        </p:nvSpPr>
        <p:spPr>
          <a:xfrm>
            <a:off x="1851172" y="2186031"/>
            <a:ext cx="1610687" cy="35233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6" name="正方形/長方形 15">
            <a:extLst>
              <a:ext uri="{FF2B5EF4-FFF2-40B4-BE49-F238E27FC236}">
                <a16:creationId xmlns:a16="http://schemas.microsoft.com/office/drawing/2014/main" id="{08E2E36F-A41F-4B3E-8AEE-4FA8D0FEB61B}"/>
              </a:ext>
            </a:extLst>
          </p:cNvPr>
          <p:cNvSpPr/>
          <p:nvPr/>
        </p:nvSpPr>
        <p:spPr>
          <a:xfrm>
            <a:off x="7410277" y="1494288"/>
            <a:ext cx="2332137" cy="352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7" name="正方形/長方形 16">
            <a:extLst>
              <a:ext uri="{FF2B5EF4-FFF2-40B4-BE49-F238E27FC236}">
                <a16:creationId xmlns:a16="http://schemas.microsoft.com/office/drawing/2014/main" id="{59E6A9E1-8EEA-41DA-A062-3EA99FD6A8B8}"/>
              </a:ext>
            </a:extLst>
          </p:cNvPr>
          <p:cNvSpPr/>
          <p:nvPr/>
        </p:nvSpPr>
        <p:spPr>
          <a:xfrm>
            <a:off x="7986319" y="4126688"/>
            <a:ext cx="1756095" cy="352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8" name="正方形/長方形 17">
            <a:extLst>
              <a:ext uri="{FF2B5EF4-FFF2-40B4-BE49-F238E27FC236}">
                <a16:creationId xmlns:a16="http://schemas.microsoft.com/office/drawing/2014/main" id="{2CD583D4-1042-46BA-AFEC-4DDF2445BFE1}"/>
              </a:ext>
            </a:extLst>
          </p:cNvPr>
          <p:cNvSpPr/>
          <p:nvPr/>
        </p:nvSpPr>
        <p:spPr>
          <a:xfrm>
            <a:off x="1851172" y="3468849"/>
            <a:ext cx="3014443" cy="35233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9" name="正方形/長方形 18">
            <a:extLst>
              <a:ext uri="{FF2B5EF4-FFF2-40B4-BE49-F238E27FC236}">
                <a16:creationId xmlns:a16="http://schemas.microsoft.com/office/drawing/2014/main" id="{CFF94539-F7C8-48B9-96F2-EEF44E6F5A74}"/>
              </a:ext>
            </a:extLst>
          </p:cNvPr>
          <p:cNvSpPr/>
          <p:nvPr/>
        </p:nvSpPr>
        <p:spPr>
          <a:xfrm>
            <a:off x="6467912" y="2628899"/>
            <a:ext cx="3277296" cy="352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0" name="正方形/長方形 19">
            <a:extLst>
              <a:ext uri="{FF2B5EF4-FFF2-40B4-BE49-F238E27FC236}">
                <a16:creationId xmlns:a16="http://schemas.microsoft.com/office/drawing/2014/main" id="{91B4F137-8880-45BF-B094-66711C4FD33B}"/>
              </a:ext>
            </a:extLst>
          </p:cNvPr>
          <p:cNvSpPr/>
          <p:nvPr/>
        </p:nvSpPr>
        <p:spPr>
          <a:xfrm>
            <a:off x="1851172" y="4950204"/>
            <a:ext cx="3942825" cy="35233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pSp>
        <p:nvGrpSpPr>
          <p:cNvPr id="68" name="グループ化 67">
            <a:extLst>
              <a:ext uri="{FF2B5EF4-FFF2-40B4-BE49-F238E27FC236}">
                <a16:creationId xmlns:a16="http://schemas.microsoft.com/office/drawing/2014/main" id="{1E972C88-0718-4D10-AD3C-0C334ECDC9CD}"/>
              </a:ext>
            </a:extLst>
          </p:cNvPr>
          <p:cNvGrpSpPr/>
          <p:nvPr/>
        </p:nvGrpSpPr>
        <p:grpSpPr>
          <a:xfrm>
            <a:off x="1954634" y="5935212"/>
            <a:ext cx="4974672" cy="352336"/>
            <a:chOff x="1954634" y="5935212"/>
            <a:chExt cx="4974672" cy="352336"/>
          </a:xfrm>
        </p:grpSpPr>
        <p:sp>
          <p:nvSpPr>
            <p:cNvPr id="5" name="正方形/長方形 4">
              <a:extLst>
                <a:ext uri="{FF2B5EF4-FFF2-40B4-BE49-F238E27FC236}">
                  <a16:creationId xmlns:a16="http://schemas.microsoft.com/office/drawing/2014/main" id="{9A9210AD-63B4-4529-AC29-7AD079658E78}"/>
                </a:ext>
              </a:extLst>
            </p:cNvPr>
            <p:cNvSpPr/>
            <p:nvPr/>
          </p:nvSpPr>
          <p:spPr>
            <a:xfrm>
              <a:off x="1954634" y="5935212"/>
              <a:ext cx="4974672" cy="352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メッセージの入力</a:t>
              </a:r>
            </a:p>
          </p:txBody>
        </p:sp>
        <p:sp>
          <p:nvSpPr>
            <p:cNvPr id="21" name="二等辺三角形 20">
              <a:extLst>
                <a:ext uri="{FF2B5EF4-FFF2-40B4-BE49-F238E27FC236}">
                  <a16:creationId xmlns:a16="http://schemas.microsoft.com/office/drawing/2014/main" id="{3B4A3B23-87AE-40A8-A2F7-0744C0113AA9}"/>
                </a:ext>
              </a:extLst>
            </p:cNvPr>
            <p:cNvSpPr/>
            <p:nvPr/>
          </p:nvSpPr>
          <p:spPr>
            <a:xfrm rot="5400000">
              <a:off x="6602136" y="5960378"/>
              <a:ext cx="352336" cy="302004"/>
            </a:xfrm>
            <a:prstGeom prst="triangle">
              <a:avLst/>
            </a:prstGeom>
            <a:ln>
              <a:solidFill>
                <a:schemeClr val="tx1"/>
              </a:solidFill>
            </a:ln>
            <a:scene3d>
              <a:camera prst="orthographicFront"/>
              <a:lightRig rig="threePt" dir="t"/>
            </a:scene3d>
            <a:sp3d>
              <a:bevelT w="101600" prst="riblet"/>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grpSp>
      <p:grpSp>
        <p:nvGrpSpPr>
          <p:cNvPr id="28" name="グループ化 27">
            <a:extLst>
              <a:ext uri="{FF2B5EF4-FFF2-40B4-BE49-F238E27FC236}">
                <a16:creationId xmlns:a16="http://schemas.microsoft.com/office/drawing/2014/main" id="{A1E173D4-8DFD-419C-85E1-6C26E8E6B15F}"/>
              </a:ext>
            </a:extLst>
          </p:cNvPr>
          <p:cNvGrpSpPr/>
          <p:nvPr/>
        </p:nvGrpSpPr>
        <p:grpSpPr>
          <a:xfrm>
            <a:off x="494950" y="1205043"/>
            <a:ext cx="1181449" cy="226153"/>
            <a:chOff x="494950" y="1205043"/>
            <a:chExt cx="1181449" cy="226153"/>
          </a:xfrm>
        </p:grpSpPr>
        <p:sp>
          <p:nvSpPr>
            <p:cNvPr id="25" name="フローチャート: 結合子 24">
              <a:extLst>
                <a:ext uri="{FF2B5EF4-FFF2-40B4-BE49-F238E27FC236}">
                  <a16:creationId xmlns:a16="http://schemas.microsoft.com/office/drawing/2014/main" id="{C6BD6926-91A7-49F9-A70E-FD51B9CAF9A2}"/>
                </a:ext>
              </a:extLst>
            </p:cNvPr>
            <p:cNvSpPr/>
            <p:nvPr/>
          </p:nvSpPr>
          <p:spPr>
            <a:xfrm>
              <a:off x="494950" y="1268135"/>
              <a:ext cx="100668" cy="99970"/>
            </a:xfrm>
            <a:prstGeom prst="flowChartConnector">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26" name="四角形: 対角を丸める 25">
              <a:extLst>
                <a:ext uri="{FF2B5EF4-FFF2-40B4-BE49-F238E27FC236}">
                  <a16:creationId xmlns:a16="http://schemas.microsoft.com/office/drawing/2014/main" id="{57C6FFD6-211B-4361-A06F-AACACF788CC1}"/>
                </a:ext>
              </a:extLst>
            </p:cNvPr>
            <p:cNvSpPr/>
            <p:nvPr/>
          </p:nvSpPr>
          <p:spPr>
            <a:xfrm>
              <a:off x="661331" y="1205043"/>
              <a:ext cx="1015068" cy="226153"/>
            </a:xfrm>
            <a:prstGeom prst="round2Diag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ユーザー１</a:t>
              </a: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grpSp>
      <p:grpSp>
        <p:nvGrpSpPr>
          <p:cNvPr id="30" name="グループ化 29">
            <a:extLst>
              <a:ext uri="{FF2B5EF4-FFF2-40B4-BE49-F238E27FC236}">
                <a16:creationId xmlns:a16="http://schemas.microsoft.com/office/drawing/2014/main" id="{A607ACDE-48AB-4BC0-B832-FBD954F6AF1E}"/>
              </a:ext>
            </a:extLst>
          </p:cNvPr>
          <p:cNvGrpSpPr/>
          <p:nvPr/>
        </p:nvGrpSpPr>
        <p:grpSpPr>
          <a:xfrm>
            <a:off x="494950" y="1548644"/>
            <a:ext cx="1181449" cy="226153"/>
            <a:chOff x="494950" y="1205043"/>
            <a:chExt cx="1181449" cy="226153"/>
          </a:xfrm>
        </p:grpSpPr>
        <p:sp>
          <p:nvSpPr>
            <p:cNvPr id="31" name="フローチャート: 結合子 30">
              <a:extLst>
                <a:ext uri="{FF2B5EF4-FFF2-40B4-BE49-F238E27FC236}">
                  <a16:creationId xmlns:a16="http://schemas.microsoft.com/office/drawing/2014/main" id="{70FBE89B-3596-4807-8A2F-D32EA5674D34}"/>
                </a:ext>
              </a:extLst>
            </p:cNvPr>
            <p:cNvSpPr/>
            <p:nvPr/>
          </p:nvSpPr>
          <p:spPr>
            <a:xfrm>
              <a:off x="494950" y="1268135"/>
              <a:ext cx="100668" cy="99970"/>
            </a:xfrm>
            <a:prstGeom prst="flowChartConnector">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32" name="四角形: 対角を丸める 31">
              <a:extLst>
                <a:ext uri="{FF2B5EF4-FFF2-40B4-BE49-F238E27FC236}">
                  <a16:creationId xmlns:a16="http://schemas.microsoft.com/office/drawing/2014/main" id="{5795E24B-63EF-4117-BA18-91F218E2CED0}"/>
                </a:ext>
              </a:extLst>
            </p:cNvPr>
            <p:cNvSpPr/>
            <p:nvPr/>
          </p:nvSpPr>
          <p:spPr>
            <a:xfrm>
              <a:off x="661331" y="1205043"/>
              <a:ext cx="1015068" cy="226153"/>
            </a:xfrm>
            <a:prstGeom prst="round2Diag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ユーザー２</a:t>
              </a: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grpSp>
      <p:grpSp>
        <p:nvGrpSpPr>
          <p:cNvPr id="52" name="グループ化 51">
            <a:extLst>
              <a:ext uri="{FF2B5EF4-FFF2-40B4-BE49-F238E27FC236}">
                <a16:creationId xmlns:a16="http://schemas.microsoft.com/office/drawing/2014/main" id="{42979E6F-6337-4DF3-8A49-B76250D26F6A}"/>
              </a:ext>
            </a:extLst>
          </p:cNvPr>
          <p:cNvGrpSpPr/>
          <p:nvPr/>
        </p:nvGrpSpPr>
        <p:grpSpPr>
          <a:xfrm>
            <a:off x="494950" y="1919421"/>
            <a:ext cx="1181449" cy="226153"/>
            <a:chOff x="494950" y="1205043"/>
            <a:chExt cx="1181449" cy="226153"/>
          </a:xfrm>
        </p:grpSpPr>
        <p:sp>
          <p:nvSpPr>
            <p:cNvPr id="53" name="フローチャート: 結合子 52">
              <a:extLst>
                <a:ext uri="{FF2B5EF4-FFF2-40B4-BE49-F238E27FC236}">
                  <a16:creationId xmlns:a16="http://schemas.microsoft.com/office/drawing/2014/main" id="{1E68194A-5BD1-4ED0-83E7-2C092807BC02}"/>
                </a:ext>
              </a:extLst>
            </p:cNvPr>
            <p:cNvSpPr/>
            <p:nvPr/>
          </p:nvSpPr>
          <p:spPr>
            <a:xfrm>
              <a:off x="494950" y="1268135"/>
              <a:ext cx="100668" cy="99970"/>
            </a:xfrm>
            <a:prstGeom prst="flowChartConnector">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54" name="四角形: 対角を丸める 53">
              <a:extLst>
                <a:ext uri="{FF2B5EF4-FFF2-40B4-BE49-F238E27FC236}">
                  <a16:creationId xmlns:a16="http://schemas.microsoft.com/office/drawing/2014/main" id="{3B01A56C-D554-46D0-9BF2-26590183798B}"/>
                </a:ext>
              </a:extLst>
            </p:cNvPr>
            <p:cNvSpPr/>
            <p:nvPr/>
          </p:nvSpPr>
          <p:spPr>
            <a:xfrm>
              <a:off x="661331" y="1205043"/>
              <a:ext cx="1015068" cy="226153"/>
            </a:xfrm>
            <a:prstGeom prst="round2Diag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ユーザー３</a:t>
              </a: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grpSp>
      <p:grpSp>
        <p:nvGrpSpPr>
          <p:cNvPr id="55" name="グループ化 54">
            <a:extLst>
              <a:ext uri="{FF2B5EF4-FFF2-40B4-BE49-F238E27FC236}">
                <a16:creationId xmlns:a16="http://schemas.microsoft.com/office/drawing/2014/main" id="{15B3B5B2-87A0-4CBC-8455-4ED48EC535E1}"/>
              </a:ext>
            </a:extLst>
          </p:cNvPr>
          <p:cNvGrpSpPr/>
          <p:nvPr/>
        </p:nvGrpSpPr>
        <p:grpSpPr>
          <a:xfrm>
            <a:off x="489356" y="2294040"/>
            <a:ext cx="1181449" cy="226153"/>
            <a:chOff x="494950" y="1205043"/>
            <a:chExt cx="1181449" cy="226153"/>
          </a:xfrm>
        </p:grpSpPr>
        <p:sp>
          <p:nvSpPr>
            <p:cNvPr id="56" name="フローチャート: 結合子 55">
              <a:extLst>
                <a:ext uri="{FF2B5EF4-FFF2-40B4-BE49-F238E27FC236}">
                  <a16:creationId xmlns:a16="http://schemas.microsoft.com/office/drawing/2014/main" id="{DFB0ACA3-21CF-468A-A5FF-9DF96B342032}"/>
                </a:ext>
              </a:extLst>
            </p:cNvPr>
            <p:cNvSpPr/>
            <p:nvPr/>
          </p:nvSpPr>
          <p:spPr>
            <a:xfrm>
              <a:off x="494950" y="1268135"/>
              <a:ext cx="100668" cy="99970"/>
            </a:xfrm>
            <a:prstGeom prst="flowChartConnector">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57" name="四角形: 対角を丸める 56">
              <a:extLst>
                <a:ext uri="{FF2B5EF4-FFF2-40B4-BE49-F238E27FC236}">
                  <a16:creationId xmlns:a16="http://schemas.microsoft.com/office/drawing/2014/main" id="{EE8E12DB-32FA-4EFD-A005-81BE55B819BF}"/>
                </a:ext>
              </a:extLst>
            </p:cNvPr>
            <p:cNvSpPr/>
            <p:nvPr/>
          </p:nvSpPr>
          <p:spPr>
            <a:xfrm>
              <a:off x="661331" y="1205043"/>
              <a:ext cx="1015068" cy="226153"/>
            </a:xfrm>
            <a:prstGeom prst="round2Diag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ユーザー４</a:t>
              </a: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grpSp>
      <p:grpSp>
        <p:nvGrpSpPr>
          <p:cNvPr id="58" name="グループ化 57">
            <a:extLst>
              <a:ext uri="{FF2B5EF4-FFF2-40B4-BE49-F238E27FC236}">
                <a16:creationId xmlns:a16="http://schemas.microsoft.com/office/drawing/2014/main" id="{2247EB6E-B5D9-43C6-B7E4-628C3DB79A64}"/>
              </a:ext>
            </a:extLst>
          </p:cNvPr>
          <p:cNvGrpSpPr/>
          <p:nvPr/>
        </p:nvGrpSpPr>
        <p:grpSpPr>
          <a:xfrm>
            <a:off x="485161" y="2712701"/>
            <a:ext cx="1181449" cy="226153"/>
            <a:chOff x="494950" y="1205043"/>
            <a:chExt cx="1181449" cy="226153"/>
          </a:xfrm>
        </p:grpSpPr>
        <p:sp>
          <p:nvSpPr>
            <p:cNvPr id="59" name="フローチャート: 結合子 58">
              <a:extLst>
                <a:ext uri="{FF2B5EF4-FFF2-40B4-BE49-F238E27FC236}">
                  <a16:creationId xmlns:a16="http://schemas.microsoft.com/office/drawing/2014/main" id="{EB52A560-5659-4FA6-83F2-D469612471B8}"/>
                </a:ext>
              </a:extLst>
            </p:cNvPr>
            <p:cNvSpPr/>
            <p:nvPr/>
          </p:nvSpPr>
          <p:spPr>
            <a:xfrm>
              <a:off x="494950" y="1268135"/>
              <a:ext cx="100668" cy="99970"/>
            </a:xfrm>
            <a:prstGeom prst="flowChartConnector">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60" name="四角形: 対角を丸める 59">
              <a:extLst>
                <a:ext uri="{FF2B5EF4-FFF2-40B4-BE49-F238E27FC236}">
                  <a16:creationId xmlns:a16="http://schemas.microsoft.com/office/drawing/2014/main" id="{A2419515-5EC7-40EA-BD33-9DB808114998}"/>
                </a:ext>
              </a:extLst>
            </p:cNvPr>
            <p:cNvSpPr/>
            <p:nvPr/>
          </p:nvSpPr>
          <p:spPr>
            <a:xfrm>
              <a:off x="661331" y="1205043"/>
              <a:ext cx="1015068" cy="226153"/>
            </a:xfrm>
            <a:prstGeom prst="round2Diag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ユーザー５</a:t>
              </a: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grpSp>
      <p:grpSp>
        <p:nvGrpSpPr>
          <p:cNvPr id="61" name="グループ化 60">
            <a:extLst>
              <a:ext uri="{FF2B5EF4-FFF2-40B4-BE49-F238E27FC236}">
                <a16:creationId xmlns:a16="http://schemas.microsoft.com/office/drawing/2014/main" id="{9E0DDCE1-8B62-449D-8683-45FE0748399A}"/>
              </a:ext>
            </a:extLst>
          </p:cNvPr>
          <p:cNvGrpSpPr/>
          <p:nvPr/>
        </p:nvGrpSpPr>
        <p:grpSpPr>
          <a:xfrm>
            <a:off x="485161" y="3105502"/>
            <a:ext cx="1181449" cy="226153"/>
            <a:chOff x="494950" y="1205043"/>
            <a:chExt cx="1181449" cy="226153"/>
          </a:xfrm>
        </p:grpSpPr>
        <p:sp>
          <p:nvSpPr>
            <p:cNvPr id="62" name="フローチャート: 結合子 61">
              <a:extLst>
                <a:ext uri="{FF2B5EF4-FFF2-40B4-BE49-F238E27FC236}">
                  <a16:creationId xmlns:a16="http://schemas.microsoft.com/office/drawing/2014/main" id="{08885AB9-EC86-4973-9221-2E680DED9137}"/>
                </a:ext>
              </a:extLst>
            </p:cNvPr>
            <p:cNvSpPr/>
            <p:nvPr/>
          </p:nvSpPr>
          <p:spPr>
            <a:xfrm>
              <a:off x="494950" y="1268135"/>
              <a:ext cx="100668" cy="99970"/>
            </a:xfrm>
            <a:prstGeom prst="flowChartConnector">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63" name="四角形: 対角を丸める 62">
              <a:extLst>
                <a:ext uri="{FF2B5EF4-FFF2-40B4-BE49-F238E27FC236}">
                  <a16:creationId xmlns:a16="http://schemas.microsoft.com/office/drawing/2014/main" id="{0D92A1B7-5807-4AA2-A26E-D728F5934706}"/>
                </a:ext>
              </a:extLst>
            </p:cNvPr>
            <p:cNvSpPr/>
            <p:nvPr/>
          </p:nvSpPr>
          <p:spPr>
            <a:xfrm>
              <a:off x="661331" y="1205043"/>
              <a:ext cx="1015068" cy="226153"/>
            </a:xfrm>
            <a:prstGeom prst="round2Diag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ユーザー６</a:t>
              </a: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grpSp>
      <p:sp>
        <p:nvSpPr>
          <p:cNvPr id="64" name="四角形: 角を丸くする 63">
            <a:extLst>
              <a:ext uri="{FF2B5EF4-FFF2-40B4-BE49-F238E27FC236}">
                <a16:creationId xmlns:a16="http://schemas.microsoft.com/office/drawing/2014/main" id="{C8925217-6835-47E7-82A7-749AD0E9845B}"/>
              </a:ext>
            </a:extLst>
          </p:cNvPr>
          <p:cNvSpPr/>
          <p:nvPr/>
        </p:nvSpPr>
        <p:spPr>
          <a:xfrm>
            <a:off x="10142290" y="1204520"/>
            <a:ext cx="914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予約画面</a:t>
            </a:r>
            <a:r>
              <a:rPr kumimoji="1" lang="en-US" altLang="ja-JP" sz="1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1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管理者</a:t>
            </a:r>
            <a:r>
              <a:rPr kumimoji="1" lang="en-US" altLang="ja-JP" sz="1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1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へ</a:t>
            </a:r>
          </a:p>
        </p:txBody>
      </p:sp>
      <p:sp>
        <p:nvSpPr>
          <p:cNvPr id="65" name="四角形: 角を丸くする 64">
            <a:extLst>
              <a:ext uri="{FF2B5EF4-FFF2-40B4-BE49-F238E27FC236}">
                <a16:creationId xmlns:a16="http://schemas.microsoft.com/office/drawing/2014/main" id="{F107C314-E4B2-4A57-925E-3E05401D3308}"/>
              </a:ext>
            </a:extLst>
          </p:cNvPr>
          <p:cNvSpPr/>
          <p:nvPr/>
        </p:nvSpPr>
        <p:spPr>
          <a:xfrm>
            <a:off x="10133901" y="2368577"/>
            <a:ext cx="914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ポータル画面へ</a:t>
            </a:r>
          </a:p>
        </p:txBody>
      </p:sp>
    </p:spTree>
    <p:extLst>
      <p:ext uri="{BB962C8B-B14F-4D97-AF65-F5344CB8AC3E}">
        <p14:creationId xmlns:p14="http://schemas.microsoft.com/office/powerpoint/2010/main" val="3008607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03C1193D-4A6E-915C-F0EC-686774BD4068}"/>
              </a:ext>
            </a:extLst>
          </p:cNvPr>
          <p:cNvSpPr>
            <a:spLocks noGrp="1"/>
          </p:cNvSpPr>
          <p:nvPr>
            <p:ph type="title"/>
          </p:nvPr>
        </p:nvSpPr>
        <p:spPr/>
        <p:txBody>
          <a:bodyPr>
            <a:normAutofit/>
          </a:bodyPr>
          <a:lstStyle/>
          <a:p>
            <a:r>
              <a:rPr lang="ja-JP" altLang="en-US" sz="6000" dirty="0"/>
              <a:t>３</a:t>
            </a:r>
            <a:r>
              <a:rPr lang="en-US" altLang="ja-JP" sz="6000" dirty="0"/>
              <a:t>.</a:t>
            </a:r>
            <a:r>
              <a:rPr lang="ja-JP" altLang="en-US" sz="6000" dirty="0"/>
              <a:t>　具体的な利用例</a:t>
            </a:r>
          </a:p>
        </p:txBody>
      </p:sp>
      <p:pic>
        <p:nvPicPr>
          <p:cNvPr id="5" name="コンテンツ プレースホルダー 4">
            <a:extLst>
              <a:ext uri="{FF2B5EF4-FFF2-40B4-BE49-F238E27FC236}">
                <a16:creationId xmlns:a16="http://schemas.microsoft.com/office/drawing/2014/main" id="{BD390F16-5BEC-8D15-943E-20FFEBC06D9E}"/>
              </a:ext>
            </a:extLst>
          </p:cNvPr>
          <p:cNvPicPr>
            <a:picLocks noGrp="1" noChangeAspect="1"/>
          </p:cNvPicPr>
          <p:nvPr>
            <p:ph idx="1"/>
          </p:nvPr>
        </p:nvPicPr>
        <p:blipFill>
          <a:blip r:embed="rId3"/>
          <a:stretch>
            <a:fillRect/>
          </a:stretch>
        </p:blipFill>
        <p:spPr>
          <a:xfrm>
            <a:off x="1244599" y="1762919"/>
            <a:ext cx="8830733" cy="4967287"/>
          </a:xfrm>
          <a:prstGeom prst="rect">
            <a:avLst/>
          </a:prstGeom>
        </p:spPr>
      </p:pic>
    </p:spTree>
    <p:extLst>
      <p:ext uri="{BB962C8B-B14F-4D97-AF65-F5344CB8AC3E}">
        <p14:creationId xmlns:p14="http://schemas.microsoft.com/office/powerpoint/2010/main" val="2807531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8D25C7-312C-50FA-1A34-2F14E83B75C7}"/>
              </a:ext>
            </a:extLst>
          </p:cNvPr>
          <p:cNvSpPr>
            <a:spLocks noGrp="1"/>
          </p:cNvSpPr>
          <p:nvPr>
            <p:ph type="title"/>
          </p:nvPr>
        </p:nvSpPr>
        <p:spPr/>
        <p:txBody>
          <a:bodyPr/>
          <a:lstStyle/>
          <a:p>
            <a:r>
              <a:rPr kumimoji="1" lang="ja-JP" altLang="en-US" dirty="0"/>
              <a:t>例：ビジネスシーン（一般企業向け）</a:t>
            </a:r>
          </a:p>
        </p:txBody>
      </p:sp>
      <p:sp>
        <p:nvSpPr>
          <p:cNvPr id="3" name="コンテンツ プレースホルダー 2">
            <a:extLst>
              <a:ext uri="{FF2B5EF4-FFF2-40B4-BE49-F238E27FC236}">
                <a16:creationId xmlns:a16="http://schemas.microsoft.com/office/drawing/2014/main" id="{719856A7-265F-B2A8-C1D4-ED467CC15EC5}"/>
              </a:ext>
            </a:extLst>
          </p:cNvPr>
          <p:cNvSpPr>
            <a:spLocks noGrp="1"/>
          </p:cNvSpPr>
          <p:nvPr>
            <p:ph idx="1"/>
          </p:nvPr>
        </p:nvSpPr>
        <p:spPr/>
        <p:txBody>
          <a:bodyPr>
            <a:normAutofit/>
          </a:bodyPr>
          <a:lstStyle/>
          <a:p>
            <a:pPr marL="0" indent="0">
              <a:buNone/>
            </a:pPr>
            <a:r>
              <a:rPr kumimoji="1" lang="ja-JP" altLang="en-US" sz="3600" b="1" dirty="0"/>
              <a:t>受付、会議室</a:t>
            </a:r>
            <a:r>
              <a:rPr kumimoji="1" lang="en-US" altLang="ja-JP" sz="3600" b="1" dirty="0"/>
              <a:t>2</a:t>
            </a:r>
            <a:r>
              <a:rPr kumimoji="1" lang="ja-JP" altLang="en-US" sz="3600" b="1" dirty="0"/>
              <a:t>部屋、応接室</a:t>
            </a:r>
            <a:r>
              <a:rPr kumimoji="1" lang="en-US" altLang="ja-JP" sz="3600" b="1" dirty="0"/>
              <a:t>1</a:t>
            </a:r>
            <a:r>
              <a:rPr kumimoji="1" lang="ja-JP" altLang="en-US" sz="3600" b="1" dirty="0"/>
              <a:t>部屋の場合</a:t>
            </a:r>
            <a:endParaRPr kumimoji="1" lang="en-US" altLang="ja-JP" sz="3600" b="1" dirty="0"/>
          </a:p>
          <a:p>
            <a:pPr marL="0" indent="0">
              <a:buNone/>
            </a:pPr>
            <a:r>
              <a:rPr lang="en-US" altLang="ja-JP" sz="2400" dirty="0"/>
              <a:t>【</a:t>
            </a:r>
            <a:r>
              <a:rPr lang="ja-JP" altLang="en-US" sz="2400" dirty="0"/>
              <a:t>システム構成</a:t>
            </a:r>
            <a:r>
              <a:rPr lang="en-US" altLang="ja-JP" sz="2400" dirty="0"/>
              <a:t>】</a:t>
            </a:r>
          </a:p>
          <a:p>
            <a:pPr marL="342900" lvl="0" indent="-342900" algn="just">
              <a:buFont typeface="Wingdings" panose="05000000000000000000" pitchFamily="2" charset="2"/>
              <a:buChar char=""/>
            </a:pPr>
            <a:r>
              <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デジタルサイネージ</a:t>
            </a:r>
            <a:r>
              <a:rPr lang="en-US"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1</a:t>
            </a:r>
            <a:r>
              <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台</a:t>
            </a:r>
            <a:r>
              <a:rPr lang="ja-JP" altLang="en-US"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（受付用）</a:t>
            </a:r>
            <a:endPar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gn="just">
              <a:buFont typeface="Wingdings" panose="05000000000000000000" pitchFamily="2" charset="2"/>
              <a:buChar char=""/>
            </a:pPr>
            <a:r>
              <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モニター</a:t>
            </a:r>
            <a:r>
              <a:rPr lang="ja-JP" altLang="en-US" sz="2400" kern="100" dirty="0">
                <a:latin typeface="游明朝" panose="02020400000000000000" pitchFamily="18" charset="-128"/>
                <a:ea typeface="游明朝" panose="02020400000000000000" pitchFamily="18" charset="-128"/>
                <a:cs typeface="Times New Roman" panose="02020603050405020304" pitchFamily="18" charset="0"/>
              </a:rPr>
              <a:t>３</a:t>
            </a:r>
            <a:r>
              <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台（各部屋</a:t>
            </a:r>
            <a:r>
              <a:rPr lang="ja-JP" altLang="en-US"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の</a:t>
            </a:r>
            <a:r>
              <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横にモニターを</a:t>
            </a:r>
            <a:r>
              <a:rPr lang="en-US"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1</a:t>
            </a:r>
            <a:r>
              <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台設置）</a:t>
            </a:r>
          </a:p>
          <a:p>
            <a:pPr marL="342900" lvl="0" indent="-342900" algn="just">
              <a:buFont typeface="Wingdings" panose="05000000000000000000" pitchFamily="2" charset="2"/>
              <a:buChar char=""/>
            </a:pPr>
            <a:r>
              <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画面表示させるための</a:t>
            </a:r>
            <a:r>
              <a:rPr lang="en-US"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PC</a:t>
            </a:r>
            <a:r>
              <a:rPr lang="ja-JP" altLang="en-US" sz="2400" kern="100" dirty="0">
                <a:latin typeface="游明朝" panose="02020400000000000000" pitchFamily="18" charset="-128"/>
                <a:ea typeface="游明朝" panose="02020400000000000000" pitchFamily="18" charset="-128"/>
                <a:cs typeface="Times New Roman" panose="02020603050405020304" pitchFamily="18" charset="0"/>
              </a:rPr>
              <a:t>４</a:t>
            </a:r>
            <a:r>
              <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台</a:t>
            </a:r>
            <a:endParaRPr lang="en-US"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gn="just">
              <a:buFont typeface="Wingdings" panose="05000000000000000000" pitchFamily="2" charset="2"/>
              <a:buChar char=""/>
            </a:pPr>
            <a:endParaRPr lang="en-US" altLang="ja-JP" sz="2000" kern="100" dirty="0">
              <a:latin typeface="游明朝" panose="02020400000000000000" pitchFamily="18" charset="-128"/>
              <a:ea typeface="游明朝" panose="02020400000000000000" pitchFamily="18" charset="-128"/>
              <a:cs typeface="Times New Roman" panose="02020603050405020304" pitchFamily="18" charset="0"/>
            </a:endParaRPr>
          </a:p>
          <a:p>
            <a:pPr marL="0" lvl="0" indent="0" algn="just">
              <a:buNone/>
            </a:pPr>
            <a:r>
              <a:rPr lang="en-US" altLang="ja-JP" sz="2400" kern="100" dirty="0">
                <a:latin typeface="游明朝" panose="02020400000000000000" pitchFamily="18" charset="-128"/>
                <a:ea typeface="游明朝" panose="02020400000000000000" pitchFamily="18" charset="-128"/>
                <a:cs typeface="Times New Roman" panose="02020603050405020304" pitchFamily="18" charset="0"/>
              </a:rPr>
              <a:t>【</a:t>
            </a:r>
            <a:r>
              <a:rPr lang="ja-JP" altLang="en-US" sz="2400" kern="100" dirty="0">
                <a:latin typeface="游明朝" panose="02020400000000000000" pitchFamily="18" charset="-128"/>
                <a:ea typeface="游明朝" panose="02020400000000000000" pitchFamily="18" charset="-128"/>
                <a:cs typeface="Times New Roman" panose="02020603050405020304" pitchFamily="18" charset="0"/>
              </a:rPr>
              <a:t>画面表示項目</a:t>
            </a:r>
            <a:r>
              <a:rPr lang="en-US" altLang="ja-JP" sz="2400" kern="100" dirty="0">
                <a:latin typeface="游明朝" panose="02020400000000000000" pitchFamily="18" charset="-128"/>
                <a:ea typeface="游明朝" panose="02020400000000000000" pitchFamily="18" charset="-128"/>
                <a:cs typeface="Times New Roman" panose="02020603050405020304" pitchFamily="18" charset="0"/>
              </a:rPr>
              <a:t>】</a:t>
            </a:r>
          </a:p>
          <a:p>
            <a:pPr marL="342900" indent="-342900" algn="just">
              <a:buFont typeface="Wingdings" panose="05000000000000000000" pitchFamily="2" charset="2"/>
              <a:buChar char=""/>
            </a:pPr>
            <a:r>
              <a:rPr lang="ja-JP" altLang="ja-JP" sz="24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一日の施設スケジュールをデジタルサイネージに表示させる。</a:t>
            </a:r>
          </a:p>
          <a:p>
            <a:pPr marL="342900" lvl="0" indent="-342900" algn="just">
              <a:buFont typeface="Wingdings" panose="05000000000000000000" pitchFamily="2" charset="2"/>
              <a:buChar char=""/>
            </a:pPr>
            <a:r>
              <a:rPr lang="ja-JP" altLang="en-US" sz="2400" kern="100" dirty="0">
                <a:latin typeface="游明朝" panose="02020400000000000000" pitchFamily="18" charset="-128"/>
                <a:ea typeface="游明朝" panose="02020400000000000000" pitchFamily="18" charset="-128"/>
                <a:cs typeface="Times New Roman" panose="02020603050405020304" pitchFamily="18" charset="0"/>
              </a:rPr>
              <a:t>今現在の部屋の状況をモニターに表示させる</a:t>
            </a:r>
            <a:endParaRPr lang="en-US" altLang="ja-JP" sz="2400" kern="100" dirty="0">
              <a:latin typeface="游明朝" panose="02020400000000000000" pitchFamily="18" charset="-128"/>
              <a:ea typeface="游明朝" panose="02020400000000000000" pitchFamily="18" charset="-128"/>
              <a:cs typeface="Times New Roman" panose="02020603050405020304" pitchFamily="18" charset="0"/>
            </a:endParaRPr>
          </a:p>
          <a:p>
            <a:pPr algn="just"/>
            <a:endParaRPr lang="ja-JP" altLang="ja-JP" sz="20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endParaRPr kumimoji="1" lang="ja-JP" altLang="en-US" sz="2400" dirty="0"/>
          </a:p>
        </p:txBody>
      </p:sp>
    </p:spTree>
    <p:extLst>
      <p:ext uri="{BB962C8B-B14F-4D97-AF65-F5344CB8AC3E}">
        <p14:creationId xmlns:p14="http://schemas.microsoft.com/office/powerpoint/2010/main" val="3998361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F361F-2F87-4AAE-5C15-852F6F44A4F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EB452F-2FAD-6A7A-EB5D-5BD140AAF623}"/>
              </a:ext>
            </a:extLst>
          </p:cNvPr>
          <p:cNvSpPr>
            <a:spLocks noGrp="1"/>
          </p:cNvSpPr>
          <p:nvPr>
            <p:ph type="title"/>
          </p:nvPr>
        </p:nvSpPr>
        <p:spPr/>
        <p:txBody>
          <a:bodyPr/>
          <a:lstStyle/>
          <a:p>
            <a:r>
              <a:rPr lang="ja-JP" altLang="en-US" dirty="0"/>
              <a:t>利用</a:t>
            </a:r>
            <a:r>
              <a:rPr kumimoji="1" lang="ja-JP" altLang="en-US" dirty="0"/>
              <a:t>イメージ</a:t>
            </a:r>
          </a:p>
        </p:txBody>
      </p:sp>
      <p:graphicFrame>
        <p:nvGraphicFramePr>
          <p:cNvPr id="4" name="コンテンツ プレースホルダー 3">
            <a:extLst>
              <a:ext uri="{FF2B5EF4-FFF2-40B4-BE49-F238E27FC236}">
                <a16:creationId xmlns:a16="http://schemas.microsoft.com/office/drawing/2014/main" id="{8BDAD05B-FB3E-466D-D024-3BF1AAF9F684}"/>
              </a:ext>
            </a:extLst>
          </p:cNvPr>
          <p:cNvGraphicFramePr>
            <a:graphicFrameLocks noGrp="1"/>
          </p:cNvGraphicFramePr>
          <p:nvPr>
            <p:ph idx="1"/>
            <p:extLst>
              <p:ext uri="{D42A27DB-BD31-4B8C-83A1-F6EECF244321}">
                <p14:modId xmlns:p14="http://schemas.microsoft.com/office/powerpoint/2010/main" val="20531857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0649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モニター 壁掛けイラスト｜無料イラスト・フリー素材なら「イラストAC」">
            <a:extLst>
              <a:ext uri="{FF2B5EF4-FFF2-40B4-BE49-F238E27FC236}">
                <a16:creationId xmlns:a16="http://schemas.microsoft.com/office/drawing/2014/main" id="{7A670441-AA2C-4223-B29D-661EB07E26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843" t="19877" r="4925" b="31172"/>
          <a:stretch/>
        </p:blipFill>
        <p:spPr bwMode="auto">
          <a:xfrm>
            <a:off x="6656894" y="1097805"/>
            <a:ext cx="3340125" cy="216473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受付イラスト（jpeg)：イラスト無料">
            <a:extLst>
              <a:ext uri="{FF2B5EF4-FFF2-40B4-BE49-F238E27FC236}">
                <a16:creationId xmlns:a16="http://schemas.microsoft.com/office/drawing/2014/main" id="{1960D7AE-177C-4569-BC08-CCCBCC06C92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20" t="10022" r="8485" b="9052"/>
          <a:stretch/>
        </p:blipFill>
        <p:spPr bwMode="auto">
          <a:xfrm>
            <a:off x="6872153" y="3595456"/>
            <a:ext cx="3335045" cy="306279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グループ化 6">
            <a:extLst>
              <a:ext uri="{FF2B5EF4-FFF2-40B4-BE49-F238E27FC236}">
                <a16:creationId xmlns:a16="http://schemas.microsoft.com/office/drawing/2014/main" id="{6E272F89-C35B-464C-AB14-BDB279562850}"/>
              </a:ext>
            </a:extLst>
          </p:cNvPr>
          <p:cNvGrpSpPr/>
          <p:nvPr/>
        </p:nvGrpSpPr>
        <p:grpSpPr>
          <a:xfrm>
            <a:off x="881013" y="2627789"/>
            <a:ext cx="4438835" cy="2911876"/>
            <a:chOff x="1475817" y="3240350"/>
            <a:chExt cx="4438835" cy="2911876"/>
          </a:xfrm>
        </p:grpSpPr>
        <p:grpSp>
          <p:nvGrpSpPr>
            <p:cNvPr id="5" name="グループ化 4">
              <a:extLst>
                <a:ext uri="{FF2B5EF4-FFF2-40B4-BE49-F238E27FC236}">
                  <a16:creationId xmlns:a16="http://schemas.microsoft.com/office/drawing/2014/main" id="{6CF867E1-F38C-42BF-9EE7-43CCBDDCDBA9}"/>
                </a:ext>
              </a:extLst>
            </p:cNvPr>
            <p:cNvGrpSpPr/>
            <p:nvPr/>
          </p:nvGrpSpPr>
          <p:grpSpPr>
            <a:xfrm>
              <a:off x="1475817" y="3240350"/>
              <a:ext cx="4438835" cy="2911876"/>
              <a:chOff x="1475817" y="3240350"/>
              <a:chExt cx="4438835" cy="2911876"/>
            </a:xfrm>
          </p:grpSpPr>
          <p:sp>
            <p:nvSpPr>
              <p:cNvPr id="2" name="正方形/長方形 1">
                <a:extLst>
                  <a:ext uri="{FF2B5EF4-FFF2-40B4-BE49-F238E27FC236}">
                    <a16:creationId xmlns:a16="http://schemas.microsoft.com/office/drawing/2014/main" id="{80A16E8B-1AEB-4BEF-9DC0-F711BE4BE73E}"/>
                  </a:ext>
                </a:extLst>
              </p:cNvPr>
              <p:cNvSpPr/>
              <p:nvPr/>
            </p:nvSpPr>
            <p:spPr>
              <a:xfrm>
                <a:off x="1475817" y="3240350"/>
                <a:ext cx="4438835" cy="291187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DF3FD635-7941-486E-B6FC-5987B37C7EA5}"/>
                  </a:ext>
                </a:extLst>
              </p:cNvPr>
              <p:cNvSpPr/>
              <p:nvPr/>
            </p:nvSpPr>
            <p:spPr>
              <a:xfrm>
                <a:off x="1538668" y="3308042"/>
                <a:ext cx="4313131" cy="2776492"/>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4" name="図 3">
              <a:extLst>
                <a:ext uri="{FF2B5EF4-FFF2-40B4-BE49-F238E27FC236}">
                  <a16:creationId xmlns:a16="http://schemas.microsoft.com/office/drawing/2014/main" id="{EFE30225-A9A9-4862-AED0-2EA8FD84059F}"/>
                </a:ext>
              </a:extLst>
            </p:cNvPr>
            <p:cNvPicPr>
              <a:picLocks noChangeAspect="1"/>
            </p:cNvPicPr>
            <p:nvPr/>
          </p:nvPicPr>
          <p:blipFill>
            <a:blip r:embed="rId5"/>
            <a:stretch>
              <a:fillRect/>
            </a:stretch>
          </p:blipFill>
          <p:spPr>
            <a:xfrm>
              <a:off x="1680782" y="3493363"/>
              <a:ext cx="4028901" cy="2405849"/>
            </a:xfrm>
            <a:prstGeom prst="rect">
              <a:avLst/>
            </a:prstGeom>
          </p:spPr>
        </p:pic>
      </p:grpSp>
      <p:pic>
        <p:nvPicPr>
          <p:cNvPr id="14" name="図 13">
            <a:extLst>
              <a:ext uri="{FF2B5EF4-FFF2-40B4-BE49-F238E27FC236}">
                <a16:creationId xmlns:a16="http://schemas.microsoft.com/office/drawing/2014/main" id="{FF8B01F0-21C3-4757-BFBD-39D630DDB117}"/>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rot="20031140" flipH="1">
            <a:off x="5249304" y="1557983"/>
            <a:ext cx="1271850" cy="636827"/>
          </a:xfrm>
          <a:prstGeom prst="rect">
            <a:avLst/>
          </a:prstGeom>
        </p:spPr>
      </p:pic>
      <p:sp>
        <p:nvSpPr>
          <p:cNvPr id="15" name="吹き出し: 円形 14">
            <a:extLst>
              <a:ext uri="{FF2B5EF4-FFF2-40B4-BE49-F238E27FC236}">
                <a16:creationId xmlns:a16="http://schemas.microsoft.com/office/drawing/2014/main" id="{8FA97A2E-0CE4-4841-AEF5-C2EA5856078C}"/>
              </a:ext>
            </a:extLst>
          </p:cNvPr>
          <p:cNvSpPr/>
          <p:nvPr/>
        </p:nvSpPr>
        <p:spPr>
          <a:xfrm>
            <a:off x="1281214" y="1310325"/>
            <a:ext cx="1994645" cy="910539"/>
          </a:xfrm>
          <a:prstGeom prst="wedgeEllipseCallout">
            <a:avLst>
              <a:gd name="adj1" fmla="val 26740"/>
              <a:gd name="adj2" fmla="val 74093"/>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b="1" dirty="0"/>
              <a:t>拡大図</a:t>
            </a:r>
          </a:p>
        </p:txBody>
      </p:sp>
      <p:sp>
        <p:nvSpPr>
          <p:cNvPr id="12" name="四角形: 角を丸くする 11">
            <a:extLst>
              <a:ext uri="{FF2B5EF4-FFF2-40B4-BE49-F238E27FC236}">
                <a16:creationId xmlns:a16="http://schemas.microsoft.com/office/drawing/2014/main" id="{3E64A382-D552-45B9-A3E9-EEC72EB314C9}"/>
              </a:ext>
            </a:extLst>
          </p:cNvPr>
          <p:cNvSpPr/>
          <p:nvPr/>
        </p:nvSpPr>
        <p:spPr>
          <a:xfrm>
            <a:off x="4221235" y="501640"/>
            <a:ext cx="2197225" cy="5623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受付周辺</a:t>
            </a:r>
          </a:p>
        </p:txBody>
      </p:sp>
    </p:spTree>
    <p:extLst>
      <p:ext uri="{BB962C8B-B14F-4D97-AF65-F5344CB8AC3E}">
        <p14:creationId xmlns:p14="http://schemas.microsoft.com/office/powerpoint/2010/main" val="38225589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D31E8-6477-7E18-164B-DF9B60C0AA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DBD7A6-CA60-856D-8759-FB61075E8A0F}"/>
              </a:ext>
            </a:extLst>
          </p:cNvPr>
          <p:cNvSpPr>
            <a:spLocks noGrp="1"/>
          </p:cNvSpPr>
          <p:nvPr>
            <p:ph type="title"/>
          </p:nvPr>
        </p:nvSpPr>
        <p:spPr/>
        <p:txBody>
          <a:bodyPr/>
          <a:lstStyle/>
          <a:p>
            <a:r>
              <a:rPr lang="ja-JP" altLang="en-US" dirty="0"/>
              <a:t>利用</a:t>
            </a:r>
            <a:r>
              <a:rPr kumimoji="1" lang="ja-JP" altLang="en-US" dirty="0"/>
              <a:t>イメージ</a:t>
            </a:r>
          </a:p>
        </p:txBody>
      </p:sp>
      <p:graphicFrame>
        <p:nvGraphicFramePr>
          <p:cNvPr id="4" name="コンテンツ プレースホルダー 3">
            <a:extLst>
              <a:ext uri="{FF2B5EF4-FFF2-40B4-BE49-F238E27FC236}">
                <a16:creationId xmlns:a16="http://schemas.microsoft.com/office/drawing/2014/main" id="{29CFE685-FFA5-CAE2-C80C-DF796479E1F7}"/>
              </a:ext>
            </a:extLst>
          </p:cNvPr>
          <p:cNvGraphicFramePr>
            <a:graphicFrameLocks noGrp="1"/>
          </p:cNvGraphicFramePr>
          <p:nvPr>
            <p:ph idx="1"/>
            <p:extLst>
              <p:ext uri="{D42A27DB-BD31-4B8C-83A1-F6EECF244321}">
                <p14:modId xmlns:p14="http://schemas.microsoft.com/office/powerpoint/2010/main" val="329254686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楕円 5">
            <a:extLst>
              <a:ext uri="{FF2B5EF4-FFF2-40B4-BE49-F238E27FC236}">
                <a16:creationId xmlns:a16="http://schemas.microsoft.com/office/drawing/2014/main" id="{2607B7CE-EDBA-054C-CE3B-33DAFCE2D3F1}"/>
              </a:ext>
            </a:extLst>
          </p:cNvPr>
          <p:cNvSpPr/>
          <p:nvPr/>
        </p:nvSpPr>
        <p:spPr>
          <a:xfrm>
            <a:off x="7783433" y="3783727"/>
            <a:ext cx="435133" cy="435133"/>
          </a:xfrm>
          <a:prstGeom prst="ellipse">
            <a:avLst/>
          </a:prstGeom>
        </p:spPr>
        <p:style>
          <a:lnRef idx="2">
            <a:schemeClr val="lt1">
              <a:hueOff val="0"/>
              <a:satOff val="0"/>
              <a:lumOff val="0"/>
              <a:alphaOff val="0"/>
            </a:schemeClr>
          </a:lnRef>
          <a:fillRef idx="1">
            <a:schemeClr val="accent1">
              <a:shade val="50000"/>
              <a:hueOff val="0"/>
              <a:satOff val="0"/>
              <a:lumOff val="0"/>
              <a:alphaOff val="0"/>
            </a:schemeClr>
          </a:fillRef>
          <a:effectRef idx="0">
            <a:schemeClr val="accent1">
              <a:shade val="50000"/>
              <a:hueOff val="0"/>
              <a:satOff val="0"/>
              <a:lumOff val="0"/>
              <a:alphaOff val="0"/>
            </a:schemeClr>
          </a:effectRef>
          <a:fontRef idx="minor">
            <a:schemeClr val="lt1"/>
          </a:fontRef>
        </p:style>
        <p:txBody>
          <a:bodyPr/>
          <a:lstStyle/>
          <a:p>
            <a:endParaRPr lang="ja-JP" altLang="en-US"/>
          </a:p>
        </p:txBody>
      </p:sp>
      <p:sp>
        <p:nvSpPr>
          <p:cNvPr id="7" name="楕円 6">
            <a:extLst>
              <a:ext uri="{FF2B5EF4-FFF2-40B4-BE49-F238E27FC236}">
                <a16:creationId xmlns:a16="http://schemas.microsoft.com/office/drawing/2014/main" id="{8691B3E1-5115-FF66-D09F-2306EBDB8996}"/>
              </a:ext>
            </a:extLst>
          </p:cNvPr>
          <p:cNvSpPr/>
          <p:nvPr/>
        </p:nvSpPr>
        <p:spPr>
          <a:xfrm>
            <a:off x="2932034" y="3783727"/>
            <a:ext cx="435133" cy="435133"/>
          </a:xfrm>
          <a:prstGeom prst="ellipse">
            <a:avLst/>
          </a:prstGeom>
        </p:spPr>
        <p:style>
          <a:lnRef idx="2">
            <a:schemeClr val="lt1">
              <a:hueOff val="0"/>
              <a:satOff val="0"/>
              <a:lumOff val="0"/>
              <a:alphaOff val="0"/>
            </a:schemeClr>
          </a:lnRef>
          <a:fillRef idx="1">
            <a:schemeClr val="accent1">
              <a:shade val="50000"/>
              <a:hueOff val="402493"/>
              <a:satOff val="-9802"/>
              <a:lumOff val="42896"/>
              <a:alphaOff val="0"/>
            </a:schemeClr>
          </a:fillRef>
          <a:effectRef idx="0">
            <a:schemeClr val="accent1">
              <a:shade val="50000"/>
              <a:hueOff val="402493"/>
              <a:satOff val="-9802"/>
              <a:lumOff val="42896"/>
              <a:alphaOff val="0"/>
            </a:schemeClr>
          </a:effectRef>
          <a:fontRef idx="minor">
            <a:schemeClr val="lt1"/>
          </a:fontRef>
        </p:style>
        <p:txBody>
          <a:bodyPr/>
          <a:lstStyle/>
          <a:p>
            <a:endParaRPr lang="ja-JP" altLang="en-US"/>
          </a:p>
        </p:txBody>
      </p:sp>
    </p:spTree>
    <p:extLst>
      <p:ext uri="{BB962C8B-B14F-4D97-AF65-F5344CB8AC3E}">
        <p14:creationId xmlns:p14="http://schemas.microsoft.com/office/powerpoint/2010/main" val="40256136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グループ化 5">
            <a:extLst>
              <a:ext uri="{FF2B5EF4-FFF2-40B4-BE49-F238E27FC236}">
                <a16:creationId xmlns:a16="http://schemas.microsoft.com/office/drawing/2014/main" id="{1E3E3F98-73EB-408C-9122-1D65C7FDA759}"/>
              </a:ext>
            </a:extLst>
          </p:cNvPr>
          <p:cNvGrpSpPr/>
          <p:nvPr/>
        </p:nvGrpSpPr>
        <p:grpSpPr>
          <a:xfrm>
            <a:off x="6165628" y="3577701"/>
            <a:ext cx="1606858" cy="2059619"/>
            <a:chOff x="2150927" y="1723426"/>
            <a:chExt cx="4072320" cy="4536559"/>
          </a:xfrm>
        </p:grpSpPr>
        <p:pic>
          <p:nvPicPr>
            <p:cNvPr id="5" name="図 4">
              <a:extLst>
                <a:ext uri="{FF2B5EF4-FFF2-40B4-BE49-F238E27FC236}">
                  <a16:creationId xmlns:a16="http://schemas.microsoft.com/office/drawing/2014/main" id="{A6F1596E-3F29-41FB-BA2F-760E82620721}"/>
                </a:ext>
              </a:extLst>
            </p:cNvPr>
            <p:cNvPicPr>
              <a:picLocks noChangeAspect="1"/>
            </p:cNvPicPr>
            <p:nvPr/>
          </p:nvPicPr>
          <p:blipFill>
            <a:blip r:embed="rId3"/>
            <a:stretch>
              <a:fillRect/>
            </a:stretch>
          </p:blipFill>
          <p:spPr>
            <a:xfrm>
              <a:off x="2150927" y="3794047"/>
              <a:ext cx="4072320" cy="2465938"/>
            </a:xfrm>
            <a:prstGeom prst="rect">
              <a:avLst/>
            </a:prstGeom>
          </p:spPr>
        </p:pic>
        <p:grpSp>
          <p:nvGrpSpPr>
            <p:cNvPr id="2" name="グループ化 1">
              <a:extLst>
                <a:ext uri="{FF2B5EF4-FFF2-40B4-BE49-F238E27FC236}">
                  <a16:creationId xmlns:a16="http://schemas.microsoft.com/office/drawing/2014/main" id="{3FC14DC3-4D2B-4A7A-AB95-2C18E6C790EE}"/>
                </a:ext>
              </a:extLst>
            </p:cNvPr>
            <p:cNvGrpSpPr/>
            <p:nvPr/>
          </p:nvGrpSpPr>
          <p:grpSpPr>
            <a:xfrm>
              <a:off x="2376743" y="1723426"/>
              <a:ext cx="3620687" cy="2556535"/>
              <a:chOff x="550260" y="854009"/>
              <a:chExt cx="3620687" cy="2556535"/>
            </a:xfrm>
          </p:grpSpPr>
          <p:pic>
            <p:nvPicPr>
              <p:cNvPr id="3" name="図 2">
                <a:extLst>
                  <a:ext uri="{FF2B5EF4-FFF2-40B4-BE49-F238E27FC236}">
                    <a16:creationId xmlns:a16="http://schemas.microsoft.com/office/drawing/2014/main" id="{234BED9A-11AE-4296-B49E-9E0190D8253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50260" y="854009"/>
                <a:ext cx="3620687" cy="2556535"/>
              </a:xfrm>
              <a:prstGeom prst="rect">
                <a:avLst/>
              </a:prstGeom>
            </p:spPr>
          </p:pic>
          <p:pic>
            <p:nvPicPr>
              <p:cNvPr id="4" name="図 3">
                <a:extLst>
                  <a:ext uri="{FF2B5EF4-FFF2-40B4-BE49-F238E27FC236}">
                    <a16:creationId xmlns:a16="http://schemas.microsoft.com/office/drawing/2014/main" id="{8E795577-F714-4BA1-B54D-0FAC6A16921F}"/>
                  </a:ext>
                </a:extLst>
              </p:cNvPr>
              <p:cNvPicPr>
                <a:picLocks noChangeAspect="1"/>
              </p:cNvPicPr>
              <p:nvPr/>
            </p:nvPicPr>
            <p:blipFill>
              <a:blip r:embed="rId6"/>
              <a:stretch>
                <a:fillRect/>
              </a:stretch>
            </p:blipFill>
            <p:spPr>
              <a:xfrm>
                <a:off x="1030511" y="979465"/>
                <a:ext cx="2611047" cy="1620819"/>
              </a:xfrm>
              <a:prstGeom prst="rect">
                <a:avLst/>
              </a:prstGeom>
            </p:spPr>
          </p:pic>
        </p:grpSp>
      </p:grpSp>
      <p:pic>
        <p:nvPicPr>
          <p:cNvPr id="1026" name="Picture 2" descr="ドア | 無料のAi・PNG白黒シルエットイラスト">
            <a:extLst>
              <a:ext uri="{FF2B5EF4-FFF2-40B4-BE49-F238E27FC236}">
                <a16:creationId xmlns:a16="http://schemas.microsoft.com/office/drawing/2014/main" id="{84C2D985-E199-49E3-89B7-05BDE0AF7F5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9054" t="13594" r="25356" b="12256"/>
          <a:stretch/>
        </p:blipFill>
        <p:spPr bwMode="auto">
          <a:xfrm>
            <a:off x="7941659" y="1519954"/>
            <a:ext cx="2796466" cy="4548186"/>
          </a:xfrm>
          <a:prstGeom prst="rect">
            <a:avLst/>
          </a:prstGeom>
          <a:noFill/>
          <a:extLst>
            <a:ext uri="{909E8E84-426E-40DD-AFC4-6F175D3DCCD1}">
              <a14:hiddenFill xmlns:a14="http://schemas.microsoft.com/office/drawing/2010/main">
                <a:solidFill>
                  <a:srgbClr val="FFFFFF"/>
                </a:solidFill>
              </a14:hiddenFill>
            </a:ext>
          </a:extLst>
        </p:spPr>
      </p:pic>
      <p:sp>
        <p:nvSpPr>
          <p:cNvPr id="7" name="四角形: 角を丸くする 6">
            <a:extLst>
              <a:ext uri="{FF2B5EF4-FFF2-40B4-BE49-F238E27FC236}">
                <a16:creationId xmlns:a16="http://schemas.microsoft.com/office/drawing/2014/main" id="{E74F6D7B-46B3-44F3-B267-935636F7C660}"/>
              </a:ext>
            </a:extLst>
          </p:cNvPr>
          <p:cNvSpPr/>
          <p:nvPr/>
        </p:nvSpPr>
        <p:spPr>
          <a:xfrm>
            <a:off x="5525523" y="284056"/>
            <a:ext cx="2438400" cy="6936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出入口付近</a:t>
            </a:r>
          </a:p>
        </p:txBody>
      </p:sp>
      <p:grpSp>
        <p:nvGrpSpPr>
          <p:cNvPr id="17" name="グループ化 16">
            <a:extLst>
              <a:ext uri="{FF2B5EF4-FFF2-40B4-BE49-F238E27FC236}">
                <a16:creationId xmlns:a16="http://schemas.microsoft.com/office/drawing/2014/main" id="{D2BC97D7-649A-4398-A393-B2807867803B}"/>
              </a:ext>
            </a:extLst>
          </p:cNvPr>
          <p:cNvGrpSpPr/>
          <p:nvPr/>
        </p:nvGrpSpPr>
        <p:grpSpPr>
          <a:xfrm>
            <a:off x="431599" y="1160380"/>
            <a:ext cx="4546801" cy="5492598"/>
            <a:chOff x="461639" y="1143412"/>
            <a:chExt cx="4477025" cy="5408308"/>
          </a:xfrm>
        </p:grpSpPr>
        <p:sp>
          <p:nvSpPr>
            <p:cNvPr id="8" name="正方形/長方形 7">
              <a:extLst>
                <a:ext uri="{FF2B5EF4-FFF2-40B4-BE49-F238E27FC236}">
                  <a16:creationId xmlns:a16="http://schemas.microsoft.com/office/drawing/2014/main" id="{A14F72BA-D56A-47F5-A2AC-2804369EAD30}"/>
                </a:ext>
              </a:extLst>
            </p:cNvPr>
            <p:cNvSpPr/>
            <p:nvPr/>
          </p:nvSpPr>
          <p:spPr>
            <a:xfrm>
              <a:off x="461639" y="1143412"/>
              <a:ext cx="4477025" cy="54083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E83C6856-4ADA-4CED-923E-93744A56F79A}"/>
                </a:ext>
              </a:extLst>
            </p:cNvPr>
            <p:cNvGrpSpPr/>
            <p:nvPr/>
          </p:nvGrpSpPr>
          <p:grpSpPr>
            <a:xfrm>
              <a:off x="590937" y="1323057"/>
              <a:ext cx="4292412" cy="5068179"/>
              <a:chOff x="2150927" y="1723426"/>
              <a:chExt cx="4072320" cy="4536559"/>
            </a:xfrm>
          </p:grpSpPr>
          <p:pic>
            <p:nvPicPr>
              <p:cNvPr id="10" name="図 9">
                <a:extLst>
                  <a:ext uri="{FF2B5EF4-FFF2-40B4-BE49-F238E27FC236}">
                    <a16:creationId xmlns:a16="http://schemas.microsoft.com/office/drawing/2014/main" id="{5FEFC180-A165-40C1-ABF1-BE01F85C9C0C}"/>
                  </a:ext>
                </a:extLst>
              </p:cNvPr>
              <p:cNvPicPr>
                <a:picLocks noChangeAspect="1"/>
              </p:cNvPicPr>
              <p:nvPr/>
            </p:nvPicPr>
            <p:blipFill>
              <a:blip r:embed="rId3"/>
              <a:stretch>
                <a:fillRect/>
              </a:stretch>
            </p:blipFill>
            <p:spPr>
              <a:xfrm>
                <a:off x="2150927" y="3794047"/>
                <a:ext cx="4072320" cy="2465938"/>
              </a:xfrm>
              <a:prstGeom prst="rect">
                <a:avLst/>
              </a:prstGeom>
            </p:spPr>
          </p:pic>
          <p:grpSp>
            <p:nvGrpSpPr>
              <p:cNvPr id="11" name="グループ化 10">
                <a:extLst>
                  <a:ext uri="{FF2B5EF4-FFF2-40B4-BE49-F238E27FC236}">
                    <a16:creationId xmlns:a16="http://schemas.microsoft.com/office/drawing/2014/main" id="{EC1AABA7-DA78-4C3D-A9FE-8060F5E1E930}"/>
                  </a:ext>
                </a:extLst>
              </p:cNvPr>
              <p:cNvGrpSpPr/>
              <p:nvPr/>
            </p:nvGrpSpPr>
            <p:grpSpPr>
              <a:xfrm>
                <a:off x="2376743" y="1723426"/>
                <a:ext cx="3620687" cy="2556535"/>
                <a:chOff x="550260" y="854009"/>
                <a:chExt cx="3620687" cy="2556535"/>
              </a:xfrm>
            </p:grpSpPr>
            <p:pic>
              <p:nvPicPr>
                <p:cNvPr id="12" name="図 11">
                  <a:extLst>
                    <a:ext uri="{FF2B5EF4-FFF2-40B4-BE49-F238E27FC236}">
                      <a16:creationId xmlns:a16="http://schemas.microsoft.com/office/drawing/2014/main" id="{50BE0870-35F8-4FF7-A80B-CABDF505744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50260" y="854009"/>
                  <a:ext cx="3620687" cy="2556535"/>
                </a:xfrm>
                <a:prstGeom prst="rect">
                  <a:avLst/>
                </a:prstGeom>
              </p:spPr>
            </p:pic>
            <p:pic>
              <p:nvPicPr>
                <p:cNvPr id="13" name="図 12">
                  <a:extLst>
                    <a:ext uri="{FF2B5EF4-FFF2-40B4-BE49-F238E27FC236}">
                      <a16:creationId xmlns:a16="http://schemas.microsoft.com/office/drawing/2014/main" id="{9A0C55C2-507A-4CCF-A819-2C4D4A63DA94}"/>
                    </a:ext>
                  </a:extLst>
                </p:cNvPr>
                <p:cNvPicPr>
                  <a:picLocks noChangeAspect="1"/>
                </p:cNvPicPr>
                <p:nvPr/>
              </p:nvPicPr>
              <p:blipFill>
                <a:blip r:embed="rId6"/>
                <a:stretch>
                  <a:fillRect/>
                </a:stretch>
              </p:blipFill>
              <p:spPr>
                <a:xfrm>
                  <a:off x="1030511" y="979465"/>
                  <a:ext cx="2611047" cy="1620819"/>
                </a:xfrm>
                <a:prstGeom prst="rect">
                  <a:avLst/>
                </a:prstGeom>
              </p:spPr>
            </p:pic>
          </p:grpSp>
        </p:grpSp>
      </p:grpSp>
      <p:pic>
        <p:nvPicPr>
          <p:cNvPr id="20" name="図 19">
            <a:extLst>
              <a:ext uri="{FF2B5EF4-FFF2-40B4-BE49-F238E27FC236}">
                <a16:creationId xmlns:a16="http://schemas.microsoft.com/office/drawing/2014/main" id="{7528C5CF-221A-4E7E-8E09-7D45E9219253}"/>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rot="1972595" flipH="1">
            <a:off x="5162141" y="2594556"/>
            <a:ext cx="1402442" cy="636827"/>
          </a:xfrm>
          <a:prstGeom prst="rect">
            <a:avLst/>
          </a:prstGeom>
        </p:spPr>
      </p:pic>
      <p:sp>
        <p:nvSpPr>
          <p:cNvPr id="21" name="吹き出し: 円形 20">
            <a:extLst>
              <a:ext uri="{FF2B5EF4-FFF2-40B4-BE49-F238E27FC236}">
                <a16:creationId xmlns:a16="http://schemas.microsoft.com/office/drawing/2014/main" id="{C745B375-43C9-4AF2-8CA3-39EC9EDD09C3}"/>
              </a:ext>
            </a:extLst>
          </p:cNvPr>
          <p:cNvSpPr/>
          <p:nvPr/>
        </p:nvSpPr>
        <p:spPr>
          <a:xfrm>
            <a:off x="915657" y="284056"/>
            <a:ext cx="1585710" cy="693615"/>
          </a:xfrm>
          <a:prstGeom prst="wedgeEllipseCallout">
            <a:avLst>
              <a:gd name="adj1" fmla="val 26740"/>
              <a:gd name="adj2" fmla="val 74093"/>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b="1" dirty="0"/>
              <a:t>拡大図</a:t>
            </a:r>
          </a:p>
        </p:txBody>
      </p:sp>
    </p:spTree>
    <p:extLst>
      <p:ext uri="{BB962C8B-B14F-4D97-AF65-F5344CB8AC3E}">
        <p14:creationId xmlns:p14="http://schemas.microsoft.com/office/powerpoint/2010/main" val="7273941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70A480-2808-1223-E6EC-1D282717B20A}"/>
              </a:ext>
            </a:extLst>
          </p:cNvPr>
          <p:cNvSpPr>
            <a:spLocks noGrp="1"/>
          </p:cNvSpPr>
          <p:nvPr>
            <p:ph type="title"/>
          </p:nvPr>
        </p:nvSpPr>
        <p:spPr/>
        <p:txBody>
          <a:bodyPr/>
          <a:lstStyle/>
          <a:p>
            <a:r>
              <a:rPr lang="ja-JP" altLang="en-US" dirty="0"/>
              <a:t>機能のカスタマイズが可能</a:t>
            </a:r>
            <a:endParaRPr kumimoji="1" lang="ja-JP" altLang="en-US" dirty="0"/>
          </a:p>
        </p:txBody>
      </p:sp>
      <p:graphicFrame>
        <p:nvGraphicFramePr>
          <p:cNvPr id="4" name="コンテンツ プレースホルダー 3">
            <a:extLst>
              <a:ext uri="{FF2B5EF4-FFF2-40B4-BE49-F238E27FC236}">
                <a16:creationId xmlns:a16="http://schemas.microsoft.com/office/drawing/2014/main" id="{659A64CC-3A57-F168-C0DE-567BA6C2B001}"/>
              </a:ext>
            </a:extLst>
          </p:cNvPr>
          <p:cNvGraphicFramePr>
            <a:graphicFrameLocks noGrp="1"/>
          </p:cNvGraphicFramePr>
          <p:nvPr>
            <p:ph idx="1"/>
            <p:extLst>
              <p:ext uri="{D42A27DB-BD31-4B8C-83A1-F6EECF244321}">
                <p14:modId xmlns:p14="http://schemas.microsoft.com/office/powerpoint/2010/main" val="3790253429"/>
              </p:ext>
            </p:extLst>
          </p:nvPr>
        </p:nvGraphicFramePr>
        <p:xfrm>
          <a:off x="702733" y="1509713"/>
          <a:ext cx="10786534" cy="4983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テキスト ボックス 4">
            <a:extLst>
              <a:ext uri="{FF2B5EF4-FFF2-40B4-BE49-F238E27FC236}">
                <a16:creationId xmlns:a16="http://schemas.microsoft.com/office/drawing/2014/main" id="{EE9326FF-685D-4772-F679-BD10EAC1E665}"/>
              </a:ext>
            </a:extLst>
          </p:cNvPr>
          <p:cNvSpPr txBox="1"/>
          <p:nvPr/>
        </p:nvSpPr>
        <p:spPr>
          <a:xfrm>
            <a:off x="1325034" y="5604933"/>
            <a:ext cx="9169399" cy="584775"/>
          </a:xfrm>
          <a:prstGeom prst="rect">
            <a:avLst/>
          </a:prstGeom>
          <a:noFill/>
        </p:spPr>
        <p:txBody>
          <a:bodyPr wrap="square" rtlCol="0">
            <a:spAutoFit/>
          </a:bodyPr>
          <a:lstStyle/>
          <a:p>
            <a:r>
              <a:rPr kumimoji="1" lang="ja-JP" altLang="en-US" sz="3200" b="1" dirty="0"/>
              <a:t>機能を追加することで様々なシーンに対応できる</a:t>
            </a:r>
          </a:p>
        </p:txBody>
      </p:sp>
    </p:spTree>
    <p:extLst>
      <p:ext uri="{BB962C8B-B14F-4D97-AF65-F5344CB8AC3E}">
        <p14:creationId xmlns:p14="http://schemas.microsoft.com/office/powerpoint/2010/main" val="21656756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657523-F340-AE72-CB4B-242BEF42EF90}"/>
              </a:ext>
            </a:extLst>
          </p:cNvPr>
          <p:cNvSpPr>
            <a:spLocks noGrp="1"/>
          </p:cNvSpPr>
          <p:nvPr>
            <p:ph type="title"/>
          </p:nvPr>
        </p:nvSpPr>
        <p:spPr/>
        <p:txBody>
          <a:bodyPr/>
          <a:lstStyle/>
          <a:p>
            <a:r>
              <a:rPr kumimoji="1" lang="ja-JP" altLang="en-US" dirty="0"/>
              <a:t>例：施設料金計算システム</a:t>
            </a:r>
          </a:p>
        </p:txBody>
      </p:sp>
      <p:sp>
        <p:nvSpPr>
          <p:cNvPr id="4" name="テキスト ボックス 3">
            <a:extLst>
              <a:ext uri="{FF2B5EF4-FFF2-40B4-BE49-F238E27FC236}">
                <a16:creationId xmlns:a16="http://schemas.microsoft.com/office/drawing/2014/main" id="{67D44D80-BDEB-BAC5-025F-7D627EDB4194}"/>
              </a:ext>
            </a:extLst>
          </p:cNvPr>
          <p:cNvSpPr txBox="1"/>
          <p:nvPr/>
        </p:nvSpPr>
        <p:spPr>
          <a:xfrm>
            <a:off x="1357744" y="2558175"/>
            <a:ext cx="9989705" cy="1938992"/>
          </a:xfrm>
          <a:prstGeom prst="rect">
            <a:avLst/>
          </a:prstGeom>
          <a:noFill/>
        </p:spPr>
        <p:txBody>
          <a:bodyPr wrap="square" rtlCol="0">
            <a:spAutoFit/>
          </a:bodyPr>
          <a:lstStyle/>
          <a:p>
            <a:pPr marL="285750" lvl="0" indent="-285750" algn="just">
              <a:buFont typeface="Arial" panose="020B0604020202020204" pitchFamily="34" charset="0"/>
              <a:buChar char="•"/>
            </a:pPr>
            <a:r>
              <a:rPr lang="ja-JP" altLang="en-US" sz="4000" kern="100" dirty="0">
                <a:effectLst/>
                <a:latin typeface="游明朝" panose="02020400000000000000" pitchFamily="18" charset="-128"/>
                <a:ea typeface="游明朝" panose="02020400000000000000" pitchFamily="18" charset="-128"/>
                <a:cs typeface="Times New Roman" panose="02020603050405020304" pitchFamily="18" charset="0"/>
              </a:rPr>
              <a:t>施設登録時に使用料金を登録できる</a:t>
            </a:r>
            <a:endParaRPr lang="en-US" altLang="ja-JP" sz="40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285750" lvl="0" indent="-285750" algn="just">
              <a:buFont typeface="Arial" panose="020B0604020202020204" pitchFamily="34" charset="0"/>
              <a:buChar char="•"/>
            </a:pPr>
            <a:r>
              <a:rPr lang="ja-JP" altLang="en-US" sz="4000" kern="100" dirty="0">
                <a:effectLst/>
                <a:latin typeface="游明朝" panose="02020400000000000000" pitchFamily="18" charset="-128"/>
                <a:ea typeface="游明朝" panose="02020400000000000000" pitchFamily="18" charset="-128"/>
                <a:cs typeface="Times New Roman" panose="02020603050405020304" pitchFamily="18" charset="0"/>
              </a:rPr>
              <a:t>利用時間に対して合計金額の計算</a:t>
            </a:r>
            <a:endParaRPr lang="en-US" altLang="ja-JP" sz="40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285750" lvl="0" indent="-285750" algn="just">
              <a:buFont typeface="Arial" panose="020B0604020202020204" pitchFamily="34" charset="0"/>
              <a:buChar char="•"/>
            </a:pPr>
            <a:r>
              <a:rPr lang="ja-JP" altLang="en-US" sz="4000" kern="100" dirty="0">
                <a:latin typeface="游明朝" panose="02020400000000000000" pitchFamily="18" charset="-128"/>
                <a:ea typeface="游明朝" panose="02020400000000000000" pitchFamily="18" charset="-128"/>
                <a:cs typeface="Times New Roman" panose="02020603050405020304" pitchFamily="18" charset="0"/>
              </a:rPr>
              <a:t>合計金額を利用者・管理者が確認できる</a:t>
            </a:r>
            <a:endParaRPr lang="ja-JP" altLang="ja-JP" sz="40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14103765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A0B50-44CF-B3CB-135A-ECEEFC16D6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BF9695-A5C7-B1E8-5CBE-34A7E04087C1}"/>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DB9535FE-D0E3-31B7-19FB-6A56B3601A41}"/>
              </a:ext>
            </a:extLst>
          </p:cNvPr>
          <p:cNvGraphicFramePr>
            <a:graphicFrameLocks noGrp="1"/>
          </p:cNvGraphicFramePr>
          <p:nvPr>
            <p:ph idx="1"/>
            <p:extLst>
              <p:ext uri="{D42A27DB-BD31-4B8C-83A1-F6EECF244321}">
                <p14:modId xmlns:p14="http://schemas.microsoft.com/office/powerpoint/2010/main" val="41618055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6822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F0749679-BFA2-4757-AB4B-1A31A6E3B0DF}"/>
              </a:ext>
            </a:extLst>
          </p:cNvPr>
          <p:cNvSpPr/>
          <p:nvPr/>
        </p:nvSpPr>
        <p:spPr>
          <a:xfrm>
            <a:off x="176169" y="92281"/>
            <a:ext cx="4118993" cy="1065400"/>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設備登録時料金設定</a:t>
            </a:r>
          </a:p>
        </p:txBody>
      </p:sp>
      <p:sp>
        <p:nvSpPr>
          <p:cNvPr id="6" name="正方形/長方形 5">
            <a:extLst>
              <a:ext uri="{FF2B5EF4-FFF2-40B4-BE49-F238E27FC236}">
                <a16:creationId xmlns:a16="http://schemas.microsoft.com/office/drawing/2014/main" id="{2B9A87D0-3827-4253-B49D-33C20EA97718}"/>
              </a:ext>
            </a:extLst>
          </p:cNvPr>
          <p:cNvSpPr/>
          <p:nvPr/>
        </p:nvSpPr>
        <p:spPr>
          <a:xfrm>
            <a:off x="2143568" y="1736521"/>
            <a:ext cx="1988191" cy="1692479"/>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7" name="正方形/長方形 6">
            <a:extLst>
              <a:ext uri="{FF2B5EF4-FFF2-40B4-BE49-F238E27FC236}">
                <a16:creationId xmlns:a16="http://schemas.microsoft.com/office/drawing/2014/main" id="{3247B5F8-3ADD-47B1-A6B0-32FF6E1DA1BC}"/>
              </a:ext>
            </a:extLst>
          </p:cNvPr>
          <p:cNvSpPr/>
          <p:nvPr/>
        </p:nvSpPr>
        <p:spPr>
          <a:xfrm>
            <a:off x="4564092" y="1736521"/>
            <a:ext cx="2452210" cy="3558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スタジオ</a:t>
            </a: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9" name="正方形/長方形 8">
            <a:extLst>
              <a:ext uri="{FF2B5EF4-FFF2-40B4-BE49-F238E27FC236}">
                <a16:creationId xmlns:a16="http://schemas.microsoft.com/office/drawing/2014/main" id="{A9E3C7BA-3E74-4BE9-97F1-F1D530553052}"/>
              </a:ext>
            </a:extLst>
          </p:cNvPr>
          <p:cNvSpPr/>
          <p:nvPr/>
        </p:nvSpPr>
        <p:spPr>
          <a:xfrm>
            <a:off x="4579542" y="2545595"/>
            <a:ext cx="797434" cy="527767"/>
          </a:xfrm>
          <a:prstGeom prst="rect">
            <a:avLst/>
          </a:prstGeom>
          <a:solidFill>
            <a:schemeClr val="bg1"/>
          </a:solidFill>
          <a:ln>
            <a:noFill/>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料金</a:t>
            </a:r>
          </a:p>
        </p:txBody>
      </p:sp>
      <p:sp>
        <p:nvSpPr>
          <p:cNvPr id="11" name="正方形/長方形 10">
            <a:extLst>
              <a:ext uri="{FF2B5EF4-FFF2-40B4-BE49-F238E27FC236}">
                <a16:creationId xmlns:a16="http://schemas.microsoft.com/office/drawing/2014/main" id="{9BC09406-5A4A-41F5-869E-F496EBD66C71}"/>
              </a:ext>
            </a:extLst>
          </p:cNvPr>
          <p:cNvSpPr/>
          <p:nvPr/>
        </p:nvSpPr>
        <p:spPr>
          <a:xfrm>
            <a:off x="7947380" y="2615692"/>
            <a:ext cx="972910" cy="3558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7000</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2" name="正方形/長方形 11">
            <a:extLst>
              <a:ext uri="{FF2B5EF4-FFF2-40B4-BE49-F238E27FC236}">
                <a16:creationId xmlns:a16="http://schemas.microsoft.com/office/drawing/2014/main" id="{F4D80C60-CCF3-49F1-A6B9-06B10ED15DE3}"/>
              </a:ext>
            </a:extLst>
          </p:cNvPr>
          <p:cNvSpPr/>
          <p:nvPr/>
        </p:nvSpPr>
        <p:spPr>
          <a:xfrm>
            <a:off x="8920290" y="2615692"/>
            <a:ext cx="645583" cy="3558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円</a:t>
            </a:r>
          </a:p>
        </p:txBody>
      </p:sp>
      <p:sp>
        <p:nvSpPr>
          <p:cNvPr id="13" name="二等辺三角形 12">
            <a:extLst>
              <a:ext uri="{FF2B5EF4-FFF2-40B4-BE49-F238E27FC236}">
                <a16:creationId xmlns:a16="http://schemas.microsoft.com/office/drawing/2014/main" id="{2549DE33-5B5E-4CA7-A608-7D87DB387FF7}"/>
              </a:ext>
            </a:extLst>
          </p:cNvPr>
          <p:cNvSpPr/>
          <p:nvPr/>
        </p:nvSpPr>
        <p:spPr>
          <a:xfrm rot="10800000">
            <a:off x="9345509" y="2713815"/>
            <a:ext cx="174767" cy="142611"/>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4" name="正方形/長方形 13">
            <a:extLst>
              <a:ext uri="{FF2B5EF4-FFF2-40B4-BE49-F238E27FC236}">
                <a16:creationId xmlns:a16="http://schemas.microsoft.com/office/drawing/2014/main" id="{D019CF6E-0D1A-41EA-AC6F-49693BBE58F9}"/>
              </a:ext>
            </a:extLst>
          </p:cNvPr>
          <p:cNvSpPr/>
          <p:nvPr/>
        </p:nvSpPr>
        <p:spPr>
          <a:xfrm>
            <a:off x="6172560" y="2615692"/>
            <a:ext cx="843742" cy="3558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時間</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5" name="正方形/長方形 14">
            <a:extLst>
              <a:ext uri="{FF2B5EF4-FFF2-40B4-BE49-F238E27FC236}">
                <a16:creationId xmlns:a16="http://schemas.microsoft.com/office/drawing/2014/main" id="{00066B0D-34EA-4384-A140-465437DCDE0A}"/>
              </a:ext>
            </a:extLst>
          </p:cNvPr>
          <p:cNvSpPr/>
          <p:nvPr/>
        </p:nvSpPr>
        <p:spPr>
          <a:xfrm>
            <a:off x="5410607" y="2615695"/>
            <a:ext cx="797434" cy="3558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7" name="正方形/長方形 16">
            <a:extLst>
              <a:ext uri="{FF2B5EF4-FFF2-40B4-BE49-F238E27FC236}">
                <a16:creationId xmlns:a16="http://schemas.microsoft.com/office/drawing/2014/main" id="{05B1A69E-12FE-4CA9-BC9B-6C29A4D4E4A6}"/>
              </a:ext>
            </a:extLst>
          </p:cNvPr>
          <p:cNvSpPr/>
          <p:nvPr/>
        </p:nvSpPr>
        <p:spPr>
          <a:xfrm>
            <a:off x="7093213" y="2514964"/>
            <a:ext cx="797435" cy="527767"/>
          </a:xfrm>
          <a:prstGeom prst="rect">
            <a:avLst/>
          </a:prstGeom>
          <a:solidFill>
            <a:schemeClr val="bg1"/>
          </a:solidFill>
          <a:ln>
            <a:noFill/>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あたり</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8" name="二等辺三角形 17">
            <a:extLst>
              <a:ext uri="{FF2B5EF4-FFF2-40B4-BE49-F238E27FC236}">
                <a16:creationId xmlns:a16="http://schemas.microsoft.com/office/drawing/2014/main" id="{8608D388-9EF4-4A74-82BC-C6B16E6EA029}"/>
              </a:ext>
            </a:extLst>
          </p:cNvPr>
          <p:cNvSpPr/>
          <p:nvPr/>
        </p:nvSpPr>
        <p:spPr>
          <a:xfrm rot="10800000">
            <a:off x="6802697" y="2713815"/>
            <a:ext cx="174767" cy="142611"/>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9" name="フローチャート: 結合子 18">
            <a:extLst>
              <a:ext uri="{FF2B5EF4-FFF2-40B4-BE49-F238E27FC236}">
                <a16:creationId xmlns:a16="http://schemas.microsoft.com/office/drawing/2014/main" id="{3D58695E-E55E-4DBD-A28C-60EC9630BE63}"/>
              </a:ext>
            </a:extLst>
          </p:cNvPr>
          <p:cNvSpPr/>
          <p:nvPr/>
        </p:nvSpPr>
        <p:spPr>
          <a:xfrm>
            <a:off x="4732307" y="2215670"/>
            <a:ext cx="218113" cy="218113"/>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0" name="フローチャート: 結合子 19">
            <a:extLst>
              <a:ext uri="{FF2B5EF4-FFF2-40B4-BE49-F238E27FC236}">
                <a16:creationId xmlns:a16="http://schemas.microsoft.com/office/drawing/2014/main" id="{D42498BB-02E5-4BA2-BB8D-7721B2273F4D}"/>
              </a:ext>
            </a:extLst>
          </p:cNvPr>
          <p:cNvSpPr/>
          <p:nvPr/>
        </p:nvSpPr>
        <p:spPr>
          <a:xfrm>
            <a:off x="4732304" y="3119011"/>
            <a:ext cx="218113" cy="218113"/>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2" name="フローチャート: 結合子 21">
            <a:extLst>
              <a:ext uri="{FF2B5EF4-FFF2-40B4-BE49-F238E27FC236}">
                <a16:creationId xmlns:a16="http://schemas.microsoft.com/office/drawing/2014/main" id="{3E676EAF-3E53-4573-9166-3D7439B1E4A3}"/>
              </a:ext>
            </a:extLst>
          </p:cNvPr>
          <p:cNvSpPr/>
          <p:nvPr/>
        </p:nvSpPr>
        <p:spPr>
          <a:xfrm>
            <a:off x="4771212" y="2260403"/>
            <a:ext cx="140299" cy="127731"/>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23" name="テキスト ボックス 22">
            <a:extLst>
              <a:ext uri="{FF2B5EF4-FFF2-40B4-BE49-F238E27FC236}">
                <a16:creationId xmlns:a16="http://schemas.microsoft.com/office/drawing/2014/main" id="{9E117F79-13DE-4A00-B766-00323EAEF2ED}"/>
              </a:ext>
            </a:extLst>
          </p:cNvPr>
          <p:cNvSpPr txBox="1"/>
          <p:nvPr/>
        </p:nvSpPr>
        <p:spPr>
          <a:xfrm>
            <a:off x="5505611" y="2212606"/>
            <a:ext cx="8475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有料</a:t>
            </a:r>
          </a:p>
        </p:txBody>
      </p:sp>
      <p:sp>
        <p:nvSpPr>
          <p:cNvPr id="25" name="テキスト ボックス 24">
            <a:extLst>
              <a:ext uri="{FF2B5EF4-FFF2-40B4-BE49-F238E27FC236}">
                <a16:creationId xmlns:a16="http://schemas.microsoft.com/office/drawing/2014/main" id="{1E91539E-50B1-4701-91E4-F3885FEC9A34}"/>
              </a:ext>
            </a:extLst>
          </p:cNvPr>
          <p:cNvSpPr txBox="1"/>
          <p:nvPr/>
        </p:nvSpPr>
        <p:spPr>
          <a:xfrm>
            <a:off x="5505604" y="3068790"/>
            <a:ext cx="8022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無料</a:t>
            </a:r>
          </a:p>
        </p:txBody>
      </p:sp>
      <p:sp>
        <p:nvSpPr>
          <p:cNvPr id="26" name="正方形/長方形 25">
            <a:extLst>
              <a:ext uri="{FF2B5EF4-FFF2-40B4-BE49-F238E27FC236}">
                <a16:creationId xmlns:a16="http://schemas.microsoft.com/office/drawing/2014/main" id="{08CB917D-55D6-49A5-AB96-3313CC2524D5}"/>
              </a:ext>
            </a:extLst>
          </p:cNvPr>
          <p:cNvSpPr/>
          <p:nvPr/>
        </p:nvSpPr>
        <p:spPr>
          <a:xfrm>
            <a:off x="2097971" y="3952332"/>
            <a:ext cx="1988191" cy="1692479"/>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27" name="正方形/長方形 26">
            <a:extLst>
              <a:ext uri="{FF2B5EF4-FFF2-40B4-BE49-F238E27FC236}">
                <a16:creationId xmlns:a16="http://schemas.microsoft.com/office/drawing/2014/main" id="{82815F11-B0F6-4F04-AFAA-A4823C2A5EFD}"/>
              </a:ext>
            </a:extLst>
          </p:cNvPr>
          <p:cNvSpPr/>
          <p:nvPr/>
        </p:nvSpPr>
        <p:spPr>
          <a:xfrm>
            <a:off x="4518495" y="3952332"/>
            <a:ext cx="2452210" cy="3558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スタジオ</a:t>
            </a: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B</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8" name="正方形/長方形 27">
            <a:extLst>
              <a:ext uri="{FF2B5EF4-FFF2-40B4-BE49-F238E27FC236}">
                <a16:creationId xmlns:a16="http://schemas.microsoft.com/office/drawing/2014/main" id="{B1D43B7F-0FF4-4983-BA34-1DCB18E15D3C}"/>
              </a:ext>
            </a:extLst>
          </p:cNvPr>
          <p:cNvSpPr/>
          <p:nvPr/>
        </p:nvSpPr>
        <p:spPr>
          <a:xfrm>
            <a:off x="4533945" y="4761406"/>
            <a:ext cx="797434" cy="527767"/>
          </a:xfrm>
          <a:prstGeom prst="rect">
            <a:avLst/>
          </a:prstGeom>
          <a:solidFill>
            <a:schemeClr val="bg1"/>
          </a:solidFill>
          <a:ln>
            <a:noFill/>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料金</a:t>
            </a:r>
          </a:p>
        </p:txBody>
      </p:sp>
      <p:sp>
        <p:nvSpPr>
          <p:cNvPr id="29" name="正方形/長方形 28">
            <a:extLst>
              <a:ext uri="{FF2B5EF4-FFF2-40B4-BE49-F238E27FC236}">
                <a16:creationId xmlns:a16="http://schemas.microsoft.com/office/drawing/2014/main" id="{D01C2B61-2AE5-4795-A686-577149FF2C45}"/>
              </a:ext>
            </a:extLst>
          </p:cNvPr>
          <p:cNvSpPr/>
          <p:nvPr/>
        </p:nvSpPr>
        <p:spPr>
          <a:xfrm>
            <a:off x="7901783" y="4831503"/>
            <a:ext cx="972910" cy="3558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4000</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0" name="正方形/長方形 29">
            <a:extLst>
              <a:ext uri="{FF2B5EF4-FFF2-40B4-BE49-F238E27FC236}">
                <a16:creationId xmlns:a16="http://schemas.microsoft.com/office/drawing/2014/main" id="{8CE1C2C2-353F-4F99-BB13-F4458083EDBA}"/>
              </a:ext>
            </a:extLst>
          </p:cNvPr>
          <p:cNvSpPr/>
          <p:nvPr/>
        </p:nvSpPr>
        <p:spPr>
          <a:xfrm>
            <a:off x="8874693" y="4831503"/>
            <a:ext cx="645583" cy="3558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円</a:t>
            </a:r>
          </a:p>
        </p:txBody>
      </p:sp>
      <p:sp>
        <p:nvSpPr>
          <p:cNvPr id="31" name="二等辺三角形 30">
            <a:extLst>
              <a:ext uri="{FF2B5EF4-FFF2-40B4-BE49-F238E27FC236}">
                <a16:creationId xmlns:a16="http://schemas.microsoft.com/office/drawing/2014/main" id="{CE11C21D-87AF-4E7A-815B-0AD54D83BA5D}"/>
              </a:ext>
            </a:extLst>
          </p:cNvPr>
          <p:cNvSpPr/>
          <p:nvPr/>
        </p:nvSpPr>
        <p:spPr>
          <a:xfrm rot="10800000">
            <a:off x="9299912" y="4929626"/>
            <a:ext cx="174767" cy="142611"/>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32" name="正方形/長方形 31">
            <a:extLst>
              <a:ext uri="{FF2B5EF4-FFF2-40B4-BE49-F238E27FC236}">
                <a16:creationId xmlns:a16="http://schemas.microsoft.com/office/drawing/2014/main" id="{2FF545CC-A60D-4DB8-B58B-8346809011A8}"/>
              </a:ext>
            </a:extLst>
          </p:cNvPr>
          <p:cNvSpPr/>
          <p:nvPr/>
        </p:nvSpPr>
        <p:spPr>
          <a:xfrm>
            <a:off x="6172319" y="4813360"/>
            <a:ext cx="804772" cy="3739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時間</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3" name="正方形/長方形 32">
            <a:extLst>
              <a:ext uri="{FF2B5EF4-FFF2-40B4-BE49-F238E27FC236}">
                <a16:creationId xmlns:a16="http://schemas.microsoft.com/office/drawing/2014/main" id="{E44EA4C9-143E-46C1-9526-84B7E09593F5}"/>
              </a:ext>
            </a:extLst>
          </p:cNvPr>
          <p:cNvSpPr/>
          <p:nvPr/>
        </p:nvSpPr>
        <p:spPr>
          <a:xfrm>
            <a:off x="5374081" y="4804292"/>
            <a:ext cx="797434" cy="383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4" name="正方形/長方形 33">
            <a:extLst>
              <a:ext uri="{FF2B5EF4-FFF2-40B4-BE49-F238E27FC236}">
                <a16:creationId xmlns:a16="http://schemas.microsoft.com/office/drawing/2014/main" id="{C1F23FE9-9701-4BC5-AD64-79301D5D4CD2}"/>
              </a:ext>
            </a:extLst>
          </p:cNvPr>
          <p:cNvSpPr/>
          <p:nvPr/>
        </p:nvSpPr>
        <p:spPr>
          <a:xfrm>
            <a:off x="7047616" y="4730775"/>
            <a:ext cx="797435" cy="527767"/>
          </a:xfrm>
          <a:prstGeom prst="rect">
            <a:avLst/>
          </a:prstGeom>
          <a:solidFill>
            <a:schemeClr val="bg1"/>
          </a:solidFill>
          <a:ln>
            <a:noFill/>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あたり</a:t>
            </a:r>
            <a:endPar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5" name="二等辺三角形 34">
            <a:extLst>
              <a:ext uri="{FF2B5EF4-FFF2-40B4-BE49-F238E27FC236}">
                <a16:creationId xmlns:a16="http://schemas.microsoft.com/office/drawing/2014/main" id="{9718C67A-BDA7-44B0-ADB7-4B3B2617A472}"/>
              </a:ext>
            </a:extLst>
          </p:cNvPr>
          <p:cNvSpPr/>
          <p:nvPr/>
        </p:nvSpPr>
        <p:spPr>
          <a:xfrm rot="10800000">
            <a:off x="6757100" y="4929626"/>
            <a:ext cx="174767" cy="142611"/>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36" name="フローチャート: 結合子 35">
            <a:extLst>
              <a:ext uri="{FF2B5EF4-FFF2-40B4-BE49-F238E27FC236}">
                <a16:creationId xmlns:a16="http://schemas.microsoft.com/office/drawing/2014/main" id="{9B49BB68-BA5E-41A9-B0FC-62D8C465AC29}"/>
              </a:ext>
            </a:extLst>
          </p:cNvPr>
          <p:cNvSpPr/>
          <p:nvPr/>
        </p:nvSpPr>
        <p:spPr>
          <a:xfrm>
            <a:off x="4686710" y="4431481"/>
            <a:ext cx="218113" cy="218113"/>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7" name="フローチャート: 結合子 36">
            <a:extLst>
              <a:ext uri="{FF2B5EF4-FFF2-40B4-BE49-F238E27FC236}">
                <a16:creationId xmlns:a16="http://schemas.microsoft.com/office/drawing/2014/main" id="{ADE298FB-5274-4241-A4D1-9888DDAC69EA}"/>
              </a:ext>
            </a:extLst>
          </p:cNvPr>
          <p:cNvSpPr/>
          <p:nvPr/>
        </p:nvSpPr>
        <p:spPr>
          <a:xfrm>
            <a:off x="4686707" y="5334822"/>
            <a:ext cx="218113" cy="218113"/>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38" name="フローチャート: 結合子 37">
            <a:extLst>
              <a:ext uri="{FF2B5EF4-FFF2-40B4-BE49-F238E27FC236}">
                <a16:creationId xmlns:a16="http://schemas.microsoft.com/office/drawing/2014/main" id="{ECD2AEFF-2DF1-4E8A-8974-2B4C718E1E36}"/>
              </a:ext>
            </a:extLst>
          </p:cNvPr>
          <p:cNvSpPr/>
          <p:nvPr/>
        </p:nvSpPr>
        <p:spPr>
          <a:xfrm>
            <a:off x="4725615" y="4476214"/>
            <a:ext cx="140299" cy="127731"/>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39" name="テキスト ボックス 38">
            <a:extLst>
              <a:ext uri="{FF2B5EF4-FFF2-40B4-BE49-F238E27FC236}">
                <a16:creationId xmlns:a16="http://schemas.microsoft.com/office/drawing/2014/main" id="{C32584E3-209E-493D-9536-845B0F2A29C9}"/>
              </a:ext>
            </a:extLst>
          </p:cNvPr>
          <p:cNvSpPr txBox="1"/>
          <p:nvPr/>
        </p:nvSpPr>
        <p:spPr>
          <a:xfrm>
            <a:off x="5505371" y="4373989"/>
            <a:ext cx="194096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有料</a:t>
            </a:r>
          </a:p>
        </p:txBody>
      </p:sp>
      <p:sp>
        <p:nvSpPr>
          <p:cNvPr id="40" name="テキスト ボックス 39">
            <a:extLst>
              <a:ext uri="{FF2B5EF4-FFF2-40B4-BE49-F238E27FC236}">
                <a16:creationId xmlns:a16="http://schemas.microsoft.com/office/drawing/2014/main" id="{946F2C70-D2A3-4D04-AC5A-D942666F7379}"/>
              </a:ext>
            </a:extLst>
          </p:cNvPr>
          <p:cNvSpPr txBox="1"/>
          <p:nvPr/>
        </p:nvSpPr>
        <p:spPr>
          <a:xfrm>
            <a:off x="5460335" y="5282451"/>
            <a:ext cx="659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無料</a:t>
            </a:r>
          </a:p>
        </p:txBody>
      </p:sp>
      <p:sp>
        <p:nvSpPr>
          <p:cNvPr id="41" name="正方形/長方形 40">
            <a:extLst>
              <a:ext uri="{FF2B5EF4-FFF2-40B4-BE49-F238E27FC236}">
                <a16:creationId xmlns:a16="http://schemas.microsoft.com/office/drawing/2014/main" id="{53040712-491E-4E50-8B72-FDAAF2AE89A4}"/>
              </a:ext>
            </a:extLst>
          </p:cNvPr>
          <p:cNvSpPr/>
          <p:nvPr/>
        </p:nvSpPr>
        <p:spPr>
          <a:xfrm>
            <a:off x="6164615" y="5187143"/>
            <a:ext cx="810291" cy="31173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日</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42" name="正方形/長方形 41">
            <a:extLst>
              <a:ext uri="{FF2B5EF4-FFF2-40B4-BE49-F238E27FC236}">
                <a16:creationId xmlns:a16="http://schemas.microsoft.com/office/drawing/2014/main" id="{A053B16B-1DDD-4DA7-B93D-E84DEC546EEF}"/>
              </a:ext>
            </a:extLst>
          </p:cNvPr>
          <p:cNvSpPr/>
          <p:nvPr/>
        </p:nvSpPr>
        <p:spPr>
          <a:xfrm>
            <a:off x="6163268" y="6153776"/>
            <a:ext cx="806077" cy="3558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秒</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43" name="正方形/長方形 42">
            <a:extLst>
              <a:ext uri="{FF2B5EF4-FFF2-40B4-BE49-F238E27FC236}">
                <a16:creationId xmlns:a16="http://schemas.microsoft.com/office/drawing/2014/main" id="{527D6DC4-D873-4AA1-8A46-EA51AEB9F1E4}"/>
              </a:ext>
            </a:extLst>
          </p:cNvPr>
          <p:cNvSpPr/>
          <p:nvPr/>
        </p:nvSpPr>
        <p:spPr>
          <a:xfrm>
            <a:off x="6162411" y="5807830"/>
            <a:ext cx="805283" cy="3467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分</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44" name="正方形/長方形 43">
            <a:extLst>
              <a:ext uri="{FF2B5EF4-FFF2-40B4-BE49-F238E27FC236}">
                <a16:creationId xmlns:a16="http://schemas.microsoft.com/office/drawing/2014/main" id="{7176F811-DEA3-417B-92A7-1A1CB7648651}"/>
              </a:ext>
            </a:extLst>
          </p:cNvPr>
          <p:cNvSpPr/>
          <p:nvPr/>
        </p:nvSpPr>
        <p:spPr>
          <a:xfrm>
            <a:off x="6162443" y="5498062"/>
            <a:ext cx="806077" cy="306368"/>
          </a:xfrm>
          <a:prstGeom prst="rect">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時間</a:t>
            </a:r>
            <a:endParaRPr kumimoji="1" lang="ja-JP" altLang="en-US" sz="2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4921971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F09BB-A12B-344F-481A-DFC4711A97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9DD4AB-CF1C-4B55-FC7B-CA0BF718D8E6}"/>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9E80A6C5-0826-C23B-6B46-E50ACA7C7CBC}"/>
              </a:ext>
            </a:extLst>
          </p:cNvPr>
          <p:cNvGraphicFramePr>
            <a:graphicFrameLocks noGrp="1"/>
          </p:cNvGraphicFramePr>
          <p:nvPr>
            <p:ph idx="1"/>
            <p:extLst>
              <p:ext uri="{D42A27DB-BD31-4B8C-83A1-F6EECF244321}">
                <p14:modId xmlns:p14="http://schemas.microsoft.com/office/powerpoint/2010/main" val="163097280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楕円 2">
            <a:extLst>
              <a:ext uri="{FF2B5EF4-FFF2-40B4-BE49-F238E27FC236}">
                <a16:creationId xmlns:a16="http://schemas.microsoft.com/office/drawing/2014/main" id="{8627CBC7-D161-E9B4-C5E7-8F8871F7BC8E}"/>
              </a:ext>
            </a:extLst>
          </p:cNvPr>
          <p:cNvSpPr/>
          <p:nvPr/>
        </p:nvSpPr>
        <p:spPr>
          <a:xfrm>
            <a:off x="5353500" y="3783727"/>
            <a:ext cx="435133" cy="435133"/>
          </a:xfrm>
          <a:prstGeom prst="ellipse">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a:lstStyle/>
          <a:p>
            <a:endParaRPr lang="ja-JP" altLang="en-US"/>
          </a:p>
        </p:txBody>
      </p:sp>
      <p:sp>
        <p:nvSpPr>
          <p:cNvPr id="5" name="楕円 4">
            <a:extLst>
              <a:ext uri="{FF2B5EF4-FFF2-40B4-BE49-F238E27FC236}">
                <a16:creationId xmlns:a16="http://schemas.microsoft.com/office/drawing/2014/main" id="{B1D716D4-62A5-4569-2BDA-4AD12A3305DA}"/>
              </a:ext>
            </a:extLst>
          </p:cNvPr>
          <p:cNvSpPr/>
          <p:nvPr/>
        </p:nvSpPr>
        <p:spPr>
          <a:xfrm>
            <a:off x="2059967" y="3783726"/>
            <a:ext cx="435133" cy="435133"/>
          </a:xfrm>
          <a:prstGeom prst="ellipse">
            <a:avLst/>
          </a:prstGeom>
        </p:spPr>
        <p:style>
          <a:lnRef idx="2">
            <a:schemeClr val="lt1">
              <a:hueOff val="0"/>
              <a:satOff val="0"/>
              <a:lumOff val="0"/>
              <a:alphaOff val="0"/>
            </a:schemeClr>
          </a:lnRef>
          <a:fillRef idx="1">
            <a:schemeClr val="accent2">
              <a:shade val="50000"/>
              <a:hueOff val="-394115"/>
              <a:satOff val="5189"/>
              <a:lumOff val="31078"/>
              <a:alphaOff val="0"/>
            </a:schemeClr>
          </a:fillRef>
          <a:effectRef idx="0">
            <a:schemeClr val="accent2">
              <a:shade val="50000"/>
              <a:hueOff val="-394115"/>
              <a:satOff val="5189"/>
              <a:lumOff val="31078"/>
              <a:alphaOff val="0"/>
            </a:schemeClr>
          </a:effectRef>
          <a:fontRef idx="minor">
            <a:schemeClr val="lt1"/>
          </a:fontRef>
        </p:style>
        <p:txBody>
          <a:bodyPr/>
          <a:lstStyle/>
          <a:p>
            <a:endParaRPr lang="ja-JP" altLang="en-US"/>
          </a:p>
        </p:txBody>
      </p:sp>
    </p:spTree>
    <p:extLst>
      <p:ext uri="{BB962C8B-B14F-4D97-AF65-F5344CB8AC3E}">
        <p14:creationId xmlns:p14="http://schemas.microsoft.com/office/powerpoint/2010/main" val="36664813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9D4B8B9B-E26C-42CA-B9E5-38A30E079250}"/>
              </a:ext>
            </a:extLst>
          </p:cNvPr>
          <p:cNvSpPr/>
          <p:nvPr/>
        </p:nvSpPr>
        <p:spPr>
          <a:xfrm>
            <a:off x="806046" y="4302377"/>
            <a:ext cx="3229762" cy="98990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2" name="正方形/長方形 1">
            <a:extLst>
              <a:ext uri="{FF2B5EF4-FFF2-40B4-BE49-F238E27FC236}">
                <a16:creationId xmlns:a16="http://schemas.microsoft.com/office/drawing/2014/main" id="{CCDC6CAF-E343-4D13-8757-5D904394E516}"/>
              </a:ext>
            </a:extLst>
          </p:cNvPr>
          <p:cNvSpPr/>
          <p:nvPr/>
        </p:nvSpPr>
        <p:spPr>
          <a:xfrm>
            <a:off x="344653" y="612393"/>
            <a:ext cx="3691155" cy="42783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利用施設名</a:t>
            </a:r>
            <a:endParaRPr kumimoji="1" lang="en-US" altLang="ja-JP" sz="2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grpSp>
        <p:nvGrpSpPr>
          <p:cNvPr id="17" name="グループ化 16">
            <a:extLst>
              <a:ext uri="{FF2B5EF4-FFF2-40B4-BE49-F238E27FC236}">
                <a16:creationId xmlns:a16="http://schemas.microsoft.com/office/drawing/2014/main" id="{294A74BA-7010-4547-8892-0BBA9B2BC9B6}"/>
              </a:ext>
            </a:extLst>
          </p:cNvPr>
          <p:cNvGrpSpPr/>
          <p:nvPr/>
        </p:nvGrpSpPr>
        <p:grpSpPr>
          <a:xfrm>
            <a:off x="806046" y="1702965"/>
            <a:ext cx="3494012" cy="989901"/>
            <a:chOff x="1342238" y="1718571"/>
            <a:chExt cx="3494012" cy="989901"/>
          </a:xfrm>
        </p:grpSpPr>
        <p:sp>
          <p:nvSpPr>
            <p:cNvPr id="15" name="正方形/長方形 14">
              <a:extLst>
                <a:ext uri="{FF2B5EF4-FFF2-40B4-BE49-F238E27FC236}">
                  <a16:creationId xmlns:a16="http://schemas.microsoft.com/office/drawing/2014/main" id="{D60C2AA0-866C-4326-ADCA-5D1D091385AF}"/>
                </a:ext>
              </a:extLst>
            </p:cNvPr>
            <p:cNvSpPr/>
            <p:nvPr/>
          </p:nvSpPr>
          <p:spPr>
            <a:xfrm>
              <a:off x="1342238" y="1718571"/>
              <a:ext cx="3229762" cy="98990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6" name="テキスト ボックス 5">
              <a:extLst>
                <a:ext uri="{FF2B5EF4-FFF2-40B4-BE49-F238E27FC236}">
                  <a16:creationId xmlns:a16="http://schemas.microsoft.com/office/drawing/2014/main" id="{08A39A99-998B-478F-A8D2-70378439870E}"/>
                </a:ext>
              </a:extLst>
            </p:cNvPr>
            <p:cNvSpPr txBox="1"/>
            <p:nvPr/>
          </p:nvSpPr>
          <p:spPr>
            <a:xfrm>
              <a:off x="1606488" y="1828800"/>
              <a:ext cx="322976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スタジオ</a:t>
              </a:r>
              <a:r>
                <a:rPr kumimoji="1" lang="en-US" altLang="ja-JP" sz="3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a:t>
              </a:r>
              <a:r>
                <a:rPr kumimoji="1" lang="ja-JP" altLang="en-US" sz="3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p>
          </p:txBody>
        </p:sp>
      </p:grpSp>
      <p:grpSp>
        <p:nvGrpSpPr>
          <p:cNvPr id="18" name="グループ化 17">
            <a:extLst>
              <a:ext uri="{FF2B5EF4-FFF2-40B4-BE49-F238E27FC236}">
                <a16:creationId xmlns:a16="http://schemas.microsoft.com/office/drawing/2014/main" id="{FF193A9F-460F-433D-B9B7-C922CAFFA978}"/>
              </a:ext>
            </a:extLst>
          </p:cNvPr>
          <p:cNvGrpSpPr/>
          <p:nvPr/>
        </p:nvGrpSpPr>
        <p:grpSpPr>
          <a:xfrm>
            <a:off x="806742" y="2961306"/>
            <a:ext cx="3229762" cy="989901"/>
            <a:chOff x="1202421" y="2969704"/>
            <a:chExt cx="3229762" cy="989901"/>
          </a:xfrm>
        </p:grpSpPr>
        <p:sp>
          <p:nvSpPr>
            <p:cNvPr id="14" name="正方形/長方形 13">
              <a:extLst>
                <a:ext uri="{FF2B5EF4-FFF2-40B4-BE49-F238E27FC236}">
                  <a16:creationId xmlns:a16="http://schemas.microsoft.com/office/drawing/2014/main" id="{71A2AEFF-FE13-4300-849B-17E7CCFF7186}"/>
                </a:ext>
              </a:extLst>
            </p:cNvPr>
            <p:cNvSpPr/>
            <p:nvPr/>
          </p:nvSpPr>
          <p:spPr>
            <a:xfrm>
              <a:off x="1202421" y="2969704"/>
              <a:ext cx="3229762" cy="98990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7" name="テキスト ボックス 6">
              <a:extLst>
                <a:ext uri="{FF2B5EF4-FFF2-40B4-BE49-F238E27FC236}">
                  <a16:creationId xmlns:a16="http://schemas.microsoft.com/office/drawing/2014/main" id="{DE7476E1-FAA7-4003-B6F7-F1E471C950FA}"/>
                </a:ext>
              </a:extLst>
            </p:cNvPr>
            <p:cNvSpPr txBox="1"/>
            <p:nvPr/>
          </p:nvSpPr>
          <p:spPr>
            <a:xfrm>
              <a:off x="1466671" y="3077836"/>
              <a:ext cx="29655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スタジオ</a:t>
              </a:r>
              <a:r>
                <a:rPr kumimoji="1" lang="en-US" altLang="ja-JP" sz="3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B</a:t>
              </a:r>
              <a:r>
                <a:rPr kumimoji="1" lang="ja-JP" altLang="en-US" sz="3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p>
          </p:txBody>
        </p:sp>
      </p:grpSp>
      <p:sp>
        <p:nvSpPr>
          <p:cNvPr id="12" name="テキスト ボックス 11">
            <a:extLst>
              <a:ext uri="{FF2B5EF4-FFF2-40B4-BE49-F238E27FC236}">
                <a16:creationId xmlns:a16="http://schemas.microsoft.com/office/drawing/2014/main" id="{F0805FF9-8540-407E-9FF0-6AF3F6FD7395}"/>
              </a:ext>
            </a:extLst>
          </p:cNvPr>
          <p:cNvSpPr txBox="1"/>
          <p:nvPr/>
        </p:nvSpPr>
        <p:spPr>
          <a:xfrm>
            <a:off x="1070296" y="4420998"/>
            <a:ext cx="3129093"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4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ホール　</a:t>
            </a:r>
          </a:p>
        </p:txBody>
      </p:sp>
      <p:sp>
        <p:nvSpPr>
          <p:cNvPr id="22" name="正方形/長方形 21">
            <a:extLst>
              <a:ext uri="{FF2B5EF4-FFF2-40B4-BE49-F238E27FC236}">
                <a16:creationId xmlns:a16="http://schemas.microsoft.com/office/drawing/2014/main" id="{47F7D49A-4C0D-4A3C-90C1-C197790E92D6}"/>
              </a:ext>
            </a:extLst>
          </p:cNvPr>
          <p:cNvSpPr/>
          <p:nvPr/>
        </p:nvSpPr>
        <p:spPr>
          <a:xfrm>
            <a:off x="4739084" y="1702965"/>
            <a:ext cx="3795315" cy="928988"/>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７００円</a:t>
            </a:r>
            <a:r>
              <a:rPr kumimoji="1" lang="en-US" altLang="ja-JP" sz="3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3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３０分</a:t>
            </a:r>
          </a:p>
        </p:txBody>
      </p:sp>
      <p:sp>
        <p:nvSpPr>
          <p:cNvPr id="23" name="正方形/長方形 22">
            <a:extLst>
              <a:ext uri="{FF2B5EF4-FFF2-40B4-BE49-F238E27FC236}">
                <a16:creationId xmlns:a16="http://schemas.microsoft.com/office/drawing/2014/main" id="{238F35FB-0B19-4C76-A822-C065DB9EAF1C}"/>
              </a:ext>
            </a:extLst>
          </p:cNvPr>
          <p:cNvSpPr/>
          <p:nvPr/>
        </p:nvSpPr>
        <p:spPr>
          <a:xfrm>
            <a:off x="4739085" y="2949854"/>
            <a:ext cx="3756166" cy="10086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５００円</a:t>
            </a:r>
            <a:r>
              <a:rPr kumimoji="1" lang="en-US" altLang="ja-JP" sz="3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3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３０分</a:t>
            </a:r>
          </a:p>
        </p:txBody>
      </p:sp>
      <p:sp>
        <p:nvSpPr>
          <p:cNvPr id="24" name="正方形/長方形 23">
            <a:extLst>
              <a:ext uri="{FF2B5EF4-FFF2-40B4-BE49-F238E27FC236}">
                <a16:creationId xmlns:a16="http://schemas.microsoft.com/office/drawing/2014/main" id="{450269EE-65F4-4C54-9A8D-AA7E00423C93}"/>
              </a:ext>
            </a:extLst>
          </p:cNvPr>
          <p:cNvSpPr/>
          <p:nvPr/>
        </p:nvSpPr>
        <p:spPr>
          <a:xfrm>
            <a:off x="4739084" y="4310767"/>
            <a:ext cx="3756167" cy="98990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１０００円</a:t>
            </a:r>
            <a:r>
              <a:rPr kumimoji="1" lang="en-US" altLang="ja-JP" sz="3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r>
              <a:rPr kumimoji="1" lang="ja-JP" altLang="en-US" sz="32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３０分</a:t>
            </a:r>
          </a:p>
        </p:txBody>
      </p:sp>
      <p:sp>
        <p:nvSpPr>
          <p:cNvPr id="25" name="テキスト ボックス 24">
            <a:extLst>
              <a:ext uri="{FF2B5EF4-FFF2-40B4-BE49-F238E27FC236}">
                <a16:creationId xmlns:a16="http://schemas.microsoft.com/office/drawing/2014/main" id="{A157EA3E-749E-4949-94AD-66364B677E83}"/>
              </a:ext>
            </a:extLst>
          </p:cNvPr>
          <p:cNvSpPr txBox="1"/>
          <p:nvPr/>
        </p:nvSpPr>
        <p:spPr>
          <a:xfrm>
            <a:off x="3145208" y="4412609"/>
            <a:ext cx="748923"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44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p>
        </p:txBody>
      </p:sp>
      <p:sp>
        <p:nvSpPr>
          <p:cNvPr id="26" name="正方形/長方形 25">
            <a:extLst>
              <a:ext uri="{FF2B5EF4-FFF2-40B4-BE49-F238E27FC236}">
                <a16:creationId xmlns:a16="http://schemas.microsoft.com/office/drawing/2014/main" id="{2DCAF7DC-3FA3-46B2-A7E6-4C945A06D05F}"/>
              </a:ext>
            </a:extLst>
          </p:cNvPr>
          <p:cNvSpPr/>
          <p:nvPr/>
        </p:nvSpPr>
        <p:spPr>
          <a:xfrm>
            <a:off x="9322967" y="1782738"/>
            <a:ext cx="1937857" cy="769441"/>
          </a:xfrm>
          <a:prstGeom prst="rect">
            <a:avLst/>
          </a:prstGeom>
          <a:scene3d>
            <a:camera prst="orthographicFront"/>
            <a:lightRig rig="threePt" dir="t"/>
          </a:scene3d>
          <a:sp3d>
            <a:bevelT/>
          </a:sp3d>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a:t>
            </a:r>
          </a:p>
        </p:txBody>
      </p:sp>
      <p:sp>
        <p:nvSpPr>
          <p:cNvPr id="29" name="正方形/長方形 28">
            <a:extLst>
              <a:ext uri="{FF2B5EF4-FFF2-40B4-BE49-F238E27FC236}">
                <a16:creationId xmlns:a16="http://schemas.microsoft.com/office/drawing/2014/main" id="{6C33D27C-F92B-452A-A126-A797D09E44F1}"/>
              </a:ext>
            </a:extLst>
          </p:cNvPr>
          <p:cNvSpPr/>
          <p:nvPr/>
        </p:nvSpPr>
        <p:spPr>
          <a:xfrm>
            <a:off x="9322967" y="3044279"/>
            <a:ext cx="1937857" cy="769441"/>
          </a:xfrm>
          <a:prstGeom prst="rect">
            <a:avLst/>
          </a:prstGeom>
          <a:scene3d>
            <a:camera prst="orthographicFront"/>
            <a:lightRig rig="threePt" dir="t"/>
          </a:scene3d>
          <a:sp3d>
            <a:bevelT/>
          </a:sp3d>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a:t>
            </a:r>
          </a:p>
        </p:txBody>
      </p:sp>
      <p:sp>
        <p:nvSpPr>
          <p:cNvPr id="30" name="正方形/長方形 29">
            <a:extLst>
              <a:ext uri="{FF2B5EF4-FFF2-40B4-BE49-F238E27FC236}">
                <a16:creationId xmlns:a16="http://schemas.microsoft.com/office/drawing/2014/main" id="{1774D83A-850B-46E2-98B8-CA9CD1397AFB}"/>
              </a:ext>
            </a:extLst>
          </p:cNvPr>
          <p:cNvSpPr/>
          <p:nvPr/>
        </p:nvSpPr>
        <p:spPr>
          <a:xfrm>
            <a:off x="9322967" y="4522837"/>
            <a:ext cx="1937857" cy="769441"/>
          </a:xfrm>
          <a:prstGeom prst="rect">
            <a:avLst/>
          </a:prstGeom>
          <a:scene3d>
            <a:camera prst="orthographicFront"/>
            <a:lightRig rig="threePt" dir="t"/>
          </a:scene3d>
          <a:sp3d>
            <a:bevelT/>
          </a:sp3d>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a:t>
            </a:r>
          </a:p>
        </p:txBody>
      </p:sp>
    </p:spTree>
    <p:extLst>
      <p:ext uri="{BB962C8B-B14F-4D97-AF65-F5344CB8AC3E}">
        <p14:creationId xmlns:p14="http://schemas.microsoft.com/office/powerpoint/2010/main" val="28003125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9CE28-5000-3781-C9C4-A97863E527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38CBEC-E72C-822A-3017-3EEBB2F91BA6}"/>
              </a:ext>
            </a:extLst>
          </p:cNvPr>
          <p:cNvSpPr>
            <a:spLocks noGrp="1"/>
          </p:cNvSpPr>
          <p:nvPr>
            <p:ph type="title"/>
          </p:nvPr>
        </p:nvSpPr>
        <p:spPr/>
        <p:txBody>
          <a:bodyPr/>
          <a:lstStyle/>
          <a:p>
            <a:r>
              <a:rPr kumimoji="1" lang="ja-JP" altLang="en-US" dirty="0"/>
              <a:t>画面イメージ</a:t>
            </a:r>
          </a:p>
        </p:txBody>
      </p:sp>
      <p:graphicFrame>
        <p:nvGraphicFramePr>
          <p:cNvPr id="4" name="コンテンツ プレースホルダー 3">
            <a:extLst>
              <a:ext uri="{FF2B5EF4-FFF2-40B4-BE49-F238E27FC236}">
                <a16:creationId xmlns:a16="http://schemas.microsoft.com/office/drawing/2014/main" id="{ED39CE1F-C22C-379E-44A4-4ABB68766A5B}"/>
              </a:ext>
            </a:extLst>
          </p:cNvPr>
          <p:cNvGraphicFramePr>
            <a:graphicFrameLocks noGrp="1"/>
          </p:cNvGraphicFramePr>
          <p:nvPr>
            <p:ph idx="1"/>
            <p:extLst>
              <p:ext uri="{D42A27DB-BD31-4B8C-83A1-F6EECF244321}">
                <p14:modId xmlns:p14="http://schemas.microsoft.com/office/powerpoint/2010/main" val="253342396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楕円 2">
            <a:extLst>
              <a:ext uri="{FF2B5EF4-FFF2-40B4-BE49-F238E27FC236}">
                <a16:creationId xmlns:a16="http://schemas.microsoft.com/office/drawing/2014/main" id="{6F9BD01E-C9AE-F4D0-0913-49A9EB6C4568}"/>
              </a:ext>
            </a:extLst>
          </p:cNvPr>
          <p:cNvSpPr/>
          <p:nvPr/>
        </p:nvSpPr>
        <p:spPr>
          <a:xfrm>
            <a:off x="8655500" y="3783727"/>
            <a:ext cx="435133" cy="435133"/>
          </a:xfrm>
          <a:prstGeom prst="ellipse">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a:lstStyle/>
          <a:p>
            <a:endParaRPr lang="ja-JP" altLang="en-US"/>
          </a:p>
        </p:txBody>
      </p:sp>
      <p:sp>
        <p:nvSpPr>
          <p:cNvPr id="5" name="楕円 4">
            <a:extLst>
              <a:ext uri="{FF2B5EF4-FFF2-40B4-BE49-F238E27FC236}">
                <a16:creationId xmlns:a16="http://schemas.microsoft.com/office/drawing/2014/main" id="{A4604AC3-A539-BF4B-D851-69450B9A405F}"/>
              </a:ext>
            </a:extLst>
          </p:cNvPr>
          <p:cNvSpPr/>
          <p:nvPr/>
        </p:nvSpPr>
        <p:spPr>
          <a:xfrm>
            <a:off x="2059967" y="3783726"/>
            <a:ext cx="435133" cy="435133"/>
          </a:xfrm>
          <a:prstGeom prst="ellipse">
            <a:avLst/>
          </a:prstGeom>
        </p:spPr>
        <p:style>
          <a:lnRef idx="2">
            <a:schemeClr val="lt1">
              <a:hueOff val="0"/>
              <a:satOff val="0"/>
              <a:lumOff val="0"/>
              <a:alphaOff val="0"/>
            </a:schemeClr>
          </a:lnRef>
          <a:fillRef idx="1">
            <a:schemeClr val="accent2">
              <a:shade val="50000"/>
              <a:hueOff val="-394115"/>
              <a:satOff val="5189"/>
              <a:lumOff val="31078"/>
              <a:alphaOff val="0"/>
            </a:schemeClr>
          </a:fillRef>
          <a:effectRef idx="0">
            <a:schemeClr val="accent2">
              <a:shade val="50000"/>
              <a:hueOff val="-394115"/>
              <a:satOff val="5189"/>
              <a:lumOff val="31078"/>
              <a:alphaOff val="0"/>
            </a:schemeClr>
          </a:effectRef>
          <a:fontRef idx="minor">
            <a:schemeClr val="lt1"/>
          </a:fontRef>
        </p:style>
        <p:txBody>
          <a:bodyPr/>
          <a:lstStyle/>
          <a:p>
            <a:endParaRPr lang="ja-JP" altLang="en-US"/>
          </a:p>
        </p:txBody>
      </p:sp>
    </p:spTree>
    <p:extLst>
      <p:ext uri="{BB962C8B-B14F-4D97-AF65-F5344CB8AC3E}">
        <p14:creationId xmlns:p14="http://schemas.microsoft.com/office/powerpoint/2010/main" val="18553853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F4E94E90-F953-4D33-81EB-BF6DF787D254}"/>
              </a:ext>
            </a:extLst>
          </p:cNvPr>
          <p:cNvSpPr/>
          <p:nvPr/>
        </p:nvSpPr>
        <p:spPr>
          <a:xfrm>
            <a:off x="1948641" y="856972"/>
            <a:ext cx="8398280" cy="514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2" name="四角形: 角を丸くする 1">
            <a:extLst>
              <a:ext uri="{FF2B5EF4-FFF2-40B4-BE49-F238E27FC236}">
                <a16:creationId xmlns:a16="http://schemas.microsoft.com/office/drawing/2014/main" id="{C75A70CD-5621-4011-9237-5A5F7E973728}"/>
              </a:ext>
            </a:extLst>
          </p:cNvPr>
          <p:cNvSpPr/>
          <p:nvPr/>
        </p:nvSpPr>
        <p:spPr>
          <a:xfrm>
            <a:off x="2303758" y="2047905"/>
            <a:ext cx="2405850" cy="654803"/>
          </a:xfrm>
          <a:prstGeom prst="roundRect">
            <a:avLst/>
          </a:prstGeom>
          <a:solidFill>
            <a:schemeClr val="accent3">
              <a:lumMod val="75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会議室</a:t>
            </a:r>
            <a:r>
              <a:rPr kumimoji="1" lang="en-US" altLang="ja-JP" sz="32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a:t>
            </a:r>
            <a:endParaRPr kumimoji="1" lang="ja-JP" altLang="en-US" sz="32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4" name="六角形 3">
            <a:extLst>
              <a:ext uri="{FF2B5EF4-FFF2-40B4-BE49-F238E27FC236}">
                <a16:creationId xmlns:a16="http://schemas.microsoft.com/office/drawing/2014/main" id="{6E8AD9BB-3ACC-467F-BDD2-0F7CF83DDA49}"/>
              </a:ext>
            </a:extLst>
          </p:cNvPr>
          <p:cNvSpPr/>
          <p:nvPr/>
        </p:nvSpPr>
        <p:spPr>
          <a:xfrm>
            <a:off x="2095126" y="3218443"/>
            <a:ext cx="1549151" cy="523782"/>
          </a:xfrm>
          <a:prstGeom prst="hexagon">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ユーザー</a:t>
            </a:r>
          </a:p>
        </p:txBody>
      </p:sp>
      <p:sp>
        <p:nvSpPr>
          <p:cNvPr id="6" name="六角形 5">
            <a:extLst>
              <a:ext uri="{FF2B5EF4-FFF2-40B4-BE49-F238E27FC236}">
                <a16:creationId xmlns:a16="http://schemas.microsoft.com/office/drawing/2014/main" id="{C44E6712-37DF-4E97-9BB1-8FF26E797D30}"/>
              </a:ext>
            </a:extLst>
          </p:cNvPr>
          <p:cNvSpPr/>
          <p:nvPr/>
        </p:nvSpPr>
        <p:spPr>
          <a:xfrm>
            <a:off x="2095127" y="4155293"/>
            <a:ext cx="1549152" cy="523782"/>
          </a:xfrm>
          <a:prstGeom prst="hexagon">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利用時間</a:t>
            </a:r>
          </a:p>
        </p:txBody>
      </p:sp>
      <p:sp>
        <p:nvSpPr>
          <p:cNvPr id="12" name="四角形: 対角を丸める 11">
            <a:extLst>
              <a:ext uri="{FF2B5EF4-FFF2-40B4-BE49-F238E27FC236}">
                <a16:creationId xmlns:a16="http://schemas.microsoft.com/office/drawing/2014/main" id="{73197D84-CE8E-4D09-8661-BA63677C8FB6}"/>
              </a:ext>
            </a:extLst>
          </p:cNvPr>
          <p:cNvSpPr/>
          <p:nvPr/>
        </p:nvSpPr>
        <p:spPr>
          <a:xfrm>
            <a:off x="3928362" y="3251359"/>
            <a:ext cx="2405849" cy="523782"/>
          </a:xfrm>
          <a:prstGeom prst="round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scene3d>
            <a:camera prst="orthographicFront"/>
            <a:lightRig rig="threePt" dir="t"/>
          </a:scene3d>
          <a:sp3d>
            <a:bevelT/>
          </a:sp3d>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田中　太郎</a:t>
            </a:r>
          </a:p>
        </p:txBody>
      </p:sp>
      <p:sp>
        <p:nvSpPr>
          <p:cNvPr id="14" name="四角形: 対角を丸める 13">
            <a:extLst>
              <a:ext uri="{FF2B5EF4-FFF2-40B4-BE49-F238E27FC236}">
                <a16:creationId xmlns:a16="http://schemas.microsoft.com/office/drawing/2014/main" id="{C2D7517D-F536-44D9-AEDA-2BD81DB8A4E4}"/>
              </a:ext>
            </a:extLst>
          </p:cNvPr>
          <p:cNvSpPr/>
          <p:nvPr/>
        </p:nvSpPr>
        <p:spPr>
          <a:xfrm>
            <a:off x="3928361" y="4168654"/>
            <a:ext cx="2405849" cy="523782"/>
          </a:xfrm>
          <a:prstGeom prst="round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scene3d>
            <a:camera prst="orthographicFront"/>
            <a:lightRig rig="threePt" dir="t"/>
          </a:scene3d>
          <a:sp3d>
            <a:bevelT/>
          </a:sp3d>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14:00~16:00</a:t>
            </a:r>
            <a:endParaRPr kumimoji="1" lang="ja-JP" altLang="en-US"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 name="四角形: 角度付き 15">
            <a:extLst>
              <a:ext uri="{FF2B5EF4-FFF2-40B4-BE49-F238E27FC236}">
                <a16:creationId xmlns:a16="http://schemas.microsoft.com/office/drawing/2014/main" id="{1384CAC1-1058-4931-9078-7B716966A651}"/>
              </a:ext>
            </a:extLst>
          </p:cNvPr>
          <p:cNvSpPr/>
          <p:nvPr/>
        </p:nvSpPr>
        <p:spPr>
          <a:xfrm>
            <a:off x="6147781" y="5125853"/>
            <a:ext cx="2034471" cy="845597"/>
          </a:xfrm>
          <a:prstGeom prst="bevel">
            <a:avLst/>
          </a:prstGeom>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2,800</a:t>
            </a:r>
            <a:r>
              <a:rPr kumimoji="1" lang="ja-JP" altLang="en-US"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円</a:t>
            </a:r>
          </a:p>
        </p:txBody>
      </p:sp>
      <p:sp>
        <p:nvSpPr>
          <p:cNvPr id="19" name="六角形 18">
            <a:extLst>
              <a:ext uri="{FF2B5EF4-FFF2-40B4-BE49-F238E27FC236}">
                <a16:creationId xmlns:a16="http://schemas.microsoft.com/office/drawing/2014/main" id="{8AC89982-A9EB-4BC9-A5E5-161979829575}"/>
              </a:ext>
            </a:extLst>
          </p:cNvPr>
          <p:cNvSpPr/>
          <p:nvPr/>
        </p:nvSpPr>
        <p:spPr>
          <a:xfrm>
            <a:off x="2095126" y="5305524"/>
            <a:ext cx="2598198" cy="523781"/>
          </a:xfrm>
          <a:prstGeom prst="hexagon">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合計お支払い金額</a:t>
            </a:r>
          </a:p>
        </p:txBody>
      </p:sp>
      <p:sp>
        <p:nvSpPr>
          <p:cNvPr id="22" name="四角形: 上の 2 つの角を切り取る 21">
            <a:extLst>
              <a:ext uri="{FF2B5EF4-FFF2-40B4-BE49-F238E27FC236}">
                <a16:creationId xmlns:a16="http://schemas.microsoft.com/office/drawing/2014/main" id="{7ED54845-3BCC-4F9B-9EFD-18BD86C03BC7}"/>
              </a:ext>
            </a:extLst>
          </p:cNvPr>
          <p:cNvSpPr/>
          <p:nvPr/>
        </p:nvSpPr>
        <p:spPr>
          <a:xfrm>
            <a:off x="4610469" y="1171852"/>
            <a:ext cx="2688455" cy="654803"/>
          </a:xfrm>
          <a:prstGeom prst="snip2SameRect">
            <a:avLst/>
          </a:prstGeom>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予約詳細</a:t>
            </a:r>
          </a:p>
        </p:txBody>
      </p:sp>
      <p:sp>
        <p:nvSpPr>
          <p:cNvPr id="23" name="楕円 22">
            <a:extLst>
              <a:ext uri="{FF2B5EF4-FFF2-40B4-BE49-F238E27FC236}">
                <a16:creationId xmlns:a16="http://schemas.microsoft.com/office/drawing/2014/main" id="{D5EF32C5-4710-40B0-AD97-5E66174977AD}"/>
              </a:ext>
            </a:extLst>
          </p:cNvPr>
          <p:cNvSpPr/>
          <p:nvPr/>
        </p:nvSpPr>
        <p:spPr>
          <a:xfrm>
            <a:off x="8744505" y="4983708"/>
            <a:ext cx="1118586" cy="845597"/>
          </a:xfrm>
          <a:prstGeom prst="ellipse">
            <a:avLst/>
          </a:prstGeom>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確定</a:t>
            </a:r>
          </a:p>
        </p:txBody>
      </p:sp>
      <p:sp>
        <p:nvSpPr>
          <p:cNvPr id="5" name="フローチャート: 代替処理 4">
            <a:extLst>
              <a:ext uri="{FF2B5EF4-FFF2-40B4-BE49-F238E27FC236}">
                <a16:creationId xmlns:a16="http://schemas.microsoft.com/office/drawing/2014/main" id="{5787ADBD-D58B-4D6B-A4F3-7227952084C8}"/>
              </a:ext>
            </a:extLst>
          </p:cNvPr>
          <p:cNvSpPr/>
          <p:nvPr/>
        </p:nvSpPr>
        <p:spPr>
          <a:xfrm>
            <a:off x="6602026" y="2113415"/>
            <a:ext cx="1393795" cy="523782"/>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貸出備品</a:t>
            </a:r>
          </a:p>
        </p:txBody>
      </p:sp>
      <p:grpSp>
        <p:nvGrpSpPr>
          <p:cNvPr id="9" name="グループ化 8">
            <a:extLst>
              <a:ext uri="{FF2B5EF4-FFF2-40B4-BE49-F238E27FC236}">
                <a16:creationId xmlns:a16="http://schemas.microsoft.com/office/drawing/2014/main" id="{3571BB81-5351-41B0-9453-90E6F6E705DC}"/>
              </a:ext>
            </a:extLst>
          </p:cNvPr>
          <p:cNvGrpSpPr/>
          <p:nvPr/>
        </p:nvGrpSpPr>
        <p:grpSpPr>
          <a:xfrm rot="5400000">
            <a:off x="8015319" y="2093917"/>
            <a:ext cx="301313" cy="340311"/>
            <a:chOff x="665825" y="1242873"/>
            <a:chExt cx="976544" cy="870541"/>
          </a:xfrm>
        </p:grpSpPr>
        <p:sp>
          <p:nvSpPr>
            <p:cNvPr id="8" name="正方形/長方形 7">
              <a:extLst>
                <a:ext uri="{FF2B5EF4-FFF2-40B4-BE49-F238E27FC236}">
                  <a16:creationId xmlns:a16="http://schemas.microsoft.com/office/drawing/2014/main" id="{28EB934A-9449-4CDE-8D2F-DE8644333B51}"/>
                </a:ext>
              </a:extLst>
            </p:cNvPr>
            <p:cNvSpPr/>
            <p:nvPr/>
          </p:nvSpPr>
          <p:spPr>
            <a:xfrm>
              <a:off x="665825" y="1242873"/>
              <a:ext cx="976544" cy="8705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7" name="二等辺三角形 6">
              <a:extLst>
                <a:ext uri="{FF2B5EF4-FFF2-40B4-BE49-F238E27FC236}">
                  <a16:creationId xmlns:a16="http://schemas.microsoft.com/office/drawing/2014/main" id="{51312BD6-40D3-4399-A411-340051D65763}"/>
                </a:ext>
              </a:extLst>
            </p:cNvPr>
            <p:cNvSpPr/>
            <p:nvPr/>
          </p:nvSpPr>
          <p:spPr>
            <a:xfrm>
              <a:off x="789694" y="1328813"/>
              <a:ext cx="751650" cy="654803"/>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grpSp>
      <p:sp>
        <p:nvSpPr>
          <p:cNvPr id="10" name="四角形: 対角を切り取る 9">
            <a:extLst>
              <a:ext uri="{FF2B5EF4-FFF2-40B4-BE49-F238E27FC236}">
                <a16:creationId xmlns:a16="http://schemas.microsoft.com/office/drawing/2014/main" id="{0734F662-64B7-448C-A439-1CDAD93BA0FC}"/>
              </a:ext>
            </a:extLst>
          </p:cNvPr>
          <p:cNvSpPr/>
          <p:nvPr/>
        </p:nvSpPr>
        <p:spPr>
          <a:xfrm>
            <a:off x="8353275" y="2113415"/>
            <a:ext cx="1199098" cy="1661726"/>
          </a:xfrm>
          <a:prstGeom prst="snip2Diag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・備品</a:t>
            </a:r>
            <a:r>
              <a:rPr kumimoji="1" lang="en-US" altLang="ja-JP"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・備品</a:t>
            </a:r>
            <a:r>
              <a:rPr kumimoji="1" lang="en-US" altLang="ja-JP"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・備品</a:t>
            </a:r>
            <a:r>
              <a:rPr kumimoji="1" lang="en-US" altLang="ja-JP"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C</a:t>
            </a:r>
          </a:p>
        </p:txBody>
      </p:sp>
    </p:spTree>
    <p:extLst>
      <p:ext uri="{BB962C8B-B14F-4D97-AF65-F5344CB8AC3E}">
        <p14:creationId xmlns:p14="http://schemas.microsoft.com/office/powerpoint/2010/main" val="11402360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BE52-BF7B-3562-6255-EC48A1ADEBBB}"/>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E31E20FD-56A3-426F-FAB1-5E38EF3381F2}"/>
              </a:ext>
            </a:extLst>
          </p:cNvPr>
          <p:cNvSpPr>
            <a:spLocks noGrp="1"/>
          </p:cNvSpPr>
          <p:nvPr>
            <p:ph type="title"/>
          </p:nvPr>
        </p:nvSpPr>
        <p:spPr/>
        <p:txBody>
          <a:bodyPr>
            <a:noAutofit/>
          </a:bodyPr>
          <a:lstStyle/>
          <a:p>
            <a:r>
              <a:rPr lang="en-US" altLang="ja-JP" sz="6000" dirty="0"/>
              <a:t>4.</a:t>
            </a:r>
            <a:r>
              <a:rPr lang="ja-JP" altLang="en-US" sz="6000" dirty="0"/>
              <a:t>　セールスポイント</a:t>
            </a:r>
          </a:p>
        </p:txBody>
      </p:sp>
      <p:graphicFrame>
        <p:nvGraphicFramePr>
          <p:cNvPr id="5" name="コンテンツ プレースホルダー 4">
            <a:extLst>
              <a:ext uri="{FF2B5EF4-FFF2-40B4-BE49-F238E27FC236}">
                <a16:creationId xmlns:a16="http://schemas.microsoft.com/office/drawing/2014/main" id="{84C021A6-E011-3D20-BD95-31885CA5E3CC}"/>
              </a:ext>
            </a:extLst>
          </p:cNvPr>
          <p:cNvGraphicFramePr>
            <a:graphicFrameLocks noGrp="1"/>
          </p:cNvGraphicFramePr>
          <p:nvPr>
            <p:ph idx="1"/>
            <p:extLst>
              <p:ext uri="{D42A27DB-BD31-4B8C-83A1-F6EECF244321}">
                <p14:modId xmlns:p14="http://schemas.microsoft.com/office/powerpoint/2010/main" val="182060976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70434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070C44-085E-4DA0-AFAE-5EA9745909E7}"/>
              </a:ext>
            </a:extLst>
          </p:cNvPr>
          <p:cNvSpPr>
            <a:spLocks noGrp="1"/>
          </p:cNvSpPr>
          <p:nvPr>
            <p:ph type="title"/>
          </p:nvPr>
        </p:nvSpPr>
        <p:spPr>
          <a:xfrm>
            <a:off x="838200" y="298864"/>
            <a:ext cx="10515600" cy="1325563"/>
          </a:xfrm>
        </p:spPr>
        <p:txBody>
          <a:bodyPr>
            <a:normAutofit/>
          </a:bodyPr>
          <a:lstStyle/>
          <a:p>
            <a:pPr marL="1143000" indent="-1143000">
              <a:buFont typeface="+mj-lt"/>
              <a:buAutoNum type="arabicPeriod" startAt="5"/>
            </a:pPr>
            <a:r>
              <a:rPr kumimoji="1" lang="ja-JP" altLang="en-US" sz="6000" dirty="0"/>
              <a:t>システム構成</a:t>
            </a:r>
          </a:p>
        </p:txBody>
      </p:sp>
      <p:pic>
        <p:nvPicPr>
          <p:cNvPr id="6" name="コンテンツ プレースホルダー 5">
            <a:extLst>
              <a:ext uri="{FF2B5EF4-FFF2-40B4-BE49-F238E27FC236}">
                <a16:creationId xmlns:a16="http://schemas.microsoft.com/office/drawing/2014/main" id="{FBE3F365-D65E-A3D1-FBB6-0C72BA8F66AF}"/>
              </a:ext>
            </a:extLst>
          </p:cNvPr>
          <p:cNvPicPr>
            <a:picLocks noGrp="1" noChangeAspect="1"/>
          </p:cNvPicPr>
          <p:nvPr>
            <p:ph idx="1"/>
          </p:nvPr>
        </p:nvPicPr>
        <p:blipFill>
          <a:blip r:embed="rId3"/>
          <a:stretch>
            <a:fillRect/>
          </a:stretch>
        </p:blipFill>
        <p:spPr>
          <a:xfrm>
            <a:off x="838200" y="1317730"/>
            <a:ext cx="9670774" cy="5439810"/>
          </a:xfrm>
          <a:prstGeom prst="rect">
            <a:avLst/>
          </a:prstGeom>
        </p:spPr>
      </p:pic>
    </p:spTree>
    <p:extLst>
      <p:ext uri="{BB962C8B-B14F-4D97-AF65-F5344CB8AC3E}">
        <p14:creationId xmlns:p14="http://schemas.microsoft.com/office/powerpoint/2010/main" val="11704615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D78D57-1E95-24B3-F0B2-366EBD6DFC3C}"/>
              </a:ext>
            </a:extLst>
          </p:cNvPr>
          <p:cNvSpPr>
            <a:spLocks noGrp="1"/>
          </p:cNvSpPr>
          <p:nvPr>
            <p:ph type="title"/>
          </p:nvPr>
        </p:nvSpPr>
        <p:spPr/>
        <p:txBody>
          <a:bodyPr/>
          <a:lstStyle/>
          <a:p>
            <a:r>
              <a:rPr kumimoji="1" lang="ja-JP" altLang="en-US" dirty="0"/>
              <a:t>エンドユーザー（施設利用者）</a:t>
            </a:r>
          </a:p>
        </p:txBody>
      </p:sp>
      <p:graphicFrame>
        <p:nvGraphicFramePr>
          <p:cNvPr id="7" name="コンテンツ プレースホルダー 6">
            <a:extLst>
              <a:ext uri="{FF2B5EF4-FFF2-40B4-BE49-F238E27FC236}">
                <a16:creationId xmlns:a16="http://schemas.microsoft.com/office/drawing/2014/main" id="{DD9D97DE-960E-3014-9159-2B4A101CE072}"/>
              </a:ext>
            </a:extLst>
          </p:cNvPr>
          <p:cNvGraphicFramePr>
            <a:graphicFrameLocks noGrp="1"/>
          </p:cNvGraphicFramePr>
          <p:nvPr>
            <p:ph idx="1"/>
            <p:extLst>
              <p:ext uri="{D42A27DB-BD31-4B8C-83A1-F6EECF244321}">
                <p14:modId xmlns:p14="http://schemas.microsoft.com/office/powerpoint/2010/main" val="123609280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984327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164A57-0320-5C4B-B137-679FA018C532}"/>
              </a:ext>
            </a:extLst>
          </p:cNvPr>
          <p:cNvSpPr>
            <a:spLocks noGrp="1"/>
          </p:cNvSpPr>
          <p:nvPr>
            <p:ph type="title"/>
          </p:nvPr>
        </p:nvSpPr>
        <p:spPr/>
        <p:txBody>
          <a:bodyPr/>
          <a:lstStyle/>
          <a:p>
            <a:r>
              <a:rPr kumimoji="1" lang="ja-JP" altLang="en-US" dirty="0"/>
              <a:t>施設管理者</a:t>
            </a:r>
          </a:p>
        </p:txBody>
      </p:sp>
      <p:graphicFrame>
        <p:nvGraphicFramePr>
          <p:cNvPr id="4" name="コンテンツ プレースホルダー 3">
            <a:extLst>
              <a:ext uri="{FF2B5EF4-FFF2-40B4-BE49-F238E27FC236}">
                <a16:creationId xmlns:a16="http://schemas.microsoft.com/office/drawing/2014/main" id="{EAE81BDD-6435-D825-0572-A4522C90A2AB}"/>
              </a:ext>
            </a:extLst>
          </p:cNvPr>
          <p:cNvGraphicFramePr>
            <a:graphicFrameLocks noGrp="1"/>
          </p:cNvGraphicFramePr>
          <p:nvPr>
            <p:ph idx="1"/>
            <p:extLst>
              <p:ext uri="{D42A27DB-BD31-4B8C-83A1-F6EECF244321}">
                <p14:modId xmlns:p14="http://schemas.microsoft.com/office/powerpoint/2010/main" val="258740345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789295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AE7859-54A8-A1F8-29D1-175DD77CE49B}"/>
              </a:ext>
            </a:extLst>
          </p:cNvPr>
          <p:cNvSpPr>
            <a:spLocks noGrp="1"/>
          </p:cNvSpPr>
          <p:nvPr>
            <p:ph type="title"/>
          </p:nvPr>
        </p:nvSpPr>
        <p:spPr/>
        <p:txBody>
          <a:bodyPr/>
          <a:lstStyle/>
          <a:p>
            <a:r>
              <a:rPr kumimoji="1" lang="ja-JP" altLang="en-US" dirty="0"/>
              <a:t>システム開発者</a:t>
            </a:r>
          </a:p>
        </p:txBody>
      </p:sp>
      <p:graphicFrame>
        <p:nvGraphicFramePr>
          <p:cNvPr id="4" name="コンテンツ プレースホルダー 3">
            <a:extLst>
              <a:ext uri="{FF2B5EF4-FFF2-40B4-BE49-F238E27FC236}">
                <a16:creationId xmlns:a16="http://schemas.microsoft.com/office/drawing/2014/main" id="{8DEA8D14-BDB5-8031-4AA6-B7C02424BEC9}"/>
              </a:ext>
            </a:extLst>
          </p:cNvPr>
          <p:cNvGraphicFramePr>
            <a:graphicFrameLocks noGrp="1"/>
          </p:cNvGraphicFramePr>
          <p:nvPr>
            <p:ph idx="1"/>
            <p:extLst>
              <p:ext uri="{D42A27DB-BD31-4B8C-83A1-F6EECF244321}">
                <p14:modId xmlns:p14="http://schemas.microsoft.com/office/powerpoint/2010/main" val="210740200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35690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C1144-0569-4F93-0136-918E347AB04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D26D4B-C39C-934C-542A-DE6EB4286155}"/>
              </a:ext>
            </a:extLst>
          </p:cNvPr>
          <p:cNvSpPr>
            <a:spLocks noGrp="1"/>
          </p:cNvSpPr>
          <p:nvPr>
            <p:ph type="title"/>
          </p:nvPr>
        </p:nvSpPr>
        <p:spPr/>
        <p:txBody>
          <a:bodyPr>
            <a:normAutofit/>
          </a:bodyPr>
          <a:lstStyle/>
          <a:p>
            <a:pPr marL="1143000" indent="-1143000">
              <a:buFont typeface="+mj-lt"/>
              <a:buAutoNum type="arabicPeriod" startAt="6"/>
            </a:pPr>
            <a:r>
              <a:rPr lang="ja-JP" altLang="en-US" sz="6000" dirty="0"/>
              <a:t>使用</a:t>
            </a:r>
            <a:r>
              <a:rPr kumimoji="1" lang="ja-JP" altLang="en-US" sz="6000" dirty="0"/>
              <a:t>技術</a:t>
            </a:r>
          </a:p>
        </p:txBody>
      </p:sp>
      <p:graphicFrame>
        <p:nvGraphicFramePr>
          <p:cNvPr id="6" name="コンテンツ プレースホルダー 5">
            <a:extLst>
              <a:ext uri="{FF2B5EF4-FFF2-40B4-BE49-F238E27FC236}">
                <a16:creationId xmlns:a16="http://schemas.microsoft.com/office/drawing/2014/main" id="{B7B55F7E-53FA-755B-0C37-5F60AF4F6DB9}"/>
              </a:ext>
            </a:extLst>
          </p:cNvPr>
          <p:cNvGraphicFramePr>
            <a:graphicFrameLocks noGrp="1"/>
          </p:cNvGraphicFramePr>
          <p:nvPr>
            <p:ph idx="1"/>
            <p:extLst>
              <p:ext uri="{D42A27DB-BD31-4B8C-83A1-F6EECF244321}">
                <p14:modId xmlns:p14="http://schemas.microsoft.com/office/powerpoint/2010/main" val="218748204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37177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5CBFF-B4AF-85D6-C2A6-4E83563B15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904B65-1559-D234-62D5-41A12ABBE47C}"/>
              </a:ext>
            </a:extLst>
          </p:cNvPr>
          <p:cNvSpPr>
            <a:spLocks noGrp="1"/>
          </p:cNvSpPr>
          <p:nvPr>
            <p:ph type="title"/>
          </p:nvPr>
        </p:nvSpPr>
        <p:spPr/>
        <p:txBody>
          <a:bodyPr>
            <a:normAutofit/>
          </a:bodyPr>
          <a:lstStyle/>
          <a:p>
            <a:pPr marL="1143000" indent="-1143000">
              <a:buFont typeface="+mj-lt"/>
              <a:buAutoNum type="arabicPeriod" startAt="7"/>
            </a:pPr>
            <a:r>
              <a:rPr kumimoji="1" lang="ja-JP" altLang="en-US" sz="6000" dirty="0"/>
              <a:t>スケジュール</a:t>
            </a:r>
          </a:p>
        </p:txBody>
      </p:sp>
      <p:graphicFrame>
        <p:nvGraphicFramePr>
          <p:cNvPr id="6" name="コンテンツ プレースホルダー 5">
            <a:extLst>
              <a:ext uri="{FF2B5EF4-FFF2-40B4-BE49-F238E27FC236}">
                <a16:creationId xmlns:a16="http://schemas.microsoft.com/office/drawing/2014/main" id="{A1F855A8-E451-D14B-A18C-8D2FC8671710}"/>
              </a:ext>
            </a:extLst>
          </p:cNvPr>
          <p:cNvGraphicFramePr>
            <a:graphicFrameLocks noGrp="1"/>
          </p:cNvGraphicFramePr>
          <p:nvPr>
            <p:ph idx="1"/>
            <p:extLst>
              <p:ext uri="{D42A27DB-BD31-4B8C-83A1-F6EECF244321}">
                <p14:modId xmlns:p14="http://schemas.microsoft.com/office/powerpoint/2010/main" val="296466101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1673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959EFB-25D7-4DC3-B9AF-A7EFA47FF4AC}"/>
              </a:ext>
            </a:extLst>
          </p:cNvPr>
          <p:cNvSpPr>
            <a:spLocks noGrp="1"/>
          </p:cNvSpPr>
          <p:nvPr>
            <p:ph type="title"/>
          </p:nvPr>
        </p:nvSpPr>
        <p:spPr>
          <a:xfrm>
            <a:off x="831850" y="340113"/>
            <a:ext cx="10515600" cy="1133475"/>
          </a:xfrm>
        </p:spPr>
        <p:txBody>
          <a:bodyPr/>
          <a:lstStyle/>
          <a:p>
            <a:pPr marL="1143000" indent="-1143000">
              <a:buFont typeface="+mj-lt"/>
              <a:buAutoNum type="arabicPeriod" startAt="8"/>
            </a:pPr>
            <a:r>
              <a:rPr kumimoji="1" lang="ja-JP" altLang="en-US" dirty="0"/>
              <a:t>コスト</a:t>
            </a:r>
          </a:p>
        </p:txBody>
      </p:sp>
      <p:sp>
        <p:nvSpPr>
          <p:cNvPr id="3" name="テキスト プレースホルダー 2">
            <a:extLst>
              <a:ext uri="{FF2B5EF4-FFF2-40B4-BE49-F238E27FC236}">
                <a16:creationId xmlns:a16="http://schemas.microsoft.com/office/drawing/2014/main" id="{46E32B90-CD14-496A-8261-B1D07A1FD361}"/>
              </a:ext>
            </a:extLst>
          </p:cNvPr>
          <p:cNvSpPr>
            <a:spLocks noGrp="1"/>
          </p:cNvSpPr>
          <p:nvPr>
            <p:ph type="body" idx="1"/>
          </p:nvPr>
        </p:nvSpPr>
        <p:spPr>
          <a:xfrm>
            <a:off x="838200" y="4167265"/>
            <a:ext cx="10515600" cy="2350621"/>
          </a:xfrm>
        </p:spPr>
        <p:txBody>
          <a:bodyPr>
            <a:normAutofit fontScale="92500" lnSpcReduction="20000"/>
          </a:bodyPr>
          <a:lstStyle/>
          <a:p>
            <a:r>
              <a:rPr lang="ja-JP" altLang="ja-JP" sz="3200" b="1" u="sng" dirty="0">
                <a:solidFill>
                  <a:schemeClr val="tx1"/>
                </a:solidFill>
                <a:effectLst/>
                <a:ea typeface="游明朝" panose="02020400000000000000" pitchFamily="18" charset="-128"/>
                <a:cs typeface="Times New Roman" panose="02020603050405020304" pitchFamily="18" charset="0"/>
              </a:rPr>
              <a:t>月額</a:t>
            </a:r>
            <a:endParaRPr lang="en-US" altLang="ja-JP" sz="3200" b="1" u="sng" dirty="0">
              <a:solidFill>
                <a:schemeClr val="tx1"/>
              </a:solidFill>
              <a:effectLst/>
              <a:ea typeface="游明朝" panose="02020400000000000000" pitchFamily="18" charset="-128"/>
              <a:cs typeface="Times New Roman" panose="02020603050405020304" pitchFamily="18" charset="0"/>
            </a:endParaRPr>
          </a:p>
          <a:p>
            <a:pPr>
              <a:lnSpc>
                <a:spcPct val="110000"/>
              </a:lnSpc>
            </a:pPr>
            <a:r>
              <a:rPr lang="en-US"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MySQL(</a:t>
            </a:r>
            <a:r>
              <a:rPr lang="ja-JP" altLang="en-US"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約</a:t>
            </a:r>
            <a:r>
              <a:rPr lang="en-US"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18,000</a:t>
            </a:r>
            <a:r>
              <a:rPr lang="ja-JP" altLang="en-US"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円</a:t>
            </a:r>
            <a:r>
              <a:rPr lang="en-US"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a:t>
            </a:r>
            <a:br>
              <a:rPr lang="en-US"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br>
            <a:r>
              <a:rPr lang="en-US" altLang="ja-JP"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Cloud Storage(</a:t>
            </a:r>
            <a:r>
              <a:rPr lang="ja-JP" altLang="en-US"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約</a:t>
            </a:r>
            <a:r>
              <a:rPr lang="en-US" altLang="ja-JP"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16,000</a:t>
            </a:r>
            <a:r>
              <a:rPr lang="ja-JP" altLang="en-US"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円</a:t>
            </a:r>
            <a:r>
              <a:rPr lang="en-US" altLang="ja-JP"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a:t>
            </a:r>
            <a:br>
              <a:rPr lang="en-US" altLang="ja-JP"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br>
            <a:r>
              <a:rPr lang="en-US" altLang="ja-JP"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Cloud Run(</a:t>
            </a:r>
            <a:r>
              <a:rPr lang="ja-JP" altLang="en-US"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約</a:t>
            </a:r>
            <a:r>
              <a:rPr lang="en-US" altLang="ja-JP"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11,000</a:t>
            </a:r>
            <a:r>
              <a:rPr lang="ja-JP" altLang="en-US"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円</a:t>
            </a:r>
            <a:r>
              <a:rPr lang="en-US" altLang="ja-JP"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a:t>
            </a:r>
            <a:br>
              <a:rPr lang="en-US" altLang="ja-JP"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br>
            <a:r>
              <a:rPr kumimoji="1" lang="ja-JP" altLang="en-US" sz="3200" kern="100" dirty="0">
                <a:solidFill>
                  <a:schemeClr val="tx1"/>
                </a:solidFill>
                <a:latin typeface="游明朝" panose="02020400000000000000" pitchFamily="18" charset="-128"/>
                <a:ea typeface="游明朝" panose="02020400000000000000" pitchFamily="18" charset="-128"/>
                <a:cs typeface="Times New Roman" panose="02020603050405020304" pitchFamily="18" charset="0"/>
              </a:rPr>
              <a:t>総額　</a:t>
            </a:r>
            <a:r>
              <a:rPr kumimoji="1" lang="ja-JP" altLang="en-US" sz="3200" b="1" kern="100" dirty="0">
                <a:solidFill>
                  <a:srgbClr val="FF0000"/>
                </a:solidFill>
                <a:latin typeface="游明朝" panose="02020400000000000000" pitchFamily="18" charset="-128"/>
                <a:ea typeface="游明朝" panose="02020400000000000000" pitchFamily="18" charset="-128"/>
                <a:cs typeface="Times New Roman" panose="02020603050405020304" pitchFamily="18" charset="0"/>
              </a:rPr>
              <a:t>約</a:t>
            </a:r>
            <a:r>
              <a:rPr kumimoji="1" lang="en-US" altLang="ja-JP" sz="3200" b="1" kern="100" dirty="0">
                <a:solidFill>
                  <a:srgbClr val="FF0000"/>
                </a:solidFill>
                <a:latin typeface="游明朝" panose="02020400000000000000" pitchFamily="18" charset="-128"/>
                <a:ea typeface="游明朝" panose="02020400000000000000" pitchFamily="18" charset="-128"/>
                <a:cs typeface="Times New Roman" panose="02020603050405020304" pitchFamily="18" charset="0"/>
              </a:rPr>
              <a:t>45,000</a:t>
            </a:r>
            <a:r>
              <a:rPr kumimoji="1" lang="ja-JP" altLang="en-US" sz="3200" b="1" kern="100" dirty="0">
                <a:solidFill>
                  <a:srgbClr val="FF0000"/>
                </a:solidFill>
                <a:latin typeface="游明朝" panose="02020400000000000000" pitchFamily="18" charset="-128"/>
                <a:ea typeface="游明朝" panose="02020400000000000000" pitchFamily="18" charset="-128"/>
                <a:cs typeface="Times New Roman" panose="02020603050405020304" pitchFamily="18" charset="0"/>
              </a:rPr>
              <a:t>円</a:t>
            </a:r>
            <a:endParaRPr kumimoji="1" lang="ja-JP" altLang="en-US" sz="3200" b="1" dirty="0">
              <a:solidFill>
                <a:srgbClr val="FF0000"/>
              </a:solidFill>
            </a:endParaRPr>
          </a:p>
        </p:txBody>
      </p:sp>
      <p:graphicFrame>
        <p:nvGraphicFramePr>
          <p:cNvPr id="6" name="表 6">
            <a:extLst>
              <a:ext uri="{FF2B5EF4-FFF2-40B4-BE49-F238E27FC236}">
                <a16:creationId xmlns:a16="http://schemas.microsoft.com/office/drawing/2014/main" id="{AA25D356-479F-4F39-8AF8-B43CB27F2168}"/>
              </a:ext>
            </a:extLst>
          </p:cNvPr>
          <p:cNvGraphicFramePr>
            <a:graphicFrameLocks noGrp="1"/>
          </p:cNvGraphicFramePr>
          <p:nvPr>
            <p:extLst>
              <p:ext uri="{D42A27DB-BD31-4B8C-83A1-F6EECF244321}">
                <p14:modId xmlns:p14="http://schemas.microsoft.com/office/powerpoint/2010/main" val="949369719"/>
              </p:ext>
            </p:extLst>
          </p:nvPr>
        </p:nvGraphicFramePr>
        <p:xfrm>
          <a:off x="838200" y="1807268"/>
          <a:ext cx="7490884" cy="2026316"/>
        </p:xfrm>
        <a:graphic>
          <a:graphicData uri="http://schemas.openxmlformats.org/drawingml/2006/table">
            <a:tbl>
              <a:tblPr firstRow="1" bandRow="1">
                <a:tableStyleId>{69CF1AB2-1976-4502-BF36-3FF5EA218861}</a:tableStyleId>
              </a:tblPr>
              <a:tblGrid>
                <a:gridCol w="3745442">
                  <a:extLst>
                    <a:ext uri="{9D8B030D-6E8A-4147-A177-3AD203B41FA5}">
                      <a16:colId xmlns:a16="http://schemas.microsoft.com/office/drawing/2014/main" val="2764159091"/>
                    </a:ext>
                  </a:extLst>
                </a:gridCol>
                <a:gridCol w="3745442">
                  <a:extLst>
                    <a:ext uri="{9D8B030D-6E8A-4147-A177-3AD203B41FA5}">
                      <a16:colId xmlns:a16="http://schemas.microsoft.com/office/drawing/2014/main" val="2624569204"/>
                    </a:ext>
                  </a:extLst>
                </a:gridCol>
              </a:tblGrid>
              <a:tr h="506579">
                <a:tc>
                  <a:txBody>
                    <a:bodyPr/>
                    <a:lstStyle/>
                    <a:p>
                      <a:r>
                        <a:rPr kumimoji="1" lang="ja-JP" altLang="en-US" sz="2800" dirty="0"/>
                        <a:t>ユーザー</a:t>
                      </a:r>
                    </a:p>
                  </a:txBody>
                  <a:tcPr marL="79319" marR="79319" marT="39660" marB="39660"/>
                </a:tc>
                <a:tc>
                  <a:txBody>
                    <a:bodyPr/>
                    <a:lstStyle/>
                    <a:p>
                      <a:r>
                        <a:rPr kumimoji="1" lang="en-US" altLang="ja-JP" sz="2800" b="0" dirty="0"/>
                        <a:t>1000</a:t>
                      </a:r>
                      <a:r>
                        <a:rPr kumimoji="1" lang="ja-JP" altLang="en-US" sz="2800" b="0" dirty="0"/>
                        <a:t>人</a:t>
                      </a:r>
                    </a:p>
                  </a:txBody>
                  <a:tcPr marL="79319" marR="79319" marT="39660" marB="39660"/>
                </a:tc>
                <a:extLst>
                  <a:ext uri="{0D108BD9-81ED-4DB2-BD59-A6C34878D82A}">
                    <a16:rowId xmlns:a16="http://schemas.microsoft.com/office/drawing/2014/main" val="1938410902"/>
                  </a:ext>
                </a:extLst>
              </a:tr>
              <a:tr h="506579">
                <a:tc>
                  <a:txBody>
                    <a:bodyPr/>
                    <a:lstStyle/>
                    <a:p>
                      <a:r>
                        <a:rPr kumimoji="1" lang="ja-JP" altLang="en-US" sz="2800" b="1" dirty="0"/>
                        <a:t>設備</a:t>
                      </a:r>
                    </a:p>
                  </a:txBody>
                  <a:tcPr marL="79319" marR="79319" marT="39660" marB="39660"/>
                </a:tc>
                <a:tc>
                  <a:txBody>
                    <a:bodyPr/>
                    <a:lstStyle/>
                    <a:p>
                      <a:r>
                        <a:rPr kumimoji="1" lang="en-US" altLang="ja-JP" sz="2800" dirty="0"/>
                        <a:t>50</a:t>
                      </a:r>
                      <a:r>
                        <a:rPr kumimoji="1" lang="ja-JP" altLang="en-US" sz="2800" dirty="0"/>
                        <a:t>室</a:t>
                      </a:r>
                    </a:p>
                  </a:txBody>
                  <a:tcPr marL="79319" marR="79319" marT="39660" marB="39660"/>
                </a:tc>
                <a:extLst>
                  <a:ext uri="{0D108BD9-81ED-4DB2-BD59-A6C34878D82A}">
                    <a16:rowId xmlns:a16="http://schemas.microsoft.com/office/drawing/2014/main" val="3303774137"/>
                  </a:ext>
                </a:extLst>
              </a:tr>
              <a:tr h="506579">
                <a:tc>
                  <a:txBody>
                    <a:bodyPr/>
                    <a:lstStyle/>
                    <a:p>
                      <a:r>
                        <a:rPr kumimoji="1" lang="ja-JP" altLang="en-US" sz="2800" b="1" dirty="0"/>
                        <a:t>備品</a:t>
                      </a:r>
                    </a:p>
                  </a:txBody>
                  <a:tcPr marL="79319" marR="79319" marT="39660" marB="39660"/>
                </a:tc>
                <a:tc>
                  <a:txBody>
                    <a:bodyPr/>
                    <a:lstStyle/>
                    <a:p>
                      <a:r>
                        <a:rPr kumimoji="1" lang="en-US" altLang="ja-JP" sz="2800" dirty="0"/>
                        <a:t>50</a:t>
                      </a:r>
                      <a:r>
                        <a:rPr kumimoji="1" lang="ja-JP" altLang="en-US" sz="2800" dirty="0"/>
                        <a:t>個</a:t>
                      </a:r>
                    </a:p>
                  </a:txBody>
                  <a:tcPr marL="79319" marR="79319" marT="39660" marB="39660"/>
                </a:tc>
                <a:extLst>
                  <a:ext uri="{0D108BD9-81ED-4DB2-BD59-A6C34878D82A}">
                    <a16:rowId xmlns:a16="http://schemas.microsoft.com/office/drawing/2014/main" val="406709642"/>
                  </a:ext>
                </a:extLst>
              </a:tr>
              <a:tr h="506579">
                <a:tc>
                  <a:txBody>
                    <a:bodyPr/>
                    <a:lstStyle/>
                    <a:p>
                      <a:r>
                        <a:rPr kumimoji="1" lang="ja-JP" altLang="en-US" sz="2800" b="1" dirty="0"/>
                        <a:t>日数</a:t>
                      </a:r>
                    </a:p>
                  </a:txBody>
                  <a:tcPr marL="79319" marR="79319" marT="39660" marB="39660"/>
                </a:tc>
                <a:tc>
                  <a:txBody>
                    <a:bodyPr/>
                    <a:lstStyle/>
                    <a:p>
                      <a:r>
                        <a:rPr kumimoji="1" lang="en-US" altLang="ja-JP" sz="2800" dirty="0"/>
                        <a:t>1</a:t>
                      </a:r>
                      <a:r>
                        <a:rPr kumimoji="1" lang="ja-JP" altLang="en-US" sz="2800" dirty="0"/>
                        <a:t>年＋</a:t>
                      </a:r>
                      <a:r>
                        <a:rPr kumimoji="1" lang="en-US" altLang="ja-JP" sz="2800" dirty="0"/>
                        <a:t>1</a:t>
                      </a:r>
                      <a:r>
                        <a:rPr kumimoji="1" lang="ja-JP" altLang="en-US" sz="2800" dirty="0"/>
                        <a:t>年</a:t>
                      </a:r>
                      <a:r>
                        <a:rPr kumimoji="1" lang="en-US" altLang="ja-JP" sz="2800" dirty="0"/>
                        <a:t>(</a:t>
                      </a:r>
                      <a:r>
                        <a:rPr kumimoji="1" lang="ja-JP" altLang="en-US" sz="2800" dirty="0"/>
                        <a:t>ログ</a:t>
                      </a:r>
                      <a:r>
                        <a:rPr kumimoji="1" lang="en-US" altLang="ja-JP" sz="2800" dirty="0"/>
                        <a:t>)</a:t>
                      </a:r>
                      <a:endParaRPr kumimoji="1" lang="ja-JP" altLang="en-US" sz="2800" dirty="0"/>
                    </a:p>
                  </a:txBody>
                  <a:tcPr marL="79319" marR="79319" marT="39660" marB="39660"/>
                </a:tc>
                <a:extLst>
                  <a:ext uri="{0D108BD9-81ED-4DB2-BD59-A6C34878D82A}">
                    <a16:rowId xmlns:a16="http://schemas.microsoft.com/office/drawing/2014/main" val="4147122340"/>
                  </a:ext>
                </a:extLst>
              </a:tr>
            </a:tbl>
          </a:graphicData>
        </a:graphic>
      </p:graphicFrame>
    </p:spTree>
    <p:extLst>
      <p:ext uri="{BB962C8B-B14F-4D97-AF65-F5344CB8AC3E}">
        <p14:creationId xmlns:p14="http://schemas.microsoft.com/office/powerpoint/2010/main" val="29729779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B085E5-BFD3-40BE-8811-5E2697D10C3C}"/>
              </a:ext>
            </a:extLst>
          </p:cNvPr>
          <p:cNvSpPr>
            <a:spLocks noGrp="1"/>
          </p:cNvSpPr>
          <p:nvPr>
            <p:ph type="title"/>
          </p:nvPr>
        </p:nvSpPr>
        <p:spPr/>
        <p:txBody>
          <a:bodyPr>
            <a:normAutofit/>
          </a:bodyPr>
          <a:lstStyle/>
          <a:p>
            <a:pPr marL="1143000" indent="-1143000">
              <a:buFont typeface="+mj-lt"/>
              <a:buAutoNum type="arabicPeriod" startAt="9"/>
            </a:pPr>
            <a:r>
              <a:rPr kumimoji="1" lang="ja-JP" altLang="en-US" sz="6000" dirty="0"/>
              <a:t>役割表</a:t>
            </a:r>
          </a:p>
        </p:txBody>
      </p:sp>
      <p:sp>
        <p:nvSpPr>
          <p:cNvPr id="3" name="テキスト プレースホルダー 2">
            <a:extLst>
              <a:ext uri="{FF2B5EF4-FFF2-40B4-BE49-F238E27FC236}">
                <a16:creationId xmlns:a16="http://schemas.microsoft.com/office/drawing/2014/main" id="{524B3EE5-66B0-4A8E-8C92-F45A79E3A175}"/>
              </a:ext>
            </a:extLst>
          </p:cNvPr>
          <p:cNvSpPr>
            <a:spLocks noGrp="1"/>
          </p:cNvSpPr>
          <p:nvPr>
            <p:ph idx="1"/>
          </p:nvPr>
        </p:nvSpPr>
        <p:spPr/>
        <p:txBody>
          <a:bodyPr>
            <a:normAutofit lnSpcReduction="10000"/>
          </a:bodyPr>
          <a:lstStyle/>
          <a:p>
            <a:pPr algn="just"/>
            <a:r>
              <a:rPr lang="ja-JP"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リーダー：一</a:t>
            </a:r>
            <a:r>
              <a:rPr lang="ja-JP" altLang="en-US"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栁</a:t>
            </a:r>
            <a:r>
              <a:rPr lang="ja-JP"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 勇太</a:t>
            </a:r>
            <a:endParaRPr lang="ja-JP"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サブリーダー：及川 大地</a:t>
            </a:r>
            <a:endParaRPr lang="ja-JP"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en-US"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DB</a:t>
            </a:r>
            <a:r>
              <a:rPr lang="ja-JP"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リーダー：水上 紫陽</a:t>
            </a:r>
            <a:endParaRPr lang="ja-JP"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フロントエンドリーダー：佐藤 海斗</a:t>
            </a:r>
            <a:endParaRPr lang="ja-JP"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バックエンドリーダー：増子 鼓太郎</a:t>
            </a:r>
            <a:endParaRPr lang="ja-JP"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システム開発：柿崎 夢柘希</a:t>
            </a:r>
            <a:endParaRPr lang="ja-JP"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システム開発：笠松 泰地</a:t>
            </a:r>
            <a:endParaRPr lang="ja-JP"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3200" b="1"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システム開発：廣田 晴</a:t>
            </a:r>
            <a:endParaRPr lang="ja-JP" altLang="ja-JP" sz="32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endParaRPr>
          </a:p>
          <a:p>
            <a:endParaRPr kumimoji="1" lang="ja-JP" altLang="en-US" dirty="0"/>
          </a:p>
        </p:txBody>
      </p:sp>
      <p:pic>
        <p:nvPicPr>
          <p:cNvPr id="4" name="図 3">
            <a:extLst>
              <a:ext uri="{FF2B5EF4-FFF2-40B4-BE49-F238E27FC236}">
                <a16:creationId xmlns:a16="http://schemas.microsoft.com/office/drawing/2014/main" id="{219E3825-CD63-D0E3-D382-B3125F77769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0242477" y="3759199"/>
            <a:ext cx="1413934" cy="2827867"/>
          </a:xfrm>
          <a:prstGeom prst="rect">
            <a:avLst/>
          </a:prstGeom>
        </p:spPr>
      </p:pic>
    </p:spTree>
    <p:extLst>
      <p:ext uri="{BB962C8B-B14F-4D97-AF65-F5344CB8AC3E}">
        <p14:creationId xmlns:p14="http://schemas.microsoft.com/office/powerpoint/2010/main" val="1821050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DDFCE8-549B-CEE9-4C43-9DB3526FDC57}"/>
              </a:ext>
            </a:extLst>
          </p:cNvPr>
          <p:cNvSpPr>
            <a:spLocks noGrp="1"/>
          </p:cNvSpPr>
          <p:nvPr>
            <p:ph type="title"/>
          </p:nvPr>
        </p:nvSpPr>
        <p:spPr/>
        <p:txBody>
          <a:bodyPr>
            <a:normAutofit/>
          </a:bodyPr>
          <a:lstStyle/>
          <a:p>
            <a:r>
              <a:rPr kumimoji="1" lang="en-US" altLang="ja-JP" sz="6000" dirty="0"/>
              <a:t>10.</a:t>
            </a:r>
            <a:r>
              <a:rPr kumimoji="1" lang="ja-JP" altLang="en-US" sz="6000" dirty="0"/>
              <a:t>　</a:t>
            </a:r>
            <a:r>
              <a:rPr lang="ja-JP" altLang="en-US" sz="6000" dirty="0"/>
              <a:t>リスクと対策</a:t>
            </a:r>
            <a:endParaRPr kumimoji="1" lang="ja-JP" altLang="en-US" sz="6000" dirty="0"/>
          </a:p>
        </p:txBody>
      </p:sp>
      <p:pic>
        <p:nvPicPr>
          <p:cNvPr id="5" name="図 4">
            <a:extLst>
              <a:ext uri="{FF2B5EF4-FFF2-40B4-BE49-F238E27FC236}">
                <a16:creationId xmlns:a16="http://schemas.microsoft.com/office/drawing/2014/main" id="{8B5F0E5E-98D5-5EFE-B3F2-66D256B4C29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315023" y="3429000"/>
            <a:ext cx="1561954" cy="2827867"/>
          </a:xfrm>
          <a:prstGeom prst="rect">
            <a:avLst/>
          </a:prstGeom>
        </p:spPr>
      </p:pic>
      <p:sp>
        <p:nvSpPr>
          <p:cNvPr id="10" name="四角形: 角を丸くする 9">
            <a:extLst>
              <a:ext uri="{FF2B5EF4-FFF2-40B4-BE49-F238E27FC236}">
                <a16:creationId xmlns:a16="http://schemas.microsoft.com/office/drawing/2014/main" id="{359C7EF8-CF7D-7601-5EFC-30FE2DCA7CF7}"/>
              </a:ext>
            </a:extLst>
          </p:cNvPr>
          <p:cNvSpPr/>
          <p:nvPr/>
        </p:nvSpPr>
        <p:spPr>
          <a:xfrm>
            <a:off x="760378" y="1884618"/>
            <a:ext cx="2508115" cy="82445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solidFill>
                  <a:schemeClr val="tx1"/>
                </a:solidFill>
              </a:rPr>
              <a:t>リスク</a:t>
            </a:r>
          </a:p>
        </p:txBody>
      </p:sp>
      <p:sp>
        <p:nvSpPr>
          <p:cNvPr id="11" name="四角形: 角を丸くする 10">
            <a:extLst>
              <a:ext uri="{FF2B5EF4-FFF2-40B4-BE49-F238E27FC236}">
                <a16:creationId xmlns:a16="http://schemas.microsoft.com/office/drawing/2014/main" id="{CFF64224-4F5C-60FA-BACA-657973471E1A}"/>
              </a:ext>
            </a:extLst>
          </p:cNvPr>
          <p:cNvSpPr/>
          <p:nvPr/>
        </p:nvSpPr>
        <p:spPr>
          <a:xfrm>
            <a:off x="8923508" y="1884617"/>
            <a:ext cx="2285009" cy="82445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solidFill>
                  <a:schemeClr val="tx1"/>
                </a:solidFill>
              </a:rPr>
              <a:t>対</a:t>
            </a:r>
            <a:r>
              <a:rPr lang="ja-JP" altLang="en-US" sz="3200" b="1" dirty="0">
                <a:solidFill>
                  <a:schemeClr val="tx1"/>
                </a:solidFill>
              </a:rPr>
              <a:t>　</a:t>
            </a:r>
            <a:r>
              <a:rPr kumimoji="1" lang="ja-JP" altLang="en-US" sz="3200" b="1" dirty="0">
                <a:solidFill>
                  <a:schemeClr val="tx1"/>
                </a:solidFill>
              </a:rPr>
              <a:t>策</a:t>
            </a:r>
          </a:p>
        </p:txBody>
      </p:sp>
      <p:sp>
        <p:nvSpPr>
          <p:cNvPr id="13" name="テキスト ボックス 12">
            <a:extLst>
              <a:ext uri="{FF2B5EF4-FFF2-40B4-BE49-F238E27FC236}">
                <a16:creationId xmlns:a16="http://schemas.microsoft.com/office/drawing/2014/main" id="{C8E1F0A2-7549-E04D-6259-D9160C0C7108}"/>
              </a:ext>
            </a:extLst>
          </p:cNvPr>
          <p:cNvSpPr txBox="1"/>
          <p:nvPr/>
        </p:nvSpPr>
        <p:spPr>
          <a:xfrm>
            <a:off x="1322960" y="4023598"/>
            <a:ext cx="3715966" cy="1384995"/>
          </a:xfrm>
          <a:prstGeom prst="rect">
            <a:avLst/>
          </a:prstGeom>
          <a:noFill/>
        </p:spPr>
        <p:txBody>
          <a:bodyPr wrap="square" rtlCol="0">
            <a:spAutoFit/>
          </a:bodyPr>
          <a:lstStyle/>
          <a:p>
            <a:r>
              <a:rPr kumimoji="1" lang="ja-JP" altLang="en-US" sz="2800" dirty="0"/>
              <a:t>開発において</a:t>
            </a:r>
            <a:br>
              <a:rPr kumimoji="1" lang="en-US" altLang="ja-JP" sz="2800" dirty="0"/>
            </a:br>
            <a:r>
              <a:rPr kumimoji="1" lang="ja-JP" altLang="en-US" sz="2800" dirty="0"/>
              <a:t>メンバー全員の認識を揃える事が難しい</a:t>
            </a:r>
          </a:p>
        </p:txBody>
      </p:sp>
      <p:pic>
        <p:nvPicPr>
          <p:cNvPr id="16" name="グラフィックス 15" descr="警告">
            <a:extLst>
              <a:ext uri="{FF2B5EF4-FFF2-40B4-BE49-F238E27FC236}">
                <a16:creationId xmlns:a16="http://schemas.microsoft.com/office/drawing/2014/main" id="{6DA87883-2FAB-9A48-205B-8BD7AEC1C0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68493" y="1839648"/>
            <a:ext cx="914400" cy="914400"/>
          </a:xfrm>
          <a:prstGeom prst="rect">
            <a:avLst/>
          </a:prstGeom>
        </p:spPr>
      </p:pic>
      <p:pic>
        <p:nvPicPr>
          <p:cNvPr id="18" name="グラフィックス 17" descr="電球と歯車">
            <a:extLst>
              <a:ext uri="{FF2B5EF4-FFF2-40B4-BE49-F238E27FC236}">
                <a16:creationId xmlns:a16="http://schemas.microsoft.com/office/drawing/2014/main" id="{4E9D6AC5-D727-6414-CCFF-4F8F3A56B8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09108" y="1811741"/>
            <a:ext cx="914400" cy="914400"/>
          </a:xfrm>
          <a:prstGeom prst="rect">
            <a:avLst/>
          </a:prstGeom>
        </p:spPr>
      </p:pic>
      <p:sp>
        <p:nvSpPr>
          <p:cNvPr id="19" name="テキスト ボックス 18">
            <a:extLst>
              <a:ext uri="{FF2B5EF4-FFF2-40B4-BE49-F238E27FC236}">
                <a16:creationId xmlns:a16="http://schemas.microsoft.com/office/drawing/2014/main" id="{1D57839E-C2FE-2BB9-241B-983C49FE59FE}"/>
              </a:ext>
            </a:extLst>
          </p:cNvPr>
          <p:cNvSpPr txBox="1"/>
          <p:nvPr/>
        </p:nvSpPr>
        <p:spPr>
          <a:xfrm>
            <a:off x="7696832" y="4239041"/>
            <a:ext cx="3830445" cy="954107"/>
          </a:xfrm>
          <a:prstGeom prst="rect">
            <a:avLst/>
          </a:prstGeom>
          <a:noFill/>
        </p:spPr>
        <p:txBody>
          <a:bodyPr wrap="square" rtlCol="0">
            <a:spAutoFit/>
          </a:bodyPr>
          <a:lstStyle/>
          <a:p>
            <a:r>
              <a:rPr kumimoji="1" lang="ja-JP" altLang="en-US" sz="2800" dirty="0"/>
              <a:t>報告会を</a:t>
            </a:r>
            <a:br>
              <a:rPr kumimoji="1" lang="en-US" altLang="ja-JP" sz="2800" dirty="0"/>
            </a:br>
            <a:r>
              <a:rPr kumimoji="1" lang="ja-JP" altLang="en-US" sz="2800" dirty="0"/>
              <a:t>最低でも週に１度開催</a:t>
            </a:r>
          </a:p>
        </p:txBody>
      </p:sp>
    </p:spTree>
    <p:extLst>
      <p:ext uri="{BB962C8B-B14F-4D97-AF65-F5344CB8AC3E}">
        <p14:creationId xmlns:p14="http://schemas.microsoft.com/office/powerpoint/2010/main" val="42830095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FCA2B-D6CA-7F65-5D14-798FE0AC6D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2302-029E-C36B-FCBE-86340DA1CD60}"/>
              </a:ext>
            </a:extLst>
          </p:cNvPr>
          <p:cNvSpPr>
            <a:spLocks noGrp="1"/>
          </p:cNvSpPr>
          <p:nvPr>
            <p:ph type="title"/>
          </p:nvPr>
        </p:nvSpPr>
        <p:spPr/>
        <p:txBody>
          <a:bodyPr>
            <a:normAutofit/>
          </a:bodyPr>
          <a:lstStyle/>
          <a:p>
            <a:r>
              <a:rPr kumimoji="1" lang="en-US" altLang="ja-JP" sz="6000" dirty="0"/>
              <a:t>10.</a:t>
            </a:r>
            <a:r>
              <a:rPr kumimoji="1" lang="ja-JP" altLang="en-US" sz="6000" dirty="0"/>
              <a:t>　</a:t>
            </a:r>
            <a:r>
              <a:rPr lang="ja-JP" altLang="en-US" sz="6000" dirty="0"/>
              <a:t>リスクと対策</a:t>
            </a:r>
            <a:endParaRPr kumimoji="1" lang="ja-JP" altLang="en-US" sz="6000" dirty="0"/>
          </a:p>
        </p:txBody>
      </p:sp>
      <p:pic>
        <p:nvPicPr>
          <p:cNvPr id="5" name="図 4">
            <a:extLst>
              <a:ext uri="{FF2B5EF4-FFF2-40B4-BE49-F238E27FC236}">
                <a16:creationId xmlns:a16="http://schemas.microsoft.com/office/drawing/2014/main" id="{8C444F50-C2B9-D063-8B15-FB258536A5D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315023" y="3429000"/>
            <a:ext cx="1561954" cy="2827867"/>
          </a:xfrm>
          <a:prstGeom prst="rect">
            <a:avLst/>
          </a:prstGeom>
        </p:spPr>
      </p:pic>
      <p:sp>
        <p:nvSpPr>
          <p:cNvPr id="10" name="四角形: 角を丸くする 9">
            <a:extLst>
              <a:ext uri="{FF2B5EF4-FFF2-40B4-BE49-F238E27FC236}">
                <a16:creationId xmlns:a16="http://schemas.microsoft.com/office/drawing/2014/main" id="{CBC85B59-E619-D73C-851D-E81483EF8C3A}"/>
              </a:ext>
            </a:extLst>
          </p:cNvPr>
          <p:cNvSpPr/>
          <p:nvPr/>
        </p:nvSpPr>
        <p:spPr>
          <a:xfrm>
            <a:off x="760378" y="1884618"/>
            <a:ext cx="2508115" cy="82445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リスク</a:t>
            </a:r>
          </a:p>
        </p:txBody>
      </p:sp>
      <p:sp>
        <p:nvSpPr>
          <p:cNvPr id="11" name="四角形: 角を丸くする 10">
            <a:extLst>
              <a:ext uri="{FF2B5EF4-FFF2-40B4-BE49-F238E27FC236}">
                <a16:creationId xmlns:a16="http://schemas.microsoft.com/office/drawing/2014/main" id="{6AE77BDE-F0B0-0922-6419-158E0D68252C}"/>
              </a:ext>
            </a:extLst>
          </p:cNvPr>
          <p:cNvSpPr/>
          <p:nvPr/>
        </p:nvSpPr>
        <p:spPr>
          <a:xfrm>
            <a:off x="8923508" y="1884617"/>
            <a:ext cx="2285009" cy="82445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対　策</a:t>
            </a:r>
          </a:p>
        </p:txBody>
      </p:sp>
      <p:sp>
        <p:nvSpPr>
          <p:cNvPr id="13" name="テキスト ボックス 12">
            <a:extLst>
              <a:ext uri="{FF2B5EF4-FFF2-40B4-BE49-F238E27FC236}">
                <a16:creationId xmlns:a16="http://schemas.microsoft.com/office/drawing/2014/main" id="{B25443EE-59A3-0C77-A417-D3E5E8C4E065}"/>
              </a:ext>
            </a:extLst>
          </p:cNvPr>
          <p:cNvSpPr txBox="1"/>
          <p:nvPr/>
        </p:nvSpPr>
        <p:spPr>
          <a:xfrm>
            <a:off x="1313232" y="4239040"/>
            <a:ext cx="3715966"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様々な利用シーンに</a:t>
            </a:r>
            <a:br>
              <a:rPr kumimoji="1" lang="en-US" altLang="ja-JP"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対応しきれない</a:t>
            </a:r>
          </a:p>
        </p:txBody>
      </p:sp>
      <p:pic>
        <p:nvPicPr>
          <p:cNvPr id="16" name="グラフィックス 15" descr="警告">
            <a:extLst>
              <a:ext uri="{FF2B5EF4-FFF2-40B4-BE49-F238E27FC236}">
                <a16:creationId xmlns:a16="http://schemas.microsoft.com/office/drawing/2014/main" id="{2FC0503D-13F5-A744-4A91-1CE9D9B24A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68493" y="1839648"/>
            <a:ext cx="914400" cy="914400"/>
          </a:xfrm>
          <a:prstGeom prst="rect">
            <a:avLst/>
          </a:prstGeom>
        </p:spPr>
      </p:pic>
      <p:pic>
        <p:nvPicPr>
          <p:cNvPr id="18" name="グラフィックス 17" descr="電球と歯車">
            <a:extLst>
              <a:ext uri="{FF2B5EF4-FFF2-40B4-BE49-F238E27FC236}">
                <a16:creationId xmlns:a16="http://schemas.microsoft.com/office/drawing/2014/main" id="{5A2251B9-99B3-5368-DA3A-58BF4B668B1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09108" y="1811741"/>
            <a:ext cx="914400" cy="914400"/>
          </a:xfrm>
          <a:prstGeom prst="rect">
            <a:avLst/>
          </a:prstGeom>
        </p:spPr>
      </p:pic>
      <p:sp>
        <p:nvSpPr>
          <p:cNvPr id="19" name="テキスト ボックス 18">
            <a:extLst>
              <a:ext uri="{FF2B5EF4-FFF2-40B4-BE49-F238E27FC236}">
                <a16:creationId xmlns:a16="http://schemas.microsoft.com/office/drawing/2014/main" id="{AA434186-02CB-4CDB-6E48-7A01E016054A}"/>
              </a:ext>
            </a:extLst>
          </p:cNvPr>
          <p:cNvSpPr txBox="1"/>
          <p:nvPr/>
        </p:nvSpPr>
        <p:spPr>
          <a:xfrm>
            <a:off x="7523355" y="4227093"/>
            <a:ext cx="3830445"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テストケースを</a:t>
            </a:r>
            <a:br>
              <a:rPr kumimoji="1" lang="en-US" altLang="ja-JP"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しっかりと考察する</a:t>
            </a:r>
          </a:p>
        </p:txBody>
      </p:sp>
    </p:spTree>
    <p:extLst>
      <p:ext uri="{BB962C8B-B14F-4D97-AF65-F5344CB8AC3E}">
        <p14:creationId xmlns:p14="http://schemas.microsoft.com/office/powerpoint/2010/main" val="20847077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A6401-1479-D2DA-E243-0800CADA25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E8E484-1510-3774-93EA-DB4A369C4150}"/>
              </a:ext>
            </a:extLst>
          </p:cNvPr>
          <p:cNvSpPr>
            <a:spLocks noGrp="1"/>
          </p:cNvSpPr>
          <p:nvPr>
            <p:ph type="title"/>
          </p:nvPr>
        </p:nvSpPr>
        <p:spPr/>
        <p:txBody>
          <a:bodyPr>
            <a:normAutofit/>
          </a:bodyPr>
          <a:lstStyle/>
          <a:p>
            <a:r>
              <a:rPr kumimoji="1" lang="en-US" altLang="ja-JP" sz="6000" dirty="0"/>
              <a:t>10.</a:t>
            </a:r>
            <a:r>
              <a:rPr kumimoji="1" lang="ja-JP" altLang="en-US" sz="6000" dirty="0"/>
              <a:t>　</a:t>
            </a:r>
            <a:r>
              <a:rPr lang="ja-JP" altLang="en-US" sz="6000" dirty="0"/>
              <a:t>リスクと対策</a:t>
            </a:r>
            <a:endParaRPr kumimoji="1" lang="ja-JP" altLang="en-US" sz="6000" dirty="0"/>
          </a:p>
        </p:txBody>
      </p:sp>
      <p:pic>
        <p:nvPicPr>
          <p:cNvPr id="5" name="図 4">
            <a:extLst>
              <a:ext uri="{FF2B5EF4-FFF2-40B4-BE49-F238E27FC236}">
                <a16:creationId xmlns:a16="http://schemas.microsoft.com/office/drawing/2014/main" id="{43F3035E-9AA0-9A67-A237-803A2ABD276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315023" y="3429000"/>
            <a:ext cx="1561954" cy="2827867"/>
          </a:xfrm>
          <a:prstGeom prst="rect">
            <a:avLst/>
          </a:prstGeom>
        </p:spPr>
      </p:pic>
      <p:sp>
        <p:nvSpPr>
          <p:cNvPr id="10" name="四角形: 角を丸くする 9">
            <a:extLst>
              <a:ext uri="{FF2B5EF4-FFF2-40B4-BE49-F238E27FC236}">
                <a16:creationId xmlns:a16="http://schemas.microsoft.com/office/drawing/2014/main" id="{7D20C09B-47AB-B8E6-7A21-A5847650D1C1}"/>
              </a:ext>
            </a:extLst>
          </p:cNvPr>
          <p:cNvSpPr/>
          <p:nvPr/>
        </p:nvSpPr>
        <p:spPr>
          <a:xfrm>
            <a:off x="760378" y="1884618"/>
            <a:ext cx="2508115" cy="82445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リスク</a:t>
            </a:r>
          </a:p>
        </p:txBody>
      </p:sp>
      <p:sp>
        <p:nvSpPr>
          <p:cNvPr id="11" name="四角形: 角を丸くする 10">
            <a:extLst>
              <a:ext uri="{FF2B5EF4-FFF2-40B4-BE49-F238E27FC236}">
                <a16:creationId xmlns:a16="http://schemas.microsoft.com/office/drawing/2014/main" id="{6F9FF5C7-F0B3-27EA-8CF2-91699B63F1A0}"/>
              </a:ext>
            </a:extLst>
          </p:cNvPr>
          <p:cNvSpPr/>
          <p:nvPr/>
        </p:nvSpPr>
        <p:spPr>
          <a:xfrm>
            <a:off x="8923508" y="1884617"/>
            <a:ext cx="2285009" cy="82445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対　策</a:t>
            </a:r>
          </a:p>
        </p:txBody>
      </p:sp>
      <p:sp>
        <p:nvSpPr>
          <p:cNvPr id="13" name="テキスト ボックス 12">
            <a:extLst>
              <a:ext uri="{FF2B5EF4-FFF2-40B4-BE49-F238E27FC236}">
                <a16:creationId xmlns:a16="http://schemas.microsoft.com/office/drawing/2014/main" id="{4C6105FC-F564-BB66-0D3D-B244168C3BB4}"/>
              </a:ext>
            </a:extLst>
          </p:cNvPr>
          <p:cNvSpPr txBox="1"/>
          <p:nvPr/>
        </p:nvSpPr>
        <p:spPr>
          <a:xfrm>
            <a:off x="515565" y="4103953"/>
            <a:ext cx="5505855"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DB</a:t>
            </a:r>
            <a:r>
              <a:rPr kumimoji="1" lang="ja-JP" altLang="en-US"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サーバーの</a:t>
            </a:r>
            <a:br>
              <a:rPr kumimoji="1" lang="en-US" altLang="ja-JP"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lang="ja-JP" altLang="en-US" sz="2800" dirty="0">
                <a:solidFill>
                  <a:prstClr val="black"/>
                </a:solidFill>
                <a:latin typeface="游ゴシック" panose="020F0502020204030204"/>
                <a:ea typeface="游ゴシック" panose="020B0400000000000000" pitchFamily="50" charset="-128"/>
              </a:rPr>
              <a:t>可用性の維持に関して</a:t>
            </a:r>
            <a:br>
              <a:rPr lang="en-US" altLang="ja-JP" sz="2800" dirty="0">
                <a:solidFill>
                  <a:prstClr val="black"/>
                </a:solidFill>
                <a:latin typeface="游ゴシック" panose="020F0502020204030204"/>
                <a:ea typeface="游ゴシック" panose="020B0400000000000000" pitchFamily="50" charset="-128"/>
              </a:rPr>
            </a:br>
            <a:r>
              <a:rPr lang="ja-JP" altLang="en-US" sz="2800" dirty="0">
                <a:solidFill>
                  <a:prstClr val="black"/>
                </a:solidFill>
                <a:latin typeface="游ゴシック" panose="020F0502020204030204"/>
                <a:ea typeface="游ゴシック" panose="020B0400000000000000" pitchFamily="50" charset="-128"/>
              </a:rPr>
              <a:t>サイバー攻撃などの脅威がある</a:t>
            </a:r>
            <a:br>
              <a:rPr kumimoji="1" lang="en-US" altLang="ja-JP"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endParaRPr kumimoji="1" lang="ja-JP" altLang="en-US"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pic>
        <p:nvPicPr>
          <p:cNvPr id="16" name="グラフィックス 15" descr="警告">
            <a:extLst>
              <a:ext uri="{FF2B5EF4-FFF2-40B4-BE49-F238E27FC236}">
                <a16:creationId xmlns:a16="http://schemas.microsoft.com/office/drawing/2014/main" id="{4CC9ACD9-E9F5-ED8C-DCD8-046BD82BCA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68493" y="1839648"/>
            <a:ext cx="914400" cy="914400"/>
          </a:xfrm>
          <a:prstGeom prst="rect">
            <a:avLst/>
          </a:prstGeom>
        </p:spPr>
      </p:pic>
      <p:pic>
        <p:nvPicPr>
          <p:cNvPr id="18" name="グラフィックス 17" descr="電球と歯車">
            <a:extLst>
              <a:ext uri="{FF2B5EF4-FFF2-40B4-BE49-F238E27FC236}">
                <a16:creationId xmlns:a16="http://schemas.microsoft.com/office/drawing/2014/main" id="{0A330FD6-445F-F14E-255E-868185B728B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09108" y="1811741"/>
            <a:ext cx="914400" cy="914400"/>
          </a:xfrm>
          <a:prstGeom prst="rect">
            <a:avLst/>
          </a:prstGeom>
        </p:spPr>
      </p:pic>
      <p:sp>
        <p:nvSpPr>
          <p:cNvPr id="19" name="テキスト ボックス 18">
            <a:extLst>
              <a:ext uri="{FF2B5EF4-FFF2-40B4-BE49-F238E27FC236}">
                <a16:creationId xmlns:a16="http://schemas.microsoft.com/office/drawing/2014/main" id="{2524D923-5F9B-C4D1-6C44-DE4A25955945}"/>
              </a:ext>
            </a:extLst>
          </p:cNvPr>
          <p:cNvSpPr txBox="1"/>
          <p:nvPr/>
        </p:nvSpPr>
        <p:spPr>
          <a:xfrm>
            <a:off x="7041205" y="4148925"/>
            <a:ext cx="4426086"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クラウドサービスの</a:t>
            </a:r>
            <a:br>
              <a:rPr kumimoji="1" lang="en-US" altLang="ja-JP"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2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セキュリティ機能を利用</a:t>
            </a:r>
          </a:p>
        </p:txBody>
      </p:sp>
    </p:spTree>
    <p:extLst>
      <p:ext uri="{BB962C8B-B14F-4D97-AF65-F5344CB8AC3E}">
        <p14:creationId xmlns:p14="http://schemas.microsoft.com/office/powerpoint/2010/main" val="1288345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4332CD9-318B-FF84-080D-B939CE1D5C84}"/>
              </a:ext>
            </a:extLst>
          </p:cNvPr>
          <p:cNvSpPr>
            <a:spLocks noGrp="1"/>
          </p:cNvSpPr>
          <p:nvPr>
            <p:ph type="title"/>
          </p:nvPr>
        </p:nvSpPr>
        <p:spPr/>
        <p:txBody>
          <a:bodyPr/>
          <a:lstStyle/>
          <a:p>
            <a:r>
              <a:rPr lang="ja-JP" altLang="en-US" b="1" dirty="0"/>
              <a:t>ご清聴</a:t>
            </a:r>
            <a:br>
              <a:rPr lang="en-US" altLang="ja-JP" b="1" dirty="0"/>
            </a:br>
            <a:r>
              <a:rPr lang="ja-JP" altLang="en-US" b="1" dirty="0"/>
              <a:t>ありがとうございました</a:t>
            </a:r>
          </a:p>
        </p:txBody>
      </p:sp>
    </p:spTree>
    <p:extLst>
      <p:ext uri="{BB962C8B-B14F-4D97-AF65-F5344CB8AC3E}">
        <p14:creationId xmlns:p14="http://schemas.microsoft.com/office/powerpoint/2010/main" val="240817431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3242D728ABE34447A33118EA8113F167" ma:contentTypeVersion="4" ma:contentTypeDescription="新しいドキュメントを作成します。" ma:contentTypeScope="" ma:versionID="27cd7477341b491da012addcec1a3d1a">
  <xsd:schema xmlns:xsd="http://www.w3.org/2001/XMLSchema" xmlns:xs="http://www.w3.org/2001/XMLSchema" xmlns:p="http://schemas.microsoft.com/office/2006/metadata/properties" xmlns:ns2="0e7bcdc3-0a3b-4aba-968c-61ad0738e1f0" targetNamespace="http://schemas.microsoft.com/office/2006/metadata/properties" ma:root="true" ma:fieldsID="4e6d7c7519ab8278566ddc8db5afe716" ns2:_="">
    <xsd:import namespace="0e7bcdc3-0a3b-4aba-968c-61ad0738e1f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7bcdc3-0a3b-4aba-968c-61ad0738e1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D911BB0-F582-43EC-AA59-8E432F3AB9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7bcdc3-0a3b-4aba-968c-61ad0738e1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DAA099-9EBF-4066-A638-AF267F6AEC10}">
  <ds:schemaRefs>
    <ds:schemaRef ds:uri="http://schemas.microsoft.com/sharepoint/v3/contenttype/forms"/>
  </ds:schemaRefs>
</ds:datastoreItem>
</file>

<file path=customXml/itemProps3.xml><?xml version="1.0" encoding="utf-8"?>
<ds:datastoreItem xmlns:ds="http://schemas.openxmlformats.org/officeDocument/2006/customXml" ds:itemID="{FE358EB8-3C3D-4C24-8270-08684DEA1A82}">
  <ds:schemaRefs>
    <ds:schemaRef ds:uri="http://schemas.microsoft.com/office/2006/documentManagement/types"/>
    <ds:schemaRef ds:uri="http://purl.org/dc/dcmitype/"/>
    <ds:schemaRef ds:uri="http://purl.org/dc/elements/1.1/"/>
    <ds:schemaRef ds:uri="http://schemas.microsoft.com/office/2006/metadata/properties"/>
    <ds:schemaRef ds:uri="http://schemas.openxmlformats.org/package/2006/metadata/core-properties"/>
    <ds:schemaRef ds:uri="http://www.w3.org/XML/1998/namespace"/>
    <ds:schemaRef ds:uri="http://schemas.microsoft.com/office/infopath/2007/PartnerControls"/>
    <ds:schemaRef ds:uri="0e7bcdc3-0a3b-4aba-968c-61ad0738e1f0"/>
    <ds:schemaRef ds:uri="http://purl.org/dc/terms/"/>
  </ds:schemaRefs>
</ds:datastoreItem>
</file>

<file path=docProps/app.xml><?xml version="1.0" encoding="utf-8"?>
<Properties xmlns="http://schemas.openxmlformats.org/officeDocument/2006/extended-properties" xmlns:vt="http://schemas.openxmlformats.org/officeDocument/2006/docPropsVTypes">
  <Template>TM04033919[[fn=回路]]</Template>
  <TotalTime>1119</TotalTime>
  <Words>2684</Words>
  <Application>Microsoft Office PowerPoint</Application>
  <PresentationFormat>ワイド画面</PresentationFormat>
  <Paragraphs>566</Paragraphs>
  <Slides>62</Slides>
  <Notes>62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62</vt:i4>
      </vt:variant>
    </vt:vector>
  </HeadingPairs>
  <TitlesOfParts>
    <vt:vector size="68" baseType="lpstr">
      <vt:lpstr>游ゴシック</vt:lpstr>
      <vt:lpstr>游ゴシック Light</vt:lpstr>
      <vt:lpstr>游明朝</vt:lpstr>
      <vt:lpstr>Arial</vt:lpstr>
      <vt:lpstr>Wingdings</vt:lpstr>
      <vt:lpstr>Office テーマ</vt:lpstr>
      <vt:lpstr>JS2B 02 エビ本舗</vt:lpstr>
      <vt:lpstr>目次</vt:lpstr>
      <vt:lpstr>テーマ</vt:lpstr>
      <vt:lpstr>テーマ背景</vt:lpstr>
      <vt:lpstr>テーマ背景</vt:lpstr>
      <vt:lpstr>テーマ背景</vt:lpstr>
      <vt:lpstr>2.　機能と画面イメージ</vt:lpstr>
      <vt:lpstr>PowerPoint プレゼンテーション</vt:lpstr>
      <vt:lpstr>必要な機能</vt:lpstr>
      <vt:lpstr>画面イメージ</vt:lpstr>
      <vt:lpstr>PowerPoint プレゼンテーション</vt:lpstr>
      <vt:lpstr>画面イメージ</vt:lpstr>
      <vt:lpstr>PowerPoint プレゼンテーション</vt:lpstr>
      <vt:lpstr>画面イメージ</vt:lpstr>
      <vt:lpstr>PowerPoint プレゼンテーション</vt:lpstr>
      <vt:lpstr>PowerPoint プレゼンテーション</vt:lpstr>
      <vt:lpstr>必要な機能</vt:lpstr>
      <vt:lpstr>画面イメージ</vt:lpstr>
      <vt:lpstr>PowerPoint プレゼンテーション</vt:lpstr>
      <vt:lpstr>画面イメージ</vt:lpstr>
      <vt:lpstr>PowerPoint プレゼンテーション</vt:lpstr>
      <vt:lpstr>PowerPoint プレゼンテーション</vt:lpstr>
      <vt:lpstr>必要な機能</vt:lpstr>
      <vt:lpstr>画面イメージ</vt:lpstr>
      <vt:lpstr>PowerPoint プレゼンテーション</vt:lpstr>
      <vt:lpstr>画面イメージ</vt:lpstr>
      <vt:lpstr>PowerPoint プレゼンテーション</vt:lpstr>
      <vt:lpstr>システムのカスタマイズ</vt:lpstr>
      <vt:lpstr>画面イメージ</vt:lpstr>
      <vt:lpstr>PowerPoint プレゼンテーション</vt:lpstr>
      <vt:lpstr>その他機能システム</vt:lpstr>
      <vt:lpstr>画面イメージ</vt:lpstr>
      <vt:lpstr>PowerPoint プレゼンテーション</vt:lpstr>
      <vt:lpstr>画面イメージ</vt:lpstr>
      <vt:lpstr>PowerPoint プレゼンテーション</vt:lpstr>
      <vt:lpstr>３.　具体的な利用例</vt:lpstr>
      <vt:lpstr>例：ビジネスシーン（一般企業向け）</vt:lpstr>
      <vt:lpstr>利用イメージ</vt:lpstr>
      <vt:lpstr>PowerPoint プレゼンテーション</vt:lpstr>
      <vt:lpstr>利用イメージ</vt:lpstr>
      <vt:lpstr>PowerPoint プレゼンテーション</vt:lpstr>
      <vt:lpstr>機能のカスタマイズが可能</vt:lpstr>
      <vt:lpstr>例：施設料金計算システム</vt:lpstr>
      <vt:lpstr>画面イメージ</vt:lpstr>
      <vt:lpstr>PowerPoint プレゼンテーション</vt:lpstr>
      <vt:lpstr>画面イメージ</vt:lpstr>
      <vt:lpstr>PowerPoint プレゼンテーション</vt:lpstr>
      <vt:lpstr>画面イメージ</vt:lpstr>
      <vt:lpstr>PowerPoint プレゼンテーション</vt:lpstr>
      <vt:lpstr>4.　セールスポイント</vt:lpstr>
      <vt:lpstr>システム構成</vt:lpstr>
      <vt:lpstr>エンドユーザー（施設利用者）</vt:lpstr>
      <vt:lpstr>施設管理者</vt:lpstr>
      <vt:lpstr>システム開発者</vt:lpstr>
      <vt:lpstr>使用技術</vt:lpstr>
      <vt:lpstr>スケジュール</vt:lpstr>
      <vt:lpstr>コスト</vt:lpstr>
      <vt:lpstr>役割表</vt:lpstr>
      <vt:lpstr>10.　リスクと対策</vt:lpstr>
      <vt:lpstr>10.　リスクと対策</vt:lpstr>
      <vt:lpstr>10.　リスクと対策</vt:lpstr>
      <vt:lpstr>ご清聴 ありがとうございました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及川 大地</dc:creator>
  <cp:lastModifiedBy>及川 大地</cp:lastModifiedBy>
  <cp:revision>68</cp:revision>
  <dcterms:created xsi:type="dcterms:W3CDTF">2024-10-21T00:49:16Z</dcterms:created>
  <dcterms:modified xsi:type="dcterms:W3CDTF">2024-11-05T05:17:48Z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0x0101003242D728ABE34447A33118EA8113F167</vt:lpwstr>
  </property>
</Properties>
</file>